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 id="2147483660" r:id="rId5"/>
  </p:sldMasterIdLst>
  <p:notesMasterIdLst>
    <p:notesMasterId r:id="rId35"/>
  </p:notesMasterIdLst>
  <p:sldIdLst>
    <p:sldId id="256" r:id="rId6"/>
    <p:sldId id="257" r:id="rId7"/>
    <p:sldId id="282" r:id="rId8"/>
    <p:sldId id="284" r:id="rId9"/>
    <p:sldId id="301" r:id="rId10"/>
    <p:sldId id="311" r:id="rId11"/>
    <p:sldId id="275" r:id="rId12"/>
    <p:sldId id="280" r:id="rId13"/>
    <p:sldId id="293" r:id="rId14"/>
    <p:sldId id="372" r:id="rId15"/>
    <p:sldId id="353" r:id="rId16"/>
    <p:sldId id="373" r:id="rId17"/>
    <p:sldId id="374" r:id="rId18"/>
    <p:sldId id="354" r:id="rId19"/>
    <p:sldId id="375" r:id="rId20"/>
    <p:sldId id="348" r:id="rId21"/>
    <p:sldId id="281" r:id="rId22"/>
    <p:sldId id="366" r:id="rId23"/>
    <p:sldId id="386" r:id="rId24"/>
    <p:sldId id="369" r:id="rId25"/>
    <p:sldId id="299" r:id="rId26"/>
    <p:sldId id="302" r:id="rId27"/>
    <p:sldId id="296" r:id="rId28"/>
    <p:sldId id="387" r:id="rId29"/>
    <p:sldId id="388" r:id="rId30"/>
    <p:sldId id="389" r:id="rId31"/>
    <p:sldId id="376" r:id="rId32"/>
    <p:sldId id="390" r:id="rId33"/>
    <p:sldId id="370" r:id="rId34"/>
  </p:sldIdLst>
  <p:sldSz cx="9144000" cy="5143500" type="screen16x9"/>
  <p:notesSz cx="6858000" cy="9144000"/>
  <p:embeddedFontLst>
    <p:embeddedFont>
      <p:font typeface="Anton" pitchFamily="2" charset="0"/>
      <p:regular r:id="rId36"/>
    </p:embeddedFont>
    <p:embeddedFont>
      <p:font typeface="IBM Plex Sans" panose="020B0503050203000203" pitchFamily="34" charset="0"/>
      <p:regular r:id="rId37"/>
      <p:bold r:id="rId38"/>
      <p:italic r:id="rId39"/>
      <p:boldItalic r:id="rId40"/>
    </p:embeddedFont>
    <p:embeddedFont>
      <p:font typeface="IBM Plex Sans Bold" panose="020B0803050203000203"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F3A"/>
    <a:srgbClr val="FF1E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E33140-E05F-4A80-A7A0-72EF0298E9C9}" v="9" dt="2026-09-03T20:13:03.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11"/>
    <p:restoredTop sz="94912"/>
  </p:normalViewPr>
  <p:slideViewPr>
    <p:cSldViewPr snapToGrid="0">
      <p:cViewPr varScale="1">
        <p:scale>
          <a:sx n="199" d="100"/>
          <a:sy n="199" d="100"/>
        </p:scale>
        <p:origin x="582" y="15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4.fntdata"/><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font" Target="fonts/font7.fntdata"/><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1.fntdata"/><Relationship Id="rId49"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ffrey Riela" userId="e7e2fb66-eba0-4428-b961-6e88b20f5072" providerId="ADAL" clId="{D8F34F61-DFC2-4AF0-8E26-5583288DB278}"/>
    <pc:docChg chg="undo custSel addSld delSld modSld">
      <pc:chgData name="Joffrey Riela" userId="e7e2fb66-eba0-4428-b961-6e88b20f5072" providerId="ADAL" clId="{D8F34F61-DFC2-4AF0-8E26-5583288DB278}" dt="2026-08-29T15:23:03.506" v="156" actId="313"/>
      <pc:docMkLst>
        <pc:docMk/>
      </pc:docMkLst>
      <pc:sldChg chg="modSp mod">
        <pc:chgData name="Joffrey Riela" userId="e7e2fb66-eba0-4428-b961-6e88b20f5072" providerId="ADAL" clId="{D8F34F61-DFC2-4AF0-8E26-5583288DB278}" dt="2026-08-29T15:16:10.923" v="57" actId="790"/>
        <pc:sldMkLst>
          <pc:docMk/>
          <pc:sldMk cId="0" sldId="256"/>
        </pc:sldMkLst>
        <pc:spChg chg="mod">
          <ac:chgData name="Joffrey Riela" userId="e7e2fb66-eba0-4428-b961-6e88b20f5072" providerId="ADAL" clId="{D8F34F61-DFC2-4AF0-8E26-5583288DB278}" dt="2026-08-29T15:16:10.923" v="57" actId="790"/>
          <ac:spMkLst>
            <pc:docMk/>
            <pc:sldMk cId="0" sldId="256"/>
            <ac:spMk id="54" creationId="{00000000-0000-0000-0000-000000000000}"/>
          </ac:spMkLst>
        </pc:spChg>
        <pc:spChg chg="mod">
          <ac:chgData name="Joffrey Riela" userId="e7e2fb66-eba0-4428-b961-6e88b20f5072" providerId="ADAL" clId="{D8F34F61-DFC2-4AF0-8E26-5583288DB278}" dt="2026-08-29T15:16:10.923" v="57" actId="790"/>
          <ac:spMkLst>
            <pc:docMk/>
            <pc:sldMk cId="0" sldId="256"/>
            <ac:spMk id="55" creationId="{00000000-0000-0000-0000-000000000000}"/>
          </ac:spMkLst>
        </pc:spChg>
        <pc:spChg chg="mod">
          <ac:chgData name="Joffrey Riela" userId="e7e2fb66-eba0-4428-b961-6e88b20f5072" providerId="ADAL" clId="{D8F34F61-DFC2-4AF0-8E26-5583288DB278}" dt="2026-08-29T15:16:10.923" v="57" actId="790"/>
          <ac:spMkLst>
            <pc:docMk/>
            <pc:sldMk cId="0" sldId="256"/>
            <ac:spMk id="57" creationId="{00000000-0000-0000-0000-000000000000}"/>
          </ac:spMkLst>
        </pc:spChg>
        <pc:spChg chg="mod">
          <ac:chgData name="Joffrey Riela" userId="e7e2fb66-eba0-4428-b961-6e88b20f5072" providerId="ADAL" clId="{D8F34F61-DFC2-4AF0-8E26-5583288DB278}" dt="2026-08-29T15:16:10.923" v="57" actId="790"/>
          <ac:spMkLst>
            <pc:docMk/>
            <pc:sldMk cId="0" sldId="256"/>
            <ac:spMk id="58" creationId="{00000000-0000-0000-0000-000000000000}"/>
          </ac:spMkLst>
        </pc:spChg>
      </pc:sldChg>
      <pc:sldChg chg="modSp mod">
        <pc:chgData name="Joffrey Riela" userId="e7e2fb66-eba0-4428-b961-6e88b20f5072" providerId="ADAL" clId="{D8F34F61-DFC2-4AF0-8E26-5583288DB278}" dt="2026-08-29T15:16:10.923" v="57" actId="790"/>
        <pc:sldMkLst>
          <pc:docMk/>
          <pc:sldMk cId="0" sldId="257"/>
        </pc:sldMkLst>
        <pc:spChg chg="mod">
          <ac:chgData name="Joffrey Riela" userId="e7e2fb66-eba0-4428-b961-6e88b20f5072" providerId="ADAL" clId="{D8F34F61-DFC2-4AF0-8E26-5583288DB278}" dt="2026-08-29T15:16:10.923" v="57" actId="790"/>
          <ac:spMkLst>
            <pc:docMk/>
            <pc:sldMk cId="0" sldId="257"/>
            <ac:spMk id="63" creationId="{00000000-0000-0000-0000-000000000000}"/>
          </ac:spMkLst>
        </pc:spChg>
        <pc:spChg chg="mod">
          <ac:chgData name="Joffrey Riela" userId="e7e2fb66-eba0-4428-b961-6e88b20f5072" providerId="ADAL" clId="{D8F34F61-DFC2-4AF0-8E26-5583288DB278}" dt="2026-08-29T15:16:10.923" v="57" actId="790"/>
          <ac:spMkLst>
            <pc:docMk/>
            <pc:sldMk cId="0" sldId="257"/>
            <ac:spMk id="64" creationId="{00000000-0000-0000-0000-000000000000}"/>
          </ac:spMkLst>
        </pc:spChg>
        <pc:spChg chg="mod">
          <ac:chgData name="Joffrey Riela" userId="e7e2fb66-eba0-4428-b961-6e88b20f5072" providerId="ADAL" clId="{D8F34F61-DFC2-4AF0-8E26-5583288DB278}" dt="2026-08-29T15:16:10.923" v="57" actId="790"/>
          <ac:spMkLst>
            <pc:docMk/>
            <pc:sldMk cId="0" sldId="257"/>
            <ac:spMk id="66" creationId="{00000000-0000-0000-0000-000000000000}"/>
          </ac:spMkLst>
        </pc:spChg>
        <pc:spChg chg="mod">
          <ac:chgData name="Joffrey Riela" userId="e7e2fb66-eba0-4428-b961-6e88b20f5072" providerId="ADAL" clId="{D8F34F61-DFC2-4AF0-8E26-5583288DB278}" dt="2026-08-29T15:16:10.923" v="57" actId="790"/>
          <ac:spMkLst>
            <pc:docMk/>
            <pc:sldMk cId="0" sldId="257"/>
            <ac:spMk id="67" creationId="{00000000-0000-0000-0000-000000000000}"/>
          </ac:spMkLst>
        </pc:spChg>
      </pc:sldChg>
      <pc:sldChg chg="delSp modSp mod">
        <pc:chgData name="Joffrey Riela" userId="e7e2fb66-eba0-4428-b961-6e88b20f5072" providerId="ADAL" clId="{D8F34F61-DFC2-4AF0-8E26-5583288DB278}" dt="2026-08-29T15:16:16.422" v="58" actId="20577"/>
        <pc:sldMkLst>
          <pc:docMk/>
          <pc:sldMk cId="0" sldId="275"/>
        </pc:sldMkLst>
        <pc:spChg chg="mod">
          <ac:chgData name="Joffrey Riela" userId="e7e2fb66-eba0-4428-b961-6e88b20f5072" providerId="ADAL" clId="{D8F34F61-DFC2-4AF0-8E26-5583288DB278}" dt="2026-08-29T15:15:49.755" v="56" actId="1076"/>
          <ac:spMkLst>
            <pc:docMk/>
            <pc:sldMk cId="0" sldId="275"/>
            <ac:spMk id="2" creationId="{D391CE76-B47F-8FF1-E345-8F51A14B7476}"/>
          </ac:spMkLst>
        </pc:spChg>
        <pc:spChg chg="del">
          <ac:chgData name="Joffrey Riela" userId="e7e2fb66-eba0-4428-b961-6e88b20f5072" providerId="ADAL" clId="{D8F34F61-DFC2-4AF0-8E26-5583288DB278}" dt="2026-08-29T15:08:39.364" v="4" actId="478"/>
          <ac:spMkLst>
            <pc:docMk/>
            <pc:sldMk cId="0" sldId="275"/>
            <ac:spMk id="14" creationId="{BE6F6AAA-B223-B212-343D-987A2615ADF4}"/>
          </ac:spMkLst>
        </pc:spChg>
        <pc:spChg chg="del">
          <ac:chgData name="Joffrey Riela" userId="e7e2fb66-eba0-4428-b961-6e88b20f5072" providerId="ADAL" clId="{D8F34F61-DFC2-4AF0-8E26-5583288DB278}" dt="2026-08-29T15:08:40.456" v="5" actId="478"/>
          <ac:spMkLst>
            <pc:docMk/>
            <pc:sldMk cId="0" sldId="275"/>
            <ac:spMk id="15" creationId="{B2CFE33A-2421-75E7-9E27-DD062BBE65E7}"/>
          </ac:spMkLst>
        </pc:spChg>
        <pc:spChg chg="del">
          <ac:chgData name="Joffrey Riela" userId="e7e2fb66-eba0-4428-b961-6e88b20f5072" providerId="ADAL" clId="{D8F34F61-DFC2-4AF0-8E26-5583288DB278}" dt="2026-08-29T15:08:43.861" v="8" actId="478"/>
          <ac:spMkLst>
            <pc:docMk/>
            <pc:sldMk cId="0" sldId="275"/>
            <ac:spMk id="16" creationId="{0E8E71F4-DF48-F197-3EF6-A7635F911C3F}"/>
          </ac:spMkLst>
        </pc:spChg>
        <pc:spChg chg="del">
          <ac:chgData name="Joffrey Riela" userId="e7e2fb66-eba0-4428-b961-6e88b20f5072" providerId="ADAL" clId="{D8F34F61-DFC2-4AF0-8E26-5583288DB278}" dt="2026-08-29T15:08:41.585" v="6" actId="478"/>
          <ac:spMkLst>
            <pc:docMk/>
            <pc:sldMk cId="0" sldId="275"/>
            <ac:spMk id="17" creationId="{B2BBE209-31EA-0A5F-6D79-50F9D51EBAD5}"/>
          </ac:spMkLst>
        </pc:spChg>
        <pc:spChg chg="del">
          <ac:chgData name="Joffrey Riela" userId="e7e2fb66-eba0-4428-b961-6e88b20f5072" providerId="ADAL" clId="{D8F34F61-DFC2-4AF0-8E26-5583288DB278}" dt="2026-08-29T15:08:42.825" v="7" actId="478"/>
          <ac:spMkLst>
            <pc:docMk/>
            <pc:sldMk cId="0" sldId="275"/>
            <ac:spMk id="18" creationId="{36C9B54C-7479-8CBA-1B95-621A47A0D7C0}"/>
          </ac:spMkLst>
        </pc:spChg>
        <pc:spChg chg="del mod">
          <ac:chgData name="Joffrey Riela" userId="e7e2fb66-eba0-4428-b961-6e88b20f5072" providerId="ADAL" clId="{D8F34F61-DFC2-4AF0-8E26-5583288DB278}" dt="2026-08-29T15:10:07.329" v="11" actId="478"/>
          <ac:spMkLst>
            <pc:docMk/>
            <pc:sldMk cId="0" sldId="275"/>
            <ac:spMk id="19" creationId="{FB046DB6-90DB-56E0-8940-B1D98D5A8486}"/>
          </ac:spMkLst>
        </pc:spChg>
        <pc:spChg chg="mod">
          <ac:chgData name="Joffrey Riela" userId="e7e2fb66-eba0-4428-b961-6e88b20f5072" providerId="ADAL" clId="{D8F34F61-DFC2-4AF0-8E26-5583288DB278}" dt="2026-08-29T15:16:10.923" v="57" actId="790"/>
          <ac:spMkLst>
            <pc:docMk/>
            <pc:sldMk cId="0" sldId="275"/>
            <ac:spMk id="21" creationId="{49629893-3C27-8D0D-E10D-D8453CF362DD}"/>
          </ac:spMkLst>
        </pc:spChg>
        <pc:spChg chg="mod">
          <ac:chgData name="Joffrey Riela" userId="e7e2fb66-eba0-4428-b961-6e88b20f5072" providerId="ADAL" clId="{D8F34F61-DFC2-4AF0-8E26-5583288DB278}" dt="2026-08-29T15:16:10.923" v="57" actId="790"/>
          <ac:spMkLst>
            <pc:docMk/>
            <pc:sldMk cId="0" sldId="275"/>
            <ac:spMk id="22" creationId="{EEF0D547-95A5-1E57-49EE-55D2E4D70409}"/>
          </ac:spMkLst>
        </pc:spChg>
        <pc:spChg chg="mod">
          <ac:chgData name="Joffrey Riela" userId="e7e2fb66-eba0-4428-b961-6e88b20f5072" providerId="ADAL" clId="{D8F34F61-DFC2-4AF0-8E26-5583288DB278}" dt="2026-08-29T15:16:10.923" v="57" actId="790"/>
          <ac:spMkLst>
            <pc:docMk/>
            <pc:sldMk cId="0" sldId="275"/>
            <ac:spMk id="23" creationId="{F37D692B-9CDF-1918-F3E9-86B0F67719F3}"/>
          </ac:spMkLst>
        </pc:spChg>
        <pc:spChg chg="mod">
          <ac:chgData name="Joffrey Riela" userId="e7e2fb66-eba0-4428-b961-6e88b20f5072" providerId="ADAL" clId="{D8F34F61-DFC2-4AF0-8E26-5583288DB278}" dt="2026-08-29T15:15:49.755" v="56" actId="1076"/>
          <ac:spMkLst>
            <pc:docMk/>
            <pc:sldMk cId="0" sldId="275"/>
            <ac:spMk id="24" creationId="{494E8B41-24EE-35D3-A69D-F6676342D291}"/>
          </ac:spMkLst>
        </pc:spChg>
        <pc:spChg chg="mod">
          <ac:chgData name="Joffrey Riela" userId="e7e2fb66-eba0-4428-b961-6e88b20f5072" providerId="ADAL" clId="{D8F34F61-DFC2-4AF0-8E26-5583288DB278}" dt="2026-08-29T15:16:10.923" v="57" actId="790"/>
          <ac:spMkLst>
            <pc:docMk/>
            <pc:sldMk cId="0" sldId="275"/>
            <ac:spMk id="25" creationId="{2D0209B0-24A7-ABAF-6F1C-815435BBAD83}"/>
          </ac:spMkLst>
        </pc:spChg>
        <pc:spChg chg="mod">
          <ac:chgData name="Joffrey Riela" userId="e7e2fb66-eba0-4428-b961-6e88b20f5072" providerId="ADAL" clId="{D8F34F61-DFC2-4AF0-8E26-5583288DB278}" dt="2026-08-29T15:16:10.923" v="57" actId="790"/>
          <ac:spMkLst>
            <pc:docMk/>
            <pc:sldMk cId="0" sldId="275"/>
            <ac:spMk id="26" creationId="{4DA4E3BE-4359-B2DE-D7A2-AEF1AF1EB607}"/>
          </ac:spMkLst>
        </pc:spChg>
        <pc:spChg chg="mod">
          <ac:chgData name="Joffrey Riela" userId="e7e2fb66-eba0-4428-b961-6e88b20f5072" providerId="ADAL" clId="{D8F34F61-DFC2-4AF0-8E26-5583288DB278}" dt="2026-08-29T15:16:10.923" v="57" actId="790"/>
          <ac:spMkLst>
            <pc:docMk/>
            <pc:sldMk cId="0" sldId="275"/>
            <ac:spMk id="27" creationId="{38139C3F-E0F8-0C44-8FE0-BEB3FC328956}"/>
          </ac:spMkLst>
        </pc:spChg>
        <pc:spChg chg="mod">
          <ac:chgData name="Joffrey Riela" userId="e7e2fb66-eba0-4428-b961-6e88b20f5072" providerId="ADAL" clId="{D8F34F61-DFC2-4AF0-8E26-5583288DB278}" dt="2026-08-29T15:16:16.422" v="58" actId="20577"/>
          <ac:spMkLst>
            <pc:docMk/>
            <pc:sldMk cId="0" sldId="275"/>
            <ac:spMk id="28" creationId="{593993A3-8FB5-A09D-1FF7-FB3B22CAD501}"/>
          </ac:spMkLst>
        </pc:spChg>
        <pc:spChg chg="mod">
          <ac:chgData name="Joffrey Riela" userId="e7e2fb66-eba0-4428-b961-6e88b20f5072" providerId="ADAL" clId="{D8F34F61-DFC2-4AF0-8E26-5583288DB278}" dt="2026-08-29T15:16:10.923" v="57" actId="790"/>
          <ac:spMkLst>
            <pc:docMk/>
            <pc:sldMk cId="0" sldId="275"/>
            <ac:spMk id="85" creationId="{00000000-0000-0000-0000-000000000000}"/>
          </ac:spMkLst>
        </pc:spChg>
        <pc:spChg chg="mod">
          <ac:chgData name="Joffrey Riela" userId="e7e2fb66-eba0-4428-b961-6e88b20f5072" providerId="ADAL" clId="{D8F34F61-DFC2-4AF0-8E26-5583288DB278}" dt="2026-08-29T15:16:10.923" v="57" actId="790"/>
          <ac:spMkLst>
            <pc:docMk/>
            <pc:sldMk cId="0" sldId="275"/>
            <ac:spMk id="87" creationId="{00000000-0000-0000-0000-000000000000}"/>
          </ac:spMkLst>
        </pc:spChg>
        <pc:spChg chg="mod">
          <ac:chgData name="Joffrey Riela" userId="e7e2fb66-eba0-4428-b961-6e88b20f5072" providerId="ADAL" clId="{D8F34F61-DFC2-4AF0-8E26-5583288DB278}" dt="2026-08-29T15:16:10.923" v="57" actId="790"/>
          <ac:spMkLst>
            <pc:docMk/>
            <pc:sldMk cId="0" sldId="275"/>
            <ac:spMk id="88" creationId="{00000000-0000-0000-0000-000000000000}"/>
          </ac:spMkLst>
        </pc:spChg>
        <pc:cxnChg chg="mod">
          <ac:chgData name="Joffrey Riela" userId="e7e2fb66-eba0-4428-b961-6e88b20f5072" providerId="ADAL" clId="{D8F34F61-DFC2-4AF0-8E26-5583288DB278}" dt="2026-08-29T15:15:49.755" v="56" actId="1076"/>
          <ac:cxnSpMkLst>
            <pc:docMk/>
            <pc:sldMk cId="0" sldId="275"/>
            <ac:cxnSpMk id="33" creationId="{31282745-4545-5B6E-50C8-1A953E800DC2}"/>
          </ac:cxnSpMkLst>
        </pc:cxnChg>
      </pc:sldChg>
      <pc:sldChg chg="delSp modSp mod">
        <pc:chgData name="Joffrey Riela" userId="e7e2fb66-eba0-4428-b961-6e88b20f5072" providerId="ADAL" clId="{D8F34F61-DFC2-4AF0-8E26-5583288DB278}" dt="2026-08-29T15:16:10.923" v="57" actId="790"/>
        <pc:sldMkLst>
          <pc:docMk/>
          <pc:sldMk cId="2568559113" sldId="280"/>
        </pc:sldMkLst>
        <pc:spChg chg="del">
          <ac:chgData name="Joffrey Riela" userId="e7e2fb66-eba0-4428-b961-6e88b20f5072" providerId="ADAL" clId="{D8F34F61-DFC2-4AF0-8E26-5583288DB278}" dt="2026-08-29T15:10:50.029" v="12" actId="478"/>
          <ac:spMkLst>
            <pc:docMk/>
            <pc:sldMk cId="2568559113" sldId="280"/>
            <ac:spMk id="3" creationId="{C064CB57-A04C-C1A5-F45B-1C1B39508F36}"/>
          </ac:spMkLst>
        </pc:spChg>
        <pc:spChg chg="mod">
          <ac:chgData name="Joffrey Riela" userId="e7e2fb66-eba0-4428-b961-6e88b20f5072" providerId="ADAL" clId="{D8F34F61-DFC2-4AF0-8E26-5583288DB278}" dt="2026-08-29T15:16:10.923" v="57" actId="790"/>
          <ac:spMkLst>
            <pc:docMk/>
            <pc:sldMk cId="2568559113" sldId="280"/>
            <ac:spMk id="72" creationId="{117B7308-2527-6EC4-8C30-C7366C6429E5}"/>
          </ac:spMkLst>
        </pc:spChg>
        <pc:spChg chg="mod">
          <ac:chgData name="Joffrey Riela" userId="e7e2fb66-eba0-4428-b961-6e88b20f5072" providerId="ADAL" clId="{D8F34F61-DFC2-4AF0-8E26-5583288DB278}" dt="2026-08-29T15:16:10.923" v="57" actId="790"/>
          <ac:spMkLst>
            <pc:docMk/>
            <pc:sldMk cId="2568559113" sldId="280"/>
            <ac:spMk id="73" creationId="{3AC25980-A27F-3A64-4680-FBFBD8159541}"/>
          </ac:spMkLst>
        </pc:spChg>
        <pc:spChg chg="mod">
          <ac:chgData name="Joffrey Riela" userId="e7e2fb66-eba0-4428-b961-6e88b20f5072" providerId="ADAL" clId="{D8F34F61-DFC2-4AF0-8E26-5583288DB278}" dt="2026-08-29T15:16:10.923" v="57" actId="790"/>
          <ac:spMkLst>
            <pc:docMk/>
            <pc:sldMk cId="2568559113" sldId="280"/>
            <ac:spMk id="74" creationId="{18F9DC5F-FA4F-6E50-C62B-52FF8B080EEB}"/>
          </ac:spMkLst>
        </pc:spChg>
        <pc:spChg chg="mod">
          <ac:chgData name="Joffrey Riela" userId="e7e2fb66-eba0-4428-b961-6e88b20f5072" providerId="ADAL" clId="{D8F34F61-DFC2-4AF0-8E26-5583288DB278}" dt="2026-08-29T15:16:10.923" v="57" actId="790"/>
          <ac:spMkLst>
            <pc:docMk/>
            <pc:sldMk cId="2568559113" sldId="280"/>
            <ac:spMk id="76" creationId="{017F0A31-BC86-1366-DF4D-C28AEB491180}"/>
          </ac:spMkLst>
        </pc:spChg>
        <pc:spChg chg="mod">
          <ac:chgData name="Joffrey Riela" userId="e7e2fb66-eba0-4428-b961-6e88b20f5072" providerId="ADAL" clId="{D8F34F61-DFC2-4AF0-8E26-5583288DB278}" dt="2026-08-29T15:16:10.923" v="57" actId="790"/>
          <ac:spMkLst>
            <pc:docMk/>
            <pc:sldMk cId="2568559113" sldId="280"/>
            <ac:spMk id="77" creationId="{29AA6373-123A-A3AB-255F-90C37C34F135}"/>
          </ac:spMkLst>
        </pc:spChg>
      </pc:sldChg>
      <pc:sldChg chg="delSp modSp mod">
        <pc:chgData name="Joffrey Riela" userId="e7e2fb66-eba0-4428-b961-6e88b20f5072" providerId="ADAL" clId="{D8F34F61-DFC2-4AF0-8E26-5583288DB278}" dt="2026-08-29T15:20:28.266" v="120" actId="478"/>
        <pc:sldMkLst>
          <pc:docMk/>
          <pc:sldMk cId="199651886" sldId="281"/>
        </pc:sldMkLst>
        <pc:spChg chg="del mod">
          <ac:chgData name="Joffrey Riela" userId="e7e2fb66-eba0-4428-b961-6e88b20f5072" providerId="ADAL" clId="{D8F34F61-DFC2-4AF0-8E26-5583288DB278}" dt="2026-08-29T15:20:28.266" v="120" actId="478"/>
          <ac:spMkLst>
            <pc:docMk/>
            <pc:sldMk cId="199651886" sldId="281"/>
            <ac:spMk id="3" creationId="{61B6B14E-FA29-D938-00B5-CA76A460F6AA}"/>
          </ac:spMkLst>
        </pc:spChg>
        <pc:spChg chg="mod">
          <ac:chgData name="Joffrey Riela" userId="e7e2fb66-eba0-4428-b961-6e88b20f5072" providerId="ADAL" clId="{D8F34F61-DFC2-4AF0-8E26-5583288DB278}" dt="2026-08-29T15:16:10.923" v="57" actId="790"/>
          <ac:spMkLst>
            <pc:docMk/>
            <pc:sldMk cId="199651886" sldId="281"/>
            <ac:spMk id="72" creationId="{787CF55C-C37C-0CDE-5388-DEBE355D9733}"/>
          </ac:spMkLst>
        </pc:spChg>
        <pc:spChg chg="mod">
          <ac:chgData name="Joffrey Riela" userId="e7e2fb66-eba0-4428-b961-6e88b20f5072" providerId="ADAL" clId="{D8F34F61-DFC2-4AF0-8E26-5583288DB278}" dt="2026-08-29T15:16:10.923" v="57" actId="790"/>
          <ac:spMkLst>
            <pc:docMk/>
            <pc:sldMk cId="199651886" sldId="281"/>
            <ac:spMk id="73" creationId="{86C8275D-B4C7-DA0D-AD16-7F7937B097F7}"/>
          </ac:spMkLst>
        </pc:spChg>
        <pc:spChg chg="mod">
          <ac:chgData name="Joffrey Riela" userId="e7e2fb66-eba0-4428-b961-6e88b20f5072" providerId="ADAL" clId="{D8F34F61-DFC2-4AF0-8E26-5583288DB278}" dt="2026-08-29T15:16:10.923" v="57" actId="790"/>
          <ac:spMkLst>
            <pc:docMk/>
            <pc:sldMk cId="199651886" sldId="281"/>
            <ac:spMk id="74" creationId="{C21BABC9-77C3-35BA-6D66-51BD7290866E}"/>
          </ac:spMkLst>
        </pc:spChg>
        <pc:spChg chg="mod">
          <ac:chgData name="Joffrey Riela" userId="e7e2fb66-eba0-4428-b961-6e88b20f5072" providerId="ADAL" clId="{D8F34F61-DFC2-4AF0-8E26-5583288DB278}" dt="2026-08-29T15:16:10.923" v="57" actId="790"/>
          <ac:spMkLst>
            <pc:docMk/>
            <pc:sldMk cId="199651886" sldId="281"/>
            <ac:spMk id="76" creationId="{81D5998B-7DE1-5063-FB1B-5E67CA7D87C8}"/>
          </ac:spMkLst>
        </pc:spChg>
        <pc:spChg chg="mod">
          <ac:chgData name="Joffrey Riela" userId="e7e2fb66-eba0-4428-b961-6e88b20f5072" providerId="ADAL" clId="{D8F34F61-DFC2-4AF0-8E26-5583288DB278}" dt="2026-08-29T15:16:10.923" v="57" actId="790"/>
          <ac:spMkLst>
            <pc:docMk/>
            <pc:sldMk cId="199651886" sldId="281"/>
            <ac:spMk id="77" creationId="{57741A98-E7EA-DCE9-A4C3-D043F9F24463}"/>
          </ac:spMkLst>
        </pc:spChg>
      </pc:sldChg>
      <pc:sldChg chg="delSp modSp mod">
        <pc:chgData name="Joffrey Riela" userId="e7e2fb66-eba0-4428-b961-6e88b20f5072" providerId="ADAL" clId="{D8F34F61-DFC2-4AF0-8E26-5583288DB278}" dt="2026-08-29T15:16:24.172" v="59" actId="478"/>
        <pc:sldMkLst>
          <pc:docMk/>
          <pc:sldMk cId="3744746211" sldId="282"/>
        </pc:sldMkLst>
        <pc:spChg chg="del mod">
          <ac:chgData name="Joffrey Riela" userId="e7e2fb66-eba0-4428-b961-6e88b20f5072" providerId="ADAL" clId="{D8F34F61-DFC2-4AF0-8E26-5583288DB278}" dt="2026-08-29T15:16:24.172" v="59" actId="478"/>
          <ac:spMkLst>
            <pc:docMk/>
            <pc:sldMk cId="3744746211" sldId="282"/>
            <ac:spMk id="3" creationId="{2EE9012F-84C4-9445-9CA2-3BED17F5512D}"/>
          </ac:spMkLst>
        </pc:spChg>
        <pc:spChg chg="mod">
          <ac:chgData name="Joffrey Riela" userId="e7e2fb66-eba0-4428-b961-6e88b20f5072" providerId="ADAL" clId="{D8F34F61-DFC2-4AF0-8E26-5583288DB278}" dt="2026-08-29T15:16:10.923" v="57" actId="790"/>
          <ac:spMkLst>
            <pc:docMk/>
            <pc:sldMk cId="3744746211" sldId="282"/>
            <ac:spMk id="72" creationId="{4E09F2E1-5F2E-B866-53A2-6B2FEF552A78}"/>
          </ac:spMkLst>
        </pc:spChg>
        <pc:spChg chg="mod">
          <ac:chgData name="Joffrey Riela" userId="e7e2fb66-eba0-4428-b961-6e88b20f5072" providerId="ADAL" clId="{D8F34F61-DFC2-4AF0-8E26-5583288DB278}" dt="2026-08-29T15:16:10.923" v="57" actId="790"/>
          <ac:spMkLst>
            <pc:docMk/>
            <pc:sldMk cId="3744746211" sldId="282"/>
            <ac:spMk id="73" creationId="{5B86DE1F-EDB2-085A-D7FA-B615A4E2FC37}"/>
          </ac:spMkLst>
        </pc:spChg>
        <pc:spChg chg="mod">
          <ac:chgData name="Joffrey Riela" userId="e7e2fb66-eba0-4428-b961-6e88b20f5072" providerId="ADAL" clId="{D8F34F61-DFC2-4AF0-8E26-5583288DB278}" dt="2026-08-29T15:16:10.923" v="57" actId="790"/>
          <ac:spMkLst>
            <pc:docMk/>
            <pc:sldMk cId="3744746211" sldId="282"/>
            <ac:spMk id="74" creationId="{1770F5A9-538B-4259-AC78-AF7A62427BE3}"/>
          </ac:spMkLst>
        </pc:spChg>
        <pc:spChg chg="mod">
          <ac:chgData name="Joffrey Riela" userId="e7e2fb66-eba0-4428-b961-6e88b20f5072" providerId="ADAL" clId="{D8F34F61-DFC2-4AF0-8E26-5583288DB278}" dt="2026-08-29T15:16:10.923" v="57" actId="790"/>
          <ac:spMkLst>
            <pc:docMk/>
            <pc:sldMk cId="3744746211" sldId="282"/>
            <ac:spMk id="76" creationId="{74429AE5-8F64-FE9F-6067-421CB297A36A}"/>
          </ac:spMkLst>
        </pc:spChg>
        <pc:spChg chg="mod">
          <ac:chgData name="Joffrey Riela" userId="e7e2fb66-eba0-4428-b961-6e88b20f5072" providerId="ADAL" clId="{D8F34F61-DFC2-4AF0-8E26-5583288DB278}" dt="2026-08-29T15:16:10.923" v="57" actId="790"/>
          <ac:spMkLst>
            <pc:docMk/>
            <pc:sldMk cId="3744746211" sldId="282"/>
            <ac:spMk id="77" creationId="{56B0A7A2-E95C-EE36-D9BF-6DA1DB765C13}"/>
          </ac:spMkLst>
        </pc:spChg>
      </pc:sldChg>
      <pc:sldChg chg="modSp add del mod setBg">
        <pc:chgData name="Joffrey Riela" userId="e7e2fb66-eba0-4428-b961-6e88b20f5072" providerId="ADAL" clId="{D8F34F61-DFC2-4AF0-8E26-5583288DB278}" dt="2026-08-29T15:16:10.923" v="57" actId="790"/>
        <pc:sldMkLst>
          <pc:docMk/>
          <pc:sldMk cId="1776222406" sldId="284"/>
        </pc:sldMkLst>
        <pc:spChg chg="mod">
          <ac:chgData name="Joffrey Riela" userId="e7e2fb66-eba0-4428-b961-6e88b20f5072" providerId="ADAL" clId="{D8F34F61-DFC2-4AF0-8E26-5583288DB278}" dt="2026-08-29T15:16:10.923" v="57" actId="790"/>
          <ac:spMkLst>
            <pc:docMk/>
            <pc:sldMk cId="1776222406" sldId="284"/>
            <ac:spMk id="13" creationId="{86193110-B698-CBE3-F2B4-2E550CF0AFB7}"/>
          </ac:spMkLst>
        </pc:spChg>
        <pc:spChg chg="mod">
          <ac:chgData name="Joffrey Riela" userId="e7e2fb66-eba0-4428-b961-6e88b20f5072" providerId="ADAL" clId="{D8F34F61-DFC2-4AF0-8E26-5583288DB278}" dt="2026-08-29T15:16:10.923" v="57" actId="790"/>
          <ac:spMkLst>
            <pc:docMk/>
            <pc:sldMk cId="1776222406" sldId="284"/>
            <ac:spMk id="14" creationId="{19654FD6-C182-0F2E-E810-AB9D019C1B50}"/>
          </ac:spMkLst>
        </pc:spChg>
        <pc:spChg chg="mod">
          <ac:chgData name="Joffrey Riela" userId="e7e2fb66-eba0-4428-b961-6e88b20f5072" providerId="ADAL" clId="{D8F34F61-DFC2-4AF0-8E26-5583288DB278}" dt="2026-08-29T15:16:10.923" v="57" actId="790"/>
          <ac:spMkLst>
            <pc:docMk/>
            <pc:sldMk cId="1776222406" sldId="284"/>
            <ac:spMk id="15" creationId="{4E739262-77C9-66FF-136E-63C3B84E6ED1}"/>
          </ac:spMkLst>
        </pc:spChg>
        <pc:spChg chg="mod">
          <ac:chgData name="Joffrey Riela" userId="e7e2fb66-eba0-4428-b961-6e88b20f5072" providerId="ADAL" clId="{D8F34F61-DFC2-4AF0-8E26-5583288DB278}" dt="2026-08-29T15:16:10.923" v="57" actId="790"/>
          <ac:spMkLst>
            <pc:docMk/>
            <pc:sldMk cId="1776222406" sldId="284"/>
            <ac:spMk id="84" creationId="{F176C744-258A-CA38-2D1C-37FF98A6030A}"/>
          </ac:spMkLst>
        </pc:spChg>
        <pc:spChg chg="mod">
          <ac:chgData name="Joffrey Riela" userId="e7e2fb66-eba0-4428-b961-6e88b20f5072" providerId="ADAL" clId="{D8F34F61-DFC2-4AF0-8E26-5583288DB278}" dt="2026-08-29T15:16:10.923" v="57" actId="790"/>
          <ac:spMkLst>
            <pc:docMk/>
            <pc:sldMk cId="1776222406" sldId="284"/>
            <ac:spMk id="85" creationId="{55F04BD4-4BF9-158C-A4A3-DD9E454991F4}"/>
          </ac:spMkLst>
        </pc:spChg>
        <pc:spChg chg="mod">
          <ac:chgData name="Joffrey Riela" userId="e7e2fb66-eba0-4428-b961-6e88b20f5072" providerId="ADAL" clId="{D8F34F61-DFC2-4AF0-8E26-5583288DB278}" dt="2026-08-29T15:16:10.923" v="57" actId="790"/>
          <ac:spMkLst>
            <pc:docMk/>
            <pc:sldMk cId="1776222406" sldId="284"/>
            <ac:spMk id="87" creationId="{1DFD5F06-96E4-0FC5-1CB2-B1BA7BFDF78D}"/>
          </ac:spMkLst>
        </pc:spChg>
        <pc:spChg chg="mod">
          <ac:chgData name="Joffrey Riela" userId="e7e2fb66-eba0-4428-b961-6e88b20f5072" providerId="ADAL" clId="{D8F34F61-DFC2-4AF0-8E26-5583288DB278}" dt="2026-08-29T15:16:10.923" v="57" actId="790"/>
          <ac:spMkLst>
            <pc:docMk/>
            <pc:sldMk cId="1776222406" sldId="284"/>
            <ac:spMk id="88" creationId="{6E60C353-3738-C5F6-ACD2-ED70B81DFC5C}"/>
          </ac:spMkLst>
        </pc:spChg>
      </pc:sldChg>
      <pc:sldChg chg="modSp mod">
        <pc:chgData name="Joffrey Riela" userId="e7e2fb66-eba0-4428-b961-6e88b20f5072" providerId="ADAL" clId="{D8F34F61-DFC2-4AF0-8E26-5583288DB278}" dt="2026-08-29T15:17:05.086" v="72" actId="113"/>
        <pc:sldMkLst>
          <pc:docMk/>
          <pc:sldMk cId="836961866" sldId="293"/>
        </pc:sldMkLst>
        <pc:spChg chg="mod">
          <ac:chgData name="Joffrey Riela" userId="e7e2fb66-eba0-4428-b961-6e88b20f5072" providerId="ADAL" clId="{D8F34F61-DFC2-4AF0-8E26-5583288DB278}" dt="2026-08-29T15:17:05.086" v="72" actId="113"/>
          <ac:spMkLst>
            <pc:docMk/>
            <pc:sldMk cId="836961866" sldId="293"/>
            <ac:spMk id="2" creationId="{0E0BFB07-A2EF-ACBB-D21C-0B0DF0688D30}"/>
          </ac:spMkLst>
        </pc:spChg>
        <pc:spChg chg="mod">
          <ac:chgData name="Joffrey Riela" userId="e7e2fb66-eba0-4428-b961-6e88b20f5072" providerId="ADAL" clId="{D8F34F61-DFC2-4AF0-8E26-5583288DB278}" dt="2026-08-29T15:16:10.923" v="57" actId="790"/>
          <ac:spMkLst>
            <pc:docMk/>
            <pc:sldMk cId="836961866" sldId="293"/>
            <ac:spMk id="112" creationId="{7463C74E-1463-C3AC-D3DB-273C3971E1E1}"/>
          </ac:spMkLst>
        </pc:spChg>
        <pc:spChg chg="mod">
          <ac:chgData name="Joffrey Riela" userId="e7e2fb66-eba0-4428-b961-6e88b20f5072" providerId="ADAL" clId="{D8F34F61-DFC2-4AF0-8E26-5583288DB278}" dt="2026-08-29T15:16:10.923" v="57" actId="790"/>
          <ac:spMkLst>
            <pc:docMk/>
            <pc:sldMk cId="836961866" sldId="293"/>
            <ac:spMk id="113" creationId="{331F2FBF-BC74-E657-36B8-F3331A4553A9}"/>
          </ac:spMkLst>
        </pc:spChg>
        <pc:spChg chg="mod">
          <ac:chgData name="Joffrey Riela" userId="e7e2fb66-eba0-4428-b961-6e88b20f5072" providerId="ADAL" clId="{D8F34F61-DFC2-4AF0-8E26-5583288DB278}" dt="2026-08-29T15:16:10.923" v="57" actId="790"/>
          <ac:spMkLst>
            <pc:docMk/>
            <pc:sldMk cId="836961866" sldId="293"/>
            <ac:spMk id="115" creationId="{787760BB-9AC2-97F3-575F-205C3BDEB2B9}"/>
          </ac:spMkLst>
        </pc:spChg>
        <pc:spChg chg="mod">
          <ac:chgData name="Joffrey Riela" userId="e7e2fb66-eba0-4428-b961-6e88b20f5072" providerId="ADAL" clId="{D8F34F61-DFC2-4AF0-8E26-5583288DB278}" dt="2026-08-29T15:16:10.923" v="57" actId="790"/>
          <ac:spMkLst>
            <pc:docMk/>
            <pc:sldMk cId="836961866" sldId="293"/>
            <ac:spMk id="116" creationId="{FFB1CF0F-5DDB-1A8E-2EC7-84B916E3FE03}"/>
          </ac:spMkLst>
        </pc:spChg>
        <pc:spChg chg="mod">
          <ac:chgData name="Joffrey Riela" userId="e7e2fb66-eba0-4428-b961-6e88b20f5072" providerId="ADAL" clId="{D8F34F61-DFC2-4AF0-8E26-5583288DB278}" dt="2026-08-29T15:16:10.923" v="57" actId="790"/>
          <ac:spMkLst>
            <pc:docMk/>
            <pc:sldMk cId="836961866" sldId="293"/>
            <ac:spMk id="117" creationId="{4FE2F465-1CD9-9D93-5590-E2F583562F4C}"/>
          </ac:spMkLst>
        </pc:spChg>
        <pc:spChg chg="mod">
          <ac:chgData name="Joffrey Riela" userId="e7e2fb66-eba0-4428-b961-6e88b20f5072" providerId="ADAL" clId="{D8F34F61-DFC2-4AF0-8E26-5583288DB278}" dt="2026-08-29T15:16:10.923" v="57" actId="790"/>
          <ac:spMkLst>
            <pc:docMk/>
            <pc:sldMk cId="836961866" sldId="293"/>
            <ac:spMk id="119" creationId="{774BDE50-7B45-B2B8-10DD-4A7ACBF29CFF}"/>
          </ac:spMkLst>
        </pc:spChg>
        <pc:spChg chg="mod">
          <ac:chgData name="Joffrey Riela" userId="e7e2fb66-eba0-4428-b961-6e88b20f5072" providerId="ADAL" clId="{D8F34F61-DFC2-4AF0-8E26-5583288DB278}" dt="2026-08-29T15:16:10.923" v="57" actId="790"/>
          <ac:spMkLst>
            <pc:docMk/>
            <pc:sldMk cId="836961866" sldId="293"/>
            <ac:spMk id="120" creationId="{B2BD482F-19DE-1C42-0872-AD70DBAE0BCF}"/>
          </ac:spMkLst>
        </pc:spChg>
        <pc:spChg chg="mod">
          <ac:chgData name="Joffrey Riela" userId="e7e2fb66-eba0-4428-b961-6e88b20f5072" providerId="ADAL" clId="{D8F34F61-DFC2-4AF0-8E26-5583288DB278}" dt="2026-08-29T15:16:10.923" v="57" actId="790"/>
          <ac:spMkLst>
            <pc:docMk/>
            <pc:sldMk cId="836961866" sldId="293"/>
            <ac:spMk id="124" creationId="{005277FC-074C-90DF-6020-786931555F6C}"/>
          </ac:spMkLst>
        </pc:spChg>
        <pc:spChg chg="mod">
          <ac:chgData name="Joffrey Riela" userId="e7e2fb66-eba0-4428-b961-6e88b20f5072" providerId="ADAL" clId="{D8F34F61-DFC2-4AF0-8E26-5583288DB278}" dt="2026-08-29T15:16:10.923" v="57" actId="790"/>
          <ac:spMkLst>
            <pc:docMk/>
            <pc:sldMk cId="836961866" sldId="293"/>
            <ac:spMk id="125" creationId="{E0220E64-FF51-DA0E-468E-492001F4656C}"/>
          </ac:spMkLst>
        </pc:spChg>
      </pc:sldChg>
      <pc:sldChg chg="delSp modSp mod">
        <pc:chgData name="Joffrey Riela" userId="e7e2fb66-eba0-4428-b961-6e88b20f5072" providerId="ADAL" clId="{D8F34F61-DFC2-4AF0-8E26-5583288DB278}" dt="2026-08-29T15:16:10.923" v="57" actId="790"/>
        <pc:sldMkLst>
          <pc:docMk/>
          <pc:sldMk cId="2769492276" sldId="296"/>
        </pc:sldMkLst>
        <pc:spChg chg="del">
          <ac:chgData name="Joffrey Riela" userId="e7e2fb66-eba0-4428-b961-6e88b20f5072" providerId="ADAL" clId="{D8F34F61-DFC2-4AF0-8E26-5583288DB278}" dt="2026-08-29T15:10:56.720" v="15" actId="478"/>
          <ac:spMkLst>
            <pc:docMk/>
            <pc:sldMk cId="2769492276" sldId="296"/>
            <ac:spMk id="3" creationId="{0C8C11D0-7E3C-8956-650A-F0C34C2C44AE}"/>
          </ac:spMkLst>
        </pc:spChg>
        <pc:spChg chg="mod">
          <ac:chgData name="Joffrey Riela" userId="e7e2fb66-eba0-4428-b961-6e88b20f5072" providerId="ADAL" clId="{D8F34F61-DFC2-4AF0-8E26-5583288DB278}" dt="2026-08-29T15:16:10.923" v="57" actId="790"/>
          <ac:spMkLst>
            <pc:docMk/>
            <pc:sldMk cId="2769492276" sldId="296"/>
            <ac:spMk id="72" creationId="{547B0E0B-DC5E-BC9B-7B55-6F023C883768}"/>
          </ac:spMkLst>
        </pc:spChg>
        <pc:spChg chg="mod">
          <ac:chgData name="Joffrey Riela" userId="e7e2fb66-eba0-4428-b961-6e88b20f5072" providerId="ADAL" clId="{D8F34F61-DFC2-4AF0-8E26-5583288DB278}" dt="2026-08-29T15:16:10.923" v="57" actId="790"/>
          <ac:spMkLst>
            <pc:docMk/>
            <pc:sldMk cId="2769492276" sldId="296"/>
            <ac:spMk id="73" creationId="{FFEFD026-3453-670B-AA20-C5F7261CF96E}"/>
          </ac:spMkLst>
        </pc:spChg>
        <pc:spChg chg="mod">
          <ac:chgData name="Joffrey Riela" userId="e7e2fb66-eba0-4428-b961-6e88b20f5072" providerId="ADAL" clId="{D8F34F61-DFC2-4AF0-8E26-5583288DB278}" dt="2026-08-29T15:16:10.923" v="57" actId="790"/>
          <ac:spMkLst>
            <pc:docMk/>
            <pc:sldMk cId="2769492276" sldId="296"/>
            <ac:spMk id="74" creationId="{52E80D4C-5A9C-F8D0-EC73-3498D59B1EDB}"/>
          </ac:spMkLst>
        </pc:spChg>
        <pc:spChg chg="mod">
          <ac:chgData name="Joffrey Riela" userId="e7e2fb66-eba0-4428-b961-6e88b20f5072" providerId="ADAL" clId="{D8F34F61-DFC2-4AF0-8E26-5583288DB278}" dt="2026-08-29T15:16:10.923" v="57" actId="790"/>
          <ac:spMkLst>
            <pc:docMk/>
            <pc:sldMk cId="2769492276" sldId="296"/>
            <ac:spMk id="76" creationId="{F1AC80FD-50AF-B616-C7A7-A073B7BA610A}"/>
          </ac:spMkLst>
        </pc:spChg>
        <pc:spChg chg="mod">
          <ac:chgData name="Joffrey Riela" userId="e7e2fb66-eba0-4428-b961-6e88b20f5072" providerId="ADAL" clId="{D8F34F61-DFC2-4AF0-8E26-5583288DB278}" dt="2026-08-29T15:16:10.923" v="57" actId="790"/>
          <ac:spMkLst>
            <pc:docMk/>
            <pc:sldMk cId="2769492276" sldId="296"/>
            <ac:spMk id="77" creationId="{5DA9D1E8-DE94-9C9A-B2EC-9B8AB43A9F6D}"/>
          </ac:spMkLst>
        </pc:spChg>
      </pc:sldChg>
      <pc:sldChg chg="modSp mod">
        <pc:chgData name="Joffrey Riela" userId="e7e2fb66-eba0-4428-b961-6e88b20f5072" providerId="ADAL" clId="{D8F34F61-DFC2-4AF0-8E26-5583288DB278}" dt="2026-08-29T15:21:22.643" v="136" actId="20577"/>
        <pc:sldMkLst>
          <pc:docMk/>
          <pc:sldMk cId="682001601" sldId="299"/>
        </pc:sldMkLst>
        <pc:spChg chg="mod">
          <ac:chgData name="Joffrey Riela" userId="e7e2fb66-eba0-4428-b961-6e88b20f5072" providerId="ADAL" clId="{D8F34F61-DFC2-4AF0-8E26-5583288DB278}" dt="2026-08-29T15:16:10.923" v="57" actId="790"/>
          <ac:spMkLst>
            <pc:docMk/>
            <pc:sldMk cId="682001601" sldId="299"/>
            <ac:spMk id="2" creationId="{F8DC19ED-8BEF-6E8F-560A-F3198866623D}"/>
          </ac:spMkLst>
        </pc:spChg>
        <pc:spChg chg="mod">
          <ac:chgData name="Joffrey Riela" userId="e7e2fb66-eba0-4428-b961-6e88b20f5072" providerId="ADAL" clId="{D8F34F61-DFC2-4AF0-8E26-5583288DB278}" dt="2026-08-29T15:16:10.923" v="57" actId="790"/>
          <ac:spMkLst>
            <pc:docMk/>
            <pc:sldMk cId="682001601" sldId="299"/>
            <ac:spMk id="3" creationId="{9F0766B2-93CC-3744-3C18-14B088C3B0E3}"/>
          </ac:spMkLst>
        </pc:spChg>
        <pc:spChg chg="mod">
          <ac:chgData name="Joffrey Riela" userId="e7e2fb66-eba0-4428-b961-6e88b20f5072" providerId="ADAL" clId="{D8F34F61-DFC2-4AF0-8E26-5583288DB278}" dt="2026-08-29T15:21:22.643" v="136" actId="20577"/>
          <ac:spMkLst>
            <pc:docMk/>
            <pc:sldMk cId="682001601" sldId="299"/>
            <ac:spMk id="4" creationId="{2FCE4DA4-3C14-743C-DC58-854E4182D797}"/>
          </ac:spMkLst>
        </pc:spChg>
        <pc:spChg chg="mod">
          <ac:chgData name="Joffrey Riela" userId="e7e2fb66-eba0-4428-b961-6e88b20f5072" providerId="ADAL" clId="{D8F34F61-DFC2-4AF0-8E26-5583288DB278}" dt="2026-08-29T15:16:10.923" v="57" actId="790"/>
          <ac:spMkLst>
            <pc:docMk/>
            <pc:sldMk cId="682001601" sldId="299"/>
            <ac:spMk id="8" creationId="{A91B66D9-7DC3-4EF3-FF20-E277CC2E8233}"/>
          </ac:spMkLst>
        </pc:spChg>
        <pc:spChg chg="mod">
          <ac:chgData name="Joffrey Riela" userId="e7e2fb66-eba0-4428-b961-6e88b20f5072" providerId="ADAL" clId="{D8F34F61-DFC2-4AF0-8E26-5583288DB278}" dt="2026-08-29T15:16:10.923" v="57" actId="790"/>
          <ac:spMkLst>
            <pc:docMk/>
            <pc:sldMk cId="682001601" sldId="299"/>
            <ac:spMk id="13" creationId="{69939DDB-F39C-3B1A-612A-4731DCCBAEEA}"/>
          </ac:spMkLst>
        </pc:spChg>
        <pc:spChg chg="mod">
          <ac:chgData name="Joffrey Riela" userId="e7e2fb66-eba0-4428-b961-6e88b20f5072" providerId="ADAL" clId="{D8F34F61-DFC2-4AF0-8E26-5583288DB278}" dt="2026-08-29T15:16:10.923" v="57" actId="790"/>
          <ac:spMkLst>
            <pc:docMk/>
            <pc:sldMk cId="682001601" sldId="299"/>
            <ac:spMk id="16" creationId="{13EE15E7-27A9-D4A8-2CCC-A0036A27A93E}"/>
          </ac:spMkLst>
        </pc:spChg>
        <pc:spChg chg="mod">
          <ac:chgData name="Joffrey Riela" userId="e7e2fb66-eba0-4428-b961-6e88b20f5072" providerId="ADAL" clId="{D8F34F61-DFC2-4AF0-8E26-5583288DB278}" dt="2026-08-29T15:16:10.923" v="57" actId="790"/>
          <ac:spMkLst>
            <pc:docMk/>
            <pc:sldMk cId="682001601" sldId="299"/>
            <ac:spMk id="18" creationId="{1452D85A-1DAB-286E-BD48-A906C970681B}"/>
          </ac:spMkLst>
        </pc:spChg>
        <pc:spChg chg="mod">
          <ac:chgData name="Joffrey Riela" userId="e7e2fb66-eba0-4428-b961-6e88b20f5072" providerId="ADAL" clId="{D8F34F61-DFC2-4AF0-8E26-5583288DB278}" dt="2026-08-29T15:16:10.923" v="57" actId="790"/>
          <ac:spMkLst>
            <pc:docMk/>
            <pc:sldMk cId="682001601" sldId="299"/>
            <ac:spMk id="19" creationId="{9CBE695F-765D-0015-2DC7-1BED11E61759}"/>
          </ac:spMkLst>
        </pc:spChg>
        <pc:spChg chg="mod">
          <ac:chgData name="Joffrey Riela" userId="e7e2fb66-eba0-4428-b961-6e88b20f5072" providerId="ADAL" clId="{D8F34F61-DFC2-4AF0-8E26-5583288DB278}" dt="2026-08-29T15:16:10.923" v="57" actId="790"/>
          <ac:spMkLst>
            <pc:docMk/>
            <pc:sldMk cId="682001601" sldId="299"/>
            <ac:spMk id="21" creationId="{697391B0-AF41-E679-C803-3DD00C14C65F}"/>
          </ac:spMkLst>
        </pc:spChg>
        <pc:spChg chg="mod">
          <ac:chgData name="Joffrey Riela" userId="e7e2fb66-eba0-4428-b961-6e88b20f5072" providerId="ADAL" clId="{D8F34F61-DFC2-4AF0-8E26-5583288DB278}" dt="2026-08-29T15:16:10.923" v="57" actId="790"/>
          <ac:spMkLst>
            <pc:docMk/>
            <pc:sldMk cId="682001601" sldId="299"/>
            <ac:spMk id="28" creationId="{0AA141DD-74DD-A2E8-A34A-B0DAC68E4E60}"/>
          </ac:spMkLst>
        </pc:spChg>
        <pc:spChg chg="mod">
          <ac:chgData name="Joffrey Riela" userId="e7e2fb66-eba0-4428-b961-6e88b20f5072" providerId="ADAL" clId="{D8F34F61-DFC2-4AF0-8E26-5583288DB278}" dt="2026-08-29T15:16:10.923" v="57" actId="790"/>
          <ac:spMkLst>
            <pc:docMk/>
            <pc:sldMk cId="682001601" sldId="299"/>
            <ac:spMk id="30" creationId="{0F76AA67-8BDC-EF27-FF4E-292E68BDE8ED}"/>
          </ac:spMkLst>
        </pc:spChg>
      </pc:sldChg>
      <pc:sldChg chg="modSp add del mod setBg">
        <pc:chgData name="Joffrey Riela" userId="e7e2fb66-eba0-4428-b961-6e88b20f5072" providerId="ADAL" clId="{D8F34F61-DFC2-4AF0-8E26-5583288DB278}" dt="2026-08-29T15:16:10.923" v="57" actId="790"/>
        <pc:sldMkLst>
          <pc:docMk/>
          <pc:sldMk cId="1504607573" sldId="301"/>
        </pc:sldMkLst>
        <pc:spChg chg="mod">
          <ac:chgData name="Joffrey Riela" userId="e7e2fb66-eba0-4428-b961-6e88b20f5072" providerId="ADAL" clId="{D8F34F61-DFC2-4AF0-8E26-5583288DB278}" dt="2026-08-29T15:16:10.923" v="57" actId="790"/>
          <ac:spMkLst>
            <pc:docMk/>
            <pc:sldMk cId="1504607573" sldId="301"/>
            <ac:spMk id="9" creationId="{AEB30349-B52D-DF9D-DB07-A3E75ADCBE43}"/>
          </ac:spMkLst>
        </pc:spChg>
        <pc:spChg chg="mod">
          <ac:chgData name="Joffrey Riela" userId="e7e2fb66-eba0-4428-b961-6e88b20f5072" providerId="ADAL" clId="{D8F34F61-DFC2-4AF0-8E26-5583288DB278}" dt="2026-08-29T15:16:10.923" v="57" actId="790"/>
          <ac:spMkLst>
            <pc:docMk/>
            <pc:sldMk cId="1504607573" sldId="301"/>
            <ac:spMk id="10" creationId="{CAFAAAEF-EBEC-F38E-3FA4-C94C9B81EFC8}"/>
          </ac:spMkLst>
        </pc:spChg>
        <pc:spChg chg="mod">
          <ac:chgData name="Joffrey Riela" userId="e7e2fb66-eba0-4428-b961-6e88b20f5072" providerId="ADAL" clId="{D8F34F61-DFC2-4AF0-8E26-5583288DB278}" dt="2026-08-29T15:16:10.923" v="57" actId="790"/>
          <ac:spMkLst>
            <pc:docMk/>
            <pc:sldMk cId="1504607573" sldId="301"/>
            <ac:spMk id="11" creationId="{949D5D6E-7D47-3DE2-072C-4C9729BCC4FD}"/>
          </ac:spMkLst>
        </pc:spChg>
        <pc:spChg chg="mod">
          <ac:chgData name="Joffrey Riela" userId="e7e2fb66-eba0-4428-b961-6e88b20f5072" providerId="ADAL" clId="{D8F34F61-DFC2-4AF0-8E26-5583288DB278}" dt="2026-08-29T15:16:10.923" v="57" actId="790"/>
          <ac:spMkLst>
            <pc:docMk/>
            <pc:sldMk cId="1504607573" sldId="301"/>
            <ac:spMk id="12" creationId="{FBA41BD2-3C82-2920-AE85-73F6C011EF31}"/>
          </ac:spMkLst>
        </pc:spChg>
        <pc:spChg chg="mod">
          <ac:chgData name="Joffrey Riela" userId="e7e2fb66-eba0-4428-b961-6e88b20f5072" providerId="ADAL" clId="{D8F34F61-DFC2-4AF0-8E26-5583288DB278}" dt="2026-08-29T15:16:10.923" v="57" actId="790"/>
          <ac:spMkLst>
            <pc:docMk/>
            <pc:sldMk cId="1504607573" sldId="301"/>
            <ac:spMk id="84" creationId="{6113B0F0-903E-336C-06EE-4A0DF857D652}"/>
          </ac:spMkLst>
        </pc:spChg>
        <pc:spChg chg="mod">
          <ac:chgData name="Joffrey Riela" userId="e7e2fb66-eba0-4428-b961-6e88b20f5072" providerId="ADAL" clId="{D8F34F61-DFC2-4AF0-8E26-5583288DB278}" dt="2026-08-29T15:16:10.923" v="57" actId="790"/>
          <ac:spMkLst>
            <pc:docMk/>
            <pc:sldMk cId="1504607573" sldId="301"/>
            <ac:spMk id="85" creationId="{EAA58F41-4128-5C38-A86C-B44AC3768F86}"/>
          </ac:spMkLst>
        </pc:spChg>
        <pc:spChg chg="mod">
          <ac:chgData name="Joffrey Riela" userId="e7e2fb66-eba0-4428-b961-6e88b20f5072" providerId="ADAL" clId="{D8F34F61-DFC2-4AF0-8E26-5583288DB278}" dt="2026-08-29T15:16:10.923" v="57" actId="790"/>
          <ac:spMkLst>
            <pc:docMk/>
            <pc:sldMk cId="1504607573" sldId="301"/>
            <ac:spMk id="87" creationId="{9201E817-3D00-5E1C-4C5A-2853EA1FA7B4}"/>
          </ac:spMkLst>
        </pc:spChg>
        <pc:spChg chg="mod">
          <ac:chgData name="Joffrey Riela" userId="e7e2fb66-eba0-4428-b961-6e88b20f5072" providerId="ADAL" clId="{D8F34F61-DFC2-4AF0-8E26-5583288DB278}" dt="2026-08-29T15:16:10.923" v="57" actId="790"/>
          <ac:spMkLst>
            <pc:docMk/>
            <pc:sldMk cId="1504607573" sldId="301"/>
            <ac:spMk id="88" creationId="{B186599C-B666-70BF-5A62-919C9ABC341B}"/>
          </ac:spMkLst>
        </pc:spChg>
      </pc:sldChg>
      <pc:sldChg chg="modSp mod">
        <pc:chgData name="Joffrey Riela" userId="e7e2fb66-eba0-4428-b961-6e88b20f5072" providerId="ADAL" clId="{D8F34F61-DFC2-4AF0-8E26-5583288DB278}" dt="2026-08-29T15:21:32.941" v="137" actId="313"/>
        <pc:sldMkLst>
          <pc:docMk/>
          <pc:sldMk cId="3910522345" sldId="302"/>
        </pc:sldMkLst>
        <pc:spChg chg="mod">
          <ac:chgData name="Joffrey Riela" userId="e7e2fb66-eba0-4428-b961-6e88b20f5072" providerId="ADAL" clId="{D8F34F61-DFC2-4AF0-8E26-5583288DB278}" dt="2026-08-29T15:16:10.923" v="57" actId="790"/>
          <ac:spMkLst>
            <pc:docMk/>
            <pc:sldMk cId="3910522345" sldId="302"/>
            <ac:spMk id="10" creationId="{44C5EADE-9DFB-FCA4-8946-C79D94A16B5E}"/>
          </ac:spMkLst>
        </pc:spChg>
        <pc:spChg chg="mod">
          <ac:chgData name="Joffrey Riela" userId="e7e2fb66-eba0-4428-b961-6e88b20f5072" providerId="ADAL" clId="{D8F34F61-DFC2-4AF0-8E26-5583288DB278}" dt="2026-08-29T15:16:10.923" v="57" actId="790"/>
          <ac:spMkLst>
            <pc:docMk/>
            <pc:sldMk cId="3910522345" sldId="302"/>
            <ac:spMk id="24" creationId="{44B53333-1868-F3A0-0DC9-59D846FFEC00}"/>
          </ac:spMkLst>
        </pc:spChg>
        <pc:spChg chg="mod">
          <ac:chgData name="Joffrey Riela" userId="e7e2fb66-eba0-4428-b961-6e88b20f5072" providerId="ADAL" clId="{D8F34F61-DFC2-4AF0-8E26-5583288DB278}" dt="2026-08-29T15:21:32.941" v="137" actId="313"/>
          <ac:spMkLst>
            <pc:docMk/>
            <pc:sldMk cId="3910522345" sldId="302"/>
            <ac:spMk id="25" creationId="{E808792F-E560-FB98-CCC3-7FAA3E240C0F}"/>
          </ac:spMkLst>
        </pc:spChg>
        <pc:spChg chg="mod">
          <ac:chgData name="Joffrey Riela" userId="e7e2fb66-eba0-4428-b961-6e88b20f5072" providerId="ADAL" clId="{D8F34F61-DFC2-4AF0-8E26-5583288DB278}" dt="2026-08-29T15:16:10.923" v="57" actId="790"/>
          <ac:spMkLst>
            <pc:docMk/>
            <pc:sldMk cId="3910522345" sldId="302"/>
            <ac:spMk id="26" creationId="{E02E4F41-F9FC-700B-14AF-C926F65515DF}"/>
          </ac:spMkLst>
        </pc:spChg>
        <pc:spChg chg="mod">
          <ac:chgData name="Joffrey Riela" userId="e7e2fb66-eba0-4428-b961-6e88b20f5072" providerId="ADAL" clId="{D8F34F61-DFC2-4AF0-8E26-5583288DB278}" dt="2026-08-29T15:16:10.923" v="57" actId="790"/>
          <ac:spMkLst>
            <pc:docMk/>
            <pc:sldMk cId="3910522345" sldId="302"/>
            <ac:spMk id="27" creationId="{6C83A84D-4456-BA96-9FC1-8CC07DC8A2D8}"/>
          </ac:spMkLst>
        </pc:spChg>
        <pc:spChg chg="mod">
          <ac:chgData name="Joffrey Riela" userId="e7e2fb66-eba0-4428-b961-6e88b20f5072" providerId="ADAL" clId="{D8F34F61-DFC2-4AF0-8E26-5583288DB278}" dt="2026-08-29T15:16:10.923" v="57" actId="790"/>
          <ac:spMkLst>
            <pc:docMk/>
            <pc:sldMk cId="3910522345" sldId="302"/>
            <ac:spMk id="28" creationId="{8B5F6734-70D0-C19C-45CA-B924A08D5D38}"/>
          </ac:spMkLst>
        </pc:spChg>
        <pc:spChg chg="mod">
          <ac:chgData name="Joffrey Riela" userId="e7e2fb66-eba0-4428-b961-6e88b20f5072" providerId="ADAL" clId="{D8F34F61-DFC2-4AF0-8E26-5583288DB278}" dt="2026-08-29T15:16:10.923" v="57" actId="790"/>
          <ac:spMkLst>
            <pc:docMk/>
            <pc:sldMk cId="3910522345" sldId="302"/>
            <ac:spMk id="30" creationId="{27A8978E-E1AC-F0C4-E11D-641376B27E52}"/>
          </ac:spMkLst>
        </pc:spChg>
        <pc:spChg chg="mod">
          <ac:chgData name="Joffrey Riela" userId="e7e2fb66-eba0-4428-b961-6e88b20f5072" providerId="ADAL" clId="{D8F34F61-DFC2-4AF0-8E26-5583288DB278}" dt="2026-08-29T15:16:10.923" v="57" actId="790"/>
          <ac:spMkLst>
            <pc:docMk/>
            <pc:sldMk cId="3910522345" sldId="302"/>
            <ac:spMk id="31" creationId="{F35FACBC-3EEB-87AC-9307-5ABF0BDC79F5}"/>
          </ac:spMkLst>
        </pc:spChg>
        <pc:spChg chg="mod">
          <ac:chgData name="Joffrey Riela" userId="e7e2fb66-eba0-4428-b961-6e88b20f5072" providerId="ADAL" clId="{D8F34F61-DFC2-4AF0-8E26-5583288DB278}" dt="2026-08-29T15:16:10.923" v="57" actId="790"/>
          <ac:spMkLst>
            <pc:docMk/>
            <pc:sldMk cId="3910522345" sldId="302"/>
            <ac:spMk id="33" creationId="{31BD2E0D-7D2B-E08B-FE6D-6D8FC4A5D52D}"/>
          </ac:spMkLst>
        </pc:spChg>
        <pc:spChg chg="mod">
          <ac:chgData name="Joffrey Riela" userId="e7e2fb66-eba0-4428-b961-6e88b20f5072" providerId="ADAL" clId="{D8F34F61-DFC2-4AF0-8E26-5583288DB278}" dt="2026-08-29T15:16:10.923" v="57" actId="790"/>
          <ac:spMkLst>
            <pc:docMk/>
            <pc:sldMk cId="3910522345" sldId="302"/>
            <ac:spMk id="38" creationId="{36F7F28F-4114-DC91-E25C-7BF1EB00B4D1}"/>
          </ac:spMkLst>
        </pc:spChg>
        <pc:spChg chg="mod">
          <ac:chgData name="Joffrey Riela" userId="e7e2fb66-eba0-4428-b961-6e88b20f5072" providerId="ADAL" clId="{D8F34F61-DFC2-4AF0-8E26-5583288DB278}" dt="2026-08-29T15:16:10.923" v="57" actId="790"/>
          <ac:spMkLst>
            <pc:docMk/>
            <pc:sldMk cId="3910522345" sldId="302"/>
            <ac:spMk id="41" creationId="{D0E4A4B0-1A01-9046-A5E0-10141BCA91EA}"/>
          </ac:spMkLst>
        </pc:spChg>
      </pc:sldChg>
      <pc:sldChg chg="addSp modSp add mod">
        <pc:chgData name="Joffrey Riela" userId="e7e2fb66-eba0-4428-b961-6e88b20f5072" providerId="ADAL" clId="{D8F34F61-DFC2-4AF0-8E26-5583288DB278}" dt="2026-08-29T15:22:30.413" v="155" actId="14100"/>
        <pc:sldMkLst>
          <pc:docMk/>
          <pc:sldMk cId="3759846834" sldId="311"/>
        </pc:sldMkLst>
        <pc:spChg chg="mod">
          <ac:chgData name="Joffrey Riela" userId="e7e2fb66-eba0-4428-b961-6e88b20f5072" providerId="ADAL" clId="{D8F34F61-DFC2-4AF0-8E26-5583288DB278}" dt="2026-08-29T15:13:22.394" v="16" actId="1076"/>
          <ac:spMkLst>
            <pc:docMk/>
            <pc:sldMk cId="3759846834" sldId="311"/>
            <ac:spMk id="5" creationId="{A9B810EA-228D-7331-1D41-8BB34101F680}"/>
          </ac:spMkLst>
        </pc:spChg>
        <pc:spChg chg="mod">
          <ac:chgData name="Joffrey Riela" userId="e7e2fb66-eba0-4428-b961-6e88b20f5072" providerId="ADAL" clId="{D8F34F61-DFC2-4AF0-8E26-5583288DB278}" dt="2026-08-29T15:16:10.923" v="57" actId="790"/>
          <ac:spMkLst>
            <pc:docMk/>
            <pc:sldMk cId="3759846834" sldId="311"/>
            <ac:spMk id="6" creationId="{E8C475CF-565E-BCB7-7C86-66402B71B591}"/>
          </ac:spMkLst>
        </pc:spChg>
        <pc:spChg chg="mod">
          <ac:chgData name="Joffrey Riela" userId="e7e2fb66-eba0-4428-b961-6e88b20f5072" providerId="ADAL" clId="{D8F34F61-DFC2-4AF0-8E26-5583288DB278}" dt="2026-08-29T15:22:22.505" v="153" actId="20577"/>
          <ac:spMkLst>
            <pc:docMk/>
            <pc:sldMk cId="3759846834" sldId="311"/>
            <ac:spMk id="7" creationId="{2BB0803F-CF38-98D0-EF6F-6515B4233E03}"/>
          </ac:spMkLst>
        </pc:spChg>
        <pc:spChg chg="mod">
          <ac:chgData name="Joffrey Riela" userId="e7e2fb66-eba0-4428-b961-6e88b20f5072" providerId="ADAL" clId="{D8F34F61-DFC2-4AF0-8E26-5583288DB278}" dt="2026-08-29T15:16:10.923" v="57" actId="790"/>
          <ac:spMkLst>
            <pc:docMk/>
            <pc:sldMk cId="3759846834" sldId="311"/>
            <ac:spMk id="9" creationId="{6583E0D6-6381-32DE-A345-D606BA61442A}"/>
          </ac:spMkLst>
        </pc:spChg>
        <pc:spChg chg="mod">
          <ac:chgData name="Joffrey Riela" userId="e7e2fb66-eba0-4428-b961-6e88b20f5072" providerId="ADAL" clId="{D8F34F61-DFC2-4AF0-8E26-5583288DB278}" dt="2026-08-29T15:22:25.323" v="154"/>
          <ac:spMkLst>
            <pc:docMk/>
            <pc:sldMk cId="3759846834" sldId="311"/>
            <ac:spMk id="10" creationId="{B9F8FD9A-E9A0-7404-E6A7-B555C3AFE4C8}"/>
          </ac:spMkLst>
        </pc:spChg>
        <pc:spChg chg="add mod ord">
          <ac:chgData name="Joffrey Riela" userId="e7e2fb66-eba0-4428-b961-6e88b20f5072" providerId="ADAL" clId="{D8F34F61-DFC2-4AF0-8E26-5583288DB278}" dt="2026-08-29T15:22:30.413" v="155" actId="14100"/>
          <ac:spMkLst>
            <pc:docMk/>
            <pc:sldMk cId="3759846834" sldId="311"/>
            <ac:spMk id="14" creationId="{7EF4904D-5A57-EA2A-0BAA-9C35ED18B9AD}"/>
          </ac:spMkLst>
        </pc:spChg>
        <pc:spChg chg="mod">
          <ac:chgData name="Joffrey Riela" userId="e7e2fb66-eba0-4428-b961-6e88b20f5072" providerId="ADAL" clId="{D8F34F61-DFC2-4AF0-8E26-5583288DB278}" dt="2026-08-29T15:16:10.923" v="57" actId="790"/>
          <ac:spMkLst>
            <pc:docMk/>
            <pc:sldMk cId="3759846834" sldId="311"/>
            <ac:spMk id="29" creationId="{6FB1CE7D-2892-842C-4986-435B10B52B5D}"/>
          </ac:spMkLst>
        </pc:spChg>
        <pc:spChg chg="mod">
          <ac:chgData name="Joffrey Riela" userId="e7e2fb66-eba0-4428-b961-6e88b20f5072" providerId="ADAL" clId="{D8F34F61-DFC2-4AF0-8E26-5583288DB278}" dt="2026-08-29T15:16:10.923" v="57" actId="790"/>
          <ac:spMkLst>
            <pc:docMk/>
            <pc:sldMk cId="3759846834" sldId="311"/>
            <ac:spMk id="37" creationId="{941DFA9D-99CE-1AD0-2E93-009253EEB048}"/>
          </ac:spMkLst>
        </pc:spChg>
        <pc:spChg chg="mod">
          <ac:chgData name="Joffrey Riela" userId="e7e2fb66-eba0-4428-b961-6e88b20f5072" providerId="ADAL" clId="{D8F34F61-DFC2-4AF0-8E26-5583288DB278}" dt="2026-08-29T15:16:10.923" v="57" actId="790"/>
          <ac:spMkLst>
            <pc:docMk/>
            <pc:sldMk cId="3759846834" sldId="311"/>
            <ac:spMk id="38" creationId="{7C757418-BB8B-E986-4F21-DD2E58283C19}"/>
          </ac:spMkLst>
        </pc:spChg>
        <pc:spChg chg="mod">
          <ac:chgData name="Joffrey Riela" userId="e7e2fb66-eba0-4428-b961-6e88b20f5072" providerId="ADAL" clId="{D8F34F61-DFC2-4AF0-8E26-5583288DB278}" dt="2026-08-29T15:16:10.923" v="57" actId="790"/>
          <ac:spMkLst>
            <pc:docMk/>
            <pc:sldMk cId="3759846834" sldId="311"/>
            <ac:spMk id="42" creationId="{4D228B34-955A-C4D6-D554-19A576290BC9}"/>
          </ac:spMkLst>
        </pc:spChg>
        <pc:spChg chg="mod">
          <ac:chgData name="Joffrey Riela" userId="e7e2fb66-eba0-4428-b961-6e88b20f5072" providerId="ADAL" clId="{D8F34F61-DFC2-4AF0-8E26-5583288DB278}" dt="2026-08-29T15:16:10.923" v="57" actId="790"/>
          <ac:spMkLst>
            <pc:docMk/>
            <pc:sldMk cId="3759846834" sldId="311"/>
            <ac:spMk id="45" creationId="{89EB5D15-0179-1F19-DB25-734AEF1FE64A}"/>
          </ac:spMkLst>
        </pc:spChg>
        <pc:spChg chg="mod">
          <ac:chgData name="Joffrey Riela" userId="e7e2fb66-eba0-4428-b961-6e88b20f5072" providerId="ADAL" clId="{D8F34F61-DFC2-4AF0-8E26-5583288DB278}" dt="2026-08-29T15:16:10.923" v="57" actId="790"/>
          <ac:spMkLst>
            <pc:docMk/>
            <pc:sldMk cId="3759846834" sldId="311"/>
            <ac:spMk id="46" creationId="{8B134B33-24E4-764C-6B74-D1777E969FDD}"/>
          </ac:spMkLst>
        </pc:spChg>
        <pc:spChg chg="mod">
          <ac:chgData name="Joffrey Riela" userId="e7e2fb66-eba0-4428-b961-6e88b20f5072" providerId="ADAL" clId="{D8F34F61-DFC2-4AF0-8E26-5583288DB278}" dt="2026-08-29T15:16:10.923" v="57" actId="790"/>
          <ac:spMkLst>
            <pc:docMk/>
            <pc:sldMk cId="3759846834" sldId="311"/>
            <ac:spMk id="85" creationId="{97736E38-DA64-9922-002B-049A85D208DF}"/>
          </ac:spMkLst>
        </pc:spChg>
        <pc:spChg chg="mod">
          <ac:chgData name="Joffrey Riela" userId="e7e2fb66-eba0-4428-b961-6e88b20f5072" providerId="ADAL" clId="{D8F34F61-DFC2-4AF0-8E26-5583288DB278}" dt="2026-08-29T15:14:48.326" v="31" actId="20577"/>
          <ac:spMkLst>
            <pc:docMk/>
            <pc:sldMk cId="3759846834" sldId="311"/>
            <ac:spMk id="88" creationId="{A4E2F869-4F19-86C1-8732-BBADEFAD271E}"/>
          </ac:spMkLst>
        </pc:spChg>
        <pc:picChg chg="mod">
          <ac:chgData name="Joffrey Riela" userId="e7e2fb66-eba0-4428-b961-6e88b20f5072" providerId="ADAL" clId="{D8F34F61-DFC2-4AF0-8E26-5583288DB278}" dt="2026-08-29T15:13:22.394" v="16" actId="1076"/>
          <ac:picMkLst>
            <pc:docMk/>
            <pc:sldMk cId="3759846834" sldId="311"/>
            <ac:picMk id="12" creationId="{A97CEDA8-C55F-4AF5-C7B4-706796697596}"/>
          </ac:picMkLst>
        </pc:picChg>
        <pc:picChg chg="mod">
          <ac:chgData name="Joffrey Riela" userId="e7e2fb66-eba0-4428-b961-6e88b20f5072" providerId="ADAL" clId="{D8F34F61-DFC2-4AF0-8E26-5583288DB278}" dt="2026-08-29T15:13:22.394" v="16" actId="1076"/>
          <ac:picMkLst>
            <pc:docMk/>
            <pc:sldMk cId="3759846834" sldId="311"/>
            <ac:picMk id="13" creationId="{D4355C4C-ACA6-7ED3-A99E-BBD69FE0E068}"/>
          </ac:picMkLst>
        </pc:picChg>
        <pc:cxnChg chg="mod">
          <ac:chgData name="Joffrey Riela" userId="e7e2fb66-eba0-4428-b961-6e88b20f5072" providerId="ADAL" clId="{D8F34F61-DFC2-4AF0-8E26-5583288DB278}" dt="2026-08-29T15:13:22.394" v="16" actId="1076"/>
          <ac:cxnSpMkLst>
            <pc:docMk/>
            <pc:sldMk cId="3759846834" sldId="311"/>
            <ac:cxnSpMk id="8" creationId="{A74657BD-1D7E-80D0-021C-9FA477DD39D7}"/>
          </ac:cxnSpMkLst>
        </pc:cxnChg>
        <pc:cxnChg chg="mod">
          <ac:chgData name="Joffrey Riela" userId="e7e2fb66-eba0-4428-b961-6e88b20f5072" providerId="ADAL" clId="{D8F34F61-DFC2-4AF0-8E26-5583288DB278}" dt="2026-08-29T15:13:22.394" v="16" actId="1076"/>
          <ac:cxnSpMkLst>
            <pc:docMk/>
            <pc:sldMk cId="3759846834" sldId="311"/>
            <ac:cxnSpMk id="11" creationId="{9DC38DD6-EB57-D90B-7D18-E585CB03D0C0}"/>
          </ac:cxnSpMkLst>
        </pc:cxnChg>
      </pc:sldChg>
      <pc:sldChg chg="modSp mod">
        <pc:chgData name="Joffrey Riela" userId="e7e2fb66-eba0-4428-b961-6e88b20f5072" providerId="ADAL" clId="{D8F34F61-DFC2-4AF0-8E26-5583288DB278}" dt="2026-08-29T15:16:10.923" v="57" actId="790"/>
        <pc:sldMkLst>
          <pc:docMk/>
          <pc:sldMk cId="443271719" sldId="348"/>
        </pc:sldMkLst>
        <pc:spChg chg="mod">
          <ac:chgData name="Joffrey Riela" userId="e7e2fb66-eba0-4428-b961-6e88b20f5072" providerId="ADAL" clId="{D8F34F61-DFC2-4AF0-8E26-5583288DB278}" dt="2026-08-29T15:16:10.923" v="57" actId="790"/>
          <ac:spMkLst>
            <pc:docMk/>
            <pc:sldMk cId="443271719" sldId="348"/>
            <ac:spMk id="2" creationId="{A8C64CE7-62E3-839E-23E1-292AB1DB5ADC}"/>
          </ac:spMkLst>
        </pc:spChg>
        <pc:spChg chg="mod">
          <ac:chgData name="Joffrey Riela" userId="e7e2fb66-eba0-4428-b961-6e88b20f5072" providerId="ADAL" clId="{D8F34F61-DFC2-4AF0-8E26-5583288DB278}" dt="2026-08-29T15:16:10.923" v="57" actId="790"/>
          <ac:spMkLst>
            <pc:docMk/>
            <pc:sldMk cId="443271719" sldId="348"/>
            <ac:spMk id="6" creationId="{AE1BBCFA-F436-2FF5-2658-F4BB69584113}"/>
          </ac:spMkLst>
        </pc:spChg>
        <pc:spChg chg="mod">
          <ac:chgData name="Joffrey Riela" userId="e7e2fb66-eba0-4428-b961-6e88b20f5072" providerId="ADAL" clId="{D8F34F61-DFC2-4AF0-8E26-5583288DB278}" dt="2026-08-29T15:16:10.923" v="57" actId="790"/>
          <ac:spMkLst>
            <pc:docMk/>
            <pc:sldMk cId="443271719" sldId="348"/>
            <ac:spMk id="7" creationId="{C114DDE9-5552-D4A9-4DFB-87AF96B7AA3A}"/>
          </ac:spMkLst>
        </pc:spChg>
        <pc:spChg chg="mod">
          <ac:chgData name="Joffrey Riela" userId="e7e2fb66-eba0-4428-b961-6e88b20f5072" providerId="ADAL" clId="{D8F34F61-DFC2-4AF0-8E26-5583288DB278}" dt="2026-08-29T15:16:10.923" v="57" actId="790"/>
          <ac:spMkLst>
            <pc:docMk/>
            <pc:sldMk cId="443271719" sldId="348"/>
            <ac:spMk id="8" creationId="{E7DA2596-F8DF-5881-20CD-2B81942CE41C}"/>
          </ac:spMkLst>
        </pc:spChg>
        <pc:spChg chg="mod">
          <ac:chgData name="Joffrey Riela" userId="e7e2fb66-eba0-4428-b961-6e88b20f5072" providerId="ADAL" clId="{D8F34F61-DFC2-4AF0-8E26-5583288DB278}" dt="2026-08-29T15:16:10.923" v="57" actId="790"/>
          <ac:spMkLst>
            <pc:docMk/>
            <pc:sldMk cId="443271719" sldId="348"/>
            <ac:spMk id="13" creationId="{185AAC8C-B01F-0F34-8ED0-B41F4CB30695}"/>
          </ac:spMkLst>
        </pc:spChg>
        <pc:spChg chg="mod">
          <ac:chgData name="Joffrey Riela" userId="e7e2fb66-eba0-4428-b961-6e88b20f5072" providerId="ADAL" clId="{D8F34F61-DFC2-4AF0-8E26-5583288DB278}" dt="2026-08-29T15:16:10.923" v="57" actId="790"/>
          <ac:spMkLst>
            <pc:docMk/>
            <pc:sldMk cId="443271719" sldId="348"/>
            <ac:spMk id="112" creationId="{7993A17C-48C6-703F-0CD4-07B1CE3DBD7F}"/>
          </ac:spMkLst>
        </pc:spChg>
        <pc:spChg chg="mod">
          <ac:chgData name="Joffrey Riela" userId="e7e2fb66-eba0-4428-b961-6e88b20f5072" providerId="ADAL" clId="{D8F34F61-DFC2-4AF0-8E26-5583288DB278}" dt="2026-08-29T15:16:10.923" v="57" actId="790"/>
          <ac:spMkLst>
            <pc:docMk/>
            <pc:sldMk cId="443271719" sldId="348"/>
            <ac:spMk id="114" creationId="{DD81AD50-AAA3-C561-1A9A-8C87DD210218}"/>
          </ac:spMkLst>
        </pc:spChg>
        <pc:spChg chg="mod">
          <ac:chgData name="Joffrey Riela" userId="e7e2fb66-eba0-4428-b961-6e88b20f5072" providerId="ADAL" clId="{D8F34F61-DFC2-4AF0-8E26-5583288DB278}" dt="2026-08-29T15:16:10.923" v="57" actId="790"/>
          <ac:spMkLst>
            <pc:docMk/>
            <pc:sldMk cId="443271719" sldId="348"/>
            <ac:spMk id="116" creationId="{CF910BE4-AA27-2B2F-2E1E-B8A065389A42}"/>
          </ac:spMkLst>
        </pc:spChg>
        <pc:spChg chg="mod">
          <ac:chgData name="Joffrey Riela" userId="e7e2fb66-eba0-4428-b961-6e88b20f5072" providerId="ADAL" clId="{D8F34F61-DFC2-4AF0-8E26-5583288DB278}" dt="2026-08-29T15:16:10.923" v="57" actId="790"/>
          <ac:spMkLst>
            <pc:docMk/>
            <pc:sldMk cId="443271719" sldId="348"/>
            <ac:spMk id="120" creationId="{04D48753-C730-B84D-A53D-E958B25D12D2}"/>
          </ac:spMkLst>
        </pc:spChg>
        <pc:spChg chg="mod">
          <ac:chgData name="Joffrey Riela" userId="e7e2fb66-eba0-4428-b961-6e88b20f5072" providerId="ADAL" clId="{D8F34F61-DFC2-4AF0-8E26-5583288DB278}" dt="2026-08-29T15:16:10.923" v="57" actId="790"/>
          <ac:spMkLst>
            <pc:docMk/>
            <pc:sldMk cId="443271719" sldId="348"/>
            <ac:spMk id="124" creationId="{3B50ECC5-98F8-F1D8-7033-34A4462A5EA6}"/>
          </ac:spMkLst>
        </pc:spChg>
      </pc:sldChg>
      <pc:sldChg chg="delSp modSp mod">
        <pc:chgData name="Joffrey Riela" userId="e7e2fb66-eba0-4428-b961-6e88b20f5072" providerId="ADAL" clId="{D8F34F61-DFC2-4AF0-8E26-5583288DB278}" dt="2026-08-29T15:17:41.797" v="76" actId="478"/>
        <pc:sldMkLst>
          <pc:docMk/>
          <pc:sldMk cId="256437185" sldId="353"/>
        </pc:sldMkLst>
        <pc:spChg chg="del mod">
          <ac:chgData name="Joffrey Riela" userId="e7e2fb66-eba0-4428-b961-6e88b20f5072" providerId="ADAL" clId="{D8F34F61-DFC2-4AF0-8E26-5583288DB278}" dt="2026-08-29T15:17:41.797" v="76" actId="478"/>
          <ac:spMkLst>
            <pc:docMk/>
            <pc:sldMk cId="256437185" sldId="353"/>
            <ac:spMk id="3" creationId="{5CA0565D-1D7F-83EB-2163-C012AD79FE18}"/>
          </ac:spMkLst>
        </pc:spChg>
        <pc:spChg chg="mod">
          <ac:chgData name="Joffrey Riela" userId="e7e2fb66-eba0-4428-b961-6e88b20f5072" providerId="ADAL" clId="{D8F34F61-DFC2-4AF0-8E26-5583288DB278}" dt="2026-08-29T15:16:10.923" v="57" actId="790"/>
          <ac:spMkLst>
            <pc:docMk/>
            <pc:sldMk cId="256437185" sldId="353"/>
            <ac:spMk id="72" creationId="{D0CD39EF-467D-1DA2-2808-1E0A9DE59DF5}"/>
          </ac:spMkLst>
        </pc:spChg>
        <pc:spChg chg="mod">
          <ac:chgData name="Joffrey Riela" userId="e7e2fb66-eba0-4428-b961-6e88b20f5072" providerId="ADAL" clId="{D8F34F61-DFC2-4AF0-8E26-5583288DB278}" dt="2026-08-29T15:16:10.923" v="57" actId="790"/>
          <ac:spMkLst>
            <pc:docMk/>
            <pc:sldMk cId="256437185" sldId="353"/>
            <ac:spMk id="73" creationId="{D8421E9D-4686-A694-8FF0-EDD8EA0D2293}"/>
          </ac:spMkLst>
        </pc:spChg>
        <pc:spChg chg="mod">
          <ac:chgData name="Joffrey Riela" userId="e7e2fb66-eba0-4428-b961-6e88b20f5072" providerId="ADAL" clId="{D8F34F61-DFC2-4AF0-8E26-5583288DB278}" dt="2026-08-29T15:16:10.923" v="57" actId="790"/>
          <ac:spMkLst>
            <pc:docMk/>
            <pc:sldMk cId="256437185" sldId="353"/>
            <ac:spMk id="74" creationId="{16D67DDC-3B66-DACD-9496-AEC24A3402FB}"/>
          </ac:spMkLst>
        </pc:spChg>
        <pc:spChg chg="mod">
          <ac:chgData name="Joffrey Riela" userId="e7e2fb66-eba0-4428-b961-6e88b20f5072" providerId="ADAL" clId="{D8F34F61-DFC2-4AF0-8E26-5583288DB278}" dt="2026-08-29T15:16:10.923" v="57" actId="790"/>
          <ac:spMkLst>
            <pc:docMk/>
            <pc:sldMk cId="256437185" sldId="353"/>
            <ac:spMk id="76" creationId="{850CCE6A-B29E-FB98-3167-71FAD1896B80}"/>
          </ac:spMkLst>
        </pc:spChg>
        <pc:spChg chg="mod">
          <ac:chgData name="Joffrey Riela" userId="e7e2fb66-eba0-4428-b961-6e88b20f5072" providerId="ADAL" clId="{D8F34F61-DFC2-4AF0-8E26-5583288DB278}" dt="2026-08-29T15:16:10.923" v="57" actId="790"/>
          <ac:spMkLst>
            <pc:docMk/>
            <pc:sldMk cId="256437185" sldId="353"/>
            <ac:spMk id="77" creationId="{19A2E1CC-F7F0-378C-54F1-A7EDA382E699}"/>
          </ac:spMkLst>
        </pc:spChg>
      </pc:sldChg>
      <pc:sldChg chg="delSp modSp mod">
        <pc:chgData name="Joffrey Riela" userId="e7e2fb66-eba0-4428-b961-6e88b20f5072" providerId="ADAL" clId="{D8F34F61-DFC2-4AF0-8E26-5583288DB278}" dt="2026-08-29T15:16:10.923" v="57" actId="790"/>
        <pc:sldMkLst>
          <pc:docMk/>
          <pc:sldMk cId="4199964979" sldId="354"/>
        </pc:sldMkLst>
        <pc:spChg chg="del">
          <ac:chgData name="Joffrey Riela" userId="e7e2fb66-eba0-4428-b961-6e88b20f5072" providerId="ADAL" clId="{D8F34F61-DFC2-4AF0-8E26-5583288DB278}" dt="2026-08-29T15:10:52.793" v="13" actId="478"/>
          <ac:spMkLst>
            <pc:docMk/>
            <pc:sldMk cId="4199964979" sldId="354"/>
            <ac:spMk id="3" creationId="{3B0A933F-114B-2848-F843-711E07535D6D}"/>
          </ac:spMkLst>
        </pc:spChg>
        <pc:spChg chg="mod">
          <ac:chgData name="Joffrey Riela" userId="e7e2fb66-eba0-4428-b961-6e88b20f5072" providerId="ADAL" clId="{D8F34F61-DFC2-4AF0-8E26-5583288DB278}" dt="2026-08-29T15:16:10.923" v="57" actId="790"/>
          <ac:spMkLst>
            <pc:docMk/>
            <pc:sldMk cId="4199964979" sldId="354"/>
            <ac:spMk id="72" creationId="{3FA14D60-8F12-0FD3-95FE-B72A456AC96D}"/>
          </ac:spMkLst>
        </pc:spChg>
        <pc:spChg chg="mod">
          <ac:chgData name="Joffrey Riela" userId="e7e2fb66-eba0-4428-b961-6e88b20f5072" providerId="ADAL" clId="{D8F34F61-DFC2-4AF0-8E26-5583288DB278}" dt="2026-08-29T15:16:10.923" v="57" actId="790"/>
          <ac:spMkLst>
            <pc:docMk/>
            <pc:sldMk cId="4199964979" sldId="354"/>
            <ac:spMk id="73" creationId="{0E260B1D-C0B6-9323-4E5A-8E8EDB084DBB}"/>
          </ac:spMkLst>
        </pc:spChg>
        <pc:spChg chg="mod">
          <ac:chgData name="Joffrey Riela" userId="e7e2fb66-eba0-4428-b961-6e88b20f5072" providerId="ADAL" clId="{D8F34F61-DFC2-4AF0-8E26-5583288DB278}" dt="2026-08-29T15:16:10.923" v="57" actId="790"/>
          <ac:spMkLst>
            <pc:docMk/>
            <pc:sldMk cId="4199964979" sldId="354"/>
            <ac:spMk id="74" creationId="{1A279D2C-7983-5337-9D39-D6C73EDCE009}"/>
          </ac:spMkLst>
        </pc:spChg>
        <pc:spChg chg="mod">
          <ac:chgData name="Joffrey Riela" userId="e7e2fb66-eba0-4428-b961-6e88b20f5072" providerId="ADAL" clId="{D8F34F61-DFC2-4AF0-8E26-5583288DB278}" dt="2026-08-29T15:16:10.923" v="57" actId="790"/>
          <ac:spMkLst>
            <pc:docMk/>
            <pc:sldMk cId="4199964979" sldId="354"/>
            <ac:spMk id="76" creationId="{3CF3AEB8-0BB0-476E-B6FE-BA3A1EB3D506}"/>
          </ac:spMkLst>
        </pc:spChg>
        <pc:spChg chg="mod">
          <ac:chgData name="Joffrey Riela" userId="e7e2fb66-eba0-4428-b961-6e88b20f5072" providerId="ADAL" clId="{D8F34F61-DFC2-4AF0-8E26-5583288DB278}" dt="2026-08-29T15:16:10.923" v="57" actId="790"/>
          <ac:spMkLst>
            <pc:docMk/>
            <pc:sldMk cId="4199964979" sldId="354"/>
            <ac:spMk id="77" creationId="{FF0200EB-4424-368A-44D9-2BB21751B713}"/>
          </ac:spMkLst>
        </pc:spChg>
      </pc:sldChg>
      <pc:sldChg chg="modSp mod">
        <pc:chgData name="Joffrey Riela" userId="e7e2fb66-eba0-4428-b961-6e88b20f5072" providerId="ADAL" clId="{D8F34F61-DFC2-4AF0-8E26-5583288DB278}" dt="2026-08-29T15:20:35.204" v="121" actId="1076"/>
        <pc:sldMkLst>
          <pc:docMk/>
          <pc:sldMk cId="723272395" sldId="366"/>
        </pc:sldMkLst>
        <pc:spChg chg="mod">
          <ac:chgData name="Joffrey Riela" userId="e7e2fb66-eba0-4428-b961-6e88b20f5072" providerId="ADAL" clId="{D8F34F61-DFC2-4AF0-8E26-5583288DB278}" dt="2026-08-29T15:16:10.923" v="57" actId="790"/>
          <ac:spMkLst>
            <pc:docMk/>
            <pc:sldMk cId="723272395" sldId="366"/>
            <ac:spMk id="4" creationId="{808C147E-3E67-FBE7-14B9-09810AEA4231}"/>
          </ac:spMkLst>
        </pc:spChg>
        <pc:spChg chg="mod">
          <ac:chgData name="Joffrey Riela" userId="e7e2fb66-eba0-4428-b961-6e88b20f5072" providerId="ADAL" clId="{D8F34F61-DFC2-4AF0-8E26-5583288DB278}" dt="2026-08-29T15:16:10.923" v="57" actId="790"/>
          <ac:spMkLst>
            <pc:docMk/>
            <pc:sldMk cId="723272395" sldId="366"/>
            <ac:spMk id="6" creationId="{A3B33783-BBA9-12F6-8857-5116D4D0173F}"/>
          </ac:spMkLst>
        </pc:spChg>
        <pc:spChg chg="mod">
          <ac:chgData name="Joffrey Riela" userId="e7e2fb66-eba0-4428-b961-6e88b20f5072" providerId="ADAL" clId="{D8F34F61-DFC2-4AF0-8E26-5583288DB278}" dt="2026-08-29T15:16:10.923" v="57" actId="790"/>
          <ac:spMkLst>
            <pc:docMk/>
            <pc:sldMk cId="723272395" sldId="366"/>
            <ac:spMk id="8" creationId="{078099E7-DCB4-EF20-A12A-043EA247E3E0}"/>
          </ac:spMkLst>
        </pc:spChg>
        <pc:spChg chg="mod">
          <ac:chgData name="Joffrey Riela" userId="e7e2fb66-eba0-4428-b961-6e88b20f5072" providerId="ADAL" clId="{D8F34F61-DFC2-4AF0-8E26-5583288DB278}" dt="2026-08-29T15:16:10.923" v="57" actId="790"/>
          <ac:spMkLst>
            <pc:docMk/>
            <pc:sldMk cId="723272395" sldId="366"/>
            <ac:spMk id="10" creationId="{54F0B6B4-EFA2-F1E6-8C97-98AFDA8F1DA3}"/>
          </ac:spMkLst>
        </pc:spChg>
        <pc:spChg chg="mod">
          <ac:chgData name="Joffrey Riela" userId="e7e2fb66-eba0-4428-b961-6e88b20f5072" providerId="ADAL" clId="{D8F34F61-DFC2-4AF0-8E26-5583288DB278}" dt="2026-08-29T15:16:10.923" v="57" actId="790"/>
          <ac:spMkLst>
            <pc:docMk/>
            <pc:sldMk cId="723272395" sldId="366"/>
            <ac:spMk id="22" creationId="{B909A8FD-0EED-2C86-D943-ADAC14A198F1}"/>
          </ac:spMkLst>
        </pc:spChg>
        <pc:spChg chg="mod">
          <ac:chgData name="Joffrey Riela" userId="e7e2fb66-eba0-4428-b961-6e88b20f5072" providerId="ADAL" clId="{D8F34F61-DFC2-4AF0-8E26-5583288DB278}" dt="2026-08-29T15:16:10.923" v="57" actId="790"/>
          <ac:spMkLst>
            <pc:docMk/>
            <pc:sldMk cId="723272395" sldId="366"/>
            <ac:spMk id="27" creationId="{59B3D521-D651-C93D-DE13-4F3B3B759C48}"/>
          </ac:spMkLst>
        </pc:spChg>
        <pc:spChg chg="mod">
          <ac:chgData name="Joffrey Riela" userId="e7e2fb66-eba0-4428-b961-6e88b20f5072" providerId="ADAL" clId="{D8F34F61-DFC2-4AF0-8E26-5583288DB278}" dt="2026-08-29T15:20:35.204" v="121" actId="1076"/>
          <ac:spMkLst>
            <pc:docMk/>
            <pc:sldMk cId="723272395" sldId="366"/>
            <ac:spMk id="29" creationId="{97878E4D-D048-0B86-6ABC-4B4B8752FC33}"/>
          </ac:spMkLst>
        </pc:spChg>
        <pc:spChg chg="mod">
          <ac:chgData name="Joffrey Riela" userId="e7e2fb66-eba0-4428-b961-6e88b20f5072" providerId="ADAL" clId="{D8F34F61-DFC2-4AF0-8E26-5583288DB278}" dt="2026-08-29T15:16:10.923" v="57" actId="790"/>
          <ac:spMkLst>
            <pc:docMk/>
            <pc:sldMk cId="723272395" sldId="366"/>
            <ac:spMk id="39" creationId="{00BF5BE9-07A4-C006-3591-9159B2191926}"/>
          </ac:spMkLst>
        </pc:spChg>
        <pc:spChg chg="mod">
          <ac:chgData name="Joffrey Riela" userId="e7e2fb66-eba0-4428-b961-6e88b20f5072" providerId="ADAL" clId="{D8F34F61-DFC2-4AF0-8E26-5583288DB278}" dt="2026-08-29T15:16:10.923" v="57" actId="790"/>
          <ac:spMkLst>
            <pc:docMk/>
            <pc:sldMk cId="723272395" sldId="366"/>
            <ac:spMk id="51" creationId="{31D6013F-475F-8BE2-12EF-ADC013482F4C}"/>
          </ac:spMkLst>
        </pc:spChg>
        <pc:spChg chg="mod">
          <ac:chgData name="Joffrey Riela" userId="e7e2fb66-eba0-4428-b961-6e88b20f5072" providerId="ADAL" clId="{D8F34F61-DFC2-4AF0-8E26-5583288DB278}" dt="2026-08-29T15:16:10.923" v="57" actId="790"/>
          <ac:spMkLst>
            <pc:docMk/>
            <pc:sldMk cId="723272395" sldId="366"/>
            <ac:spMk id="67" creationId="{C518904E-C6FB-32A1-51FC-C26ED94C3928}"/>
          </ac:spMkLst>
        </pc:spChg>
        <pc:spChg chg="mod">
          <ac:chgData name="Joffrey Riela" userId="e7e2fb66-eba0-4428-b961-6e88b20f5072" providerId="ADAL" clId="{D8F34F61-DFC2-4AF0-8E26-5583288DB278}" dt="2026-08-29T15:16:10.923" v="57" actId="790"/>
          <ac:spMkLst>
            <pc:docMk/>
            <pc:sldMk cId="723272395" sldId="366"/>
            <ac:spMk id="69" creationId="{512E40B1-F7C7-CF37-7C58-E629242CFB7E}"/>
          </ac:spMkLst>
        </pc:spChg>
      </pc:sldChg>
      <pc:sldChg chg="delSp modSp mod">
        <pc:chgData name="Joffrey Riela" userId="e7e2fb66-eba0-4428-b961-6e88b20f5072" providerId="ADAL" clId="{D8F34F61-DFC2-4AF0-8E26-5583288DB278}" dt="2026-08-29T15:16:10.923" v="57" actId="790"/>
        <pc:sldMkLst>
          <pc:docMk/>
          <pc:sldMk cId="1372375221" sldId="369"/>
        </pc:sldMkLst>
        <pc:spChg chg="del">
          <ac:chgData name="Joffrey Riela" userId="e7e2fb66-eba0-4428-b961-6e88b20f5072" providerId="ADAL" clId="{D8F34F61-DFC2-4AF0-8E26-5583288DB278}" dt="2026-08-29T15:10:54.852" v="14" actId="478"/>
          <ac:spMkLst>
            <pc:docMk/>
            <pc:sldMk cId="1372375221" sldId="369"/>
            <ac:spMk id="3" creationId="{296C06E2-1B02-FCCB-993C-F8D4FAC918C0}"/>
          </ac:spMkLst>
        </pc:spChg>
        <pc:spChg chg="mod">
          <ac:chgData name="Joffrey Riela" userId="e7e2fb66-eba0-4428-b961-6e88b20f5072" providerId="ADAL" clId="{D8F34F61-DFC2-4AF0-8E26-5583288DB278}" dt="2026-08-29T15:16:10.923" v="57" actId="790"/>
          <ac:spMkLst>
            <pc:docMk/>
            <pc:sldMk cId="1372375221" sldId="369"/>
            <ac:spMk id="72" creationId="{AB7A1ABA-3D2E-2F1D-A988-B299D73A6C14}"/>
          </ac:spMkLst>
        </pc:spChg>
        <pc:spChg chg="mod">
          <ac:chgData name="Joffrey Riela" userId="e7e2fb66-eba0-4428-b961-6e88b20f5072" providerId="ADAL" clId="{D8F34F61-DFC2-4AF0-8E26-5583288DB278}" dt="2026-08-29T15:16:10.923" v="57" actId="790"/>
          <ac:spMkLst>
            <pc:docMk/>
            <pc:sldMk cId="1372375221" sldId="369"/>
            <ac:spMk id="73" creationId="{C480DA66-3E1D-124A-C1C9-3CA5A60BA434}"/>
          </ac:spMkLst>
        </pc:spChg>
        <pc:spChg chg="mod">
          <ac:chgData name="Joffrey Riela" userId="e7e2fb66-eba0-4428-b961-6e88b20f5072" providerId="ADAL" clId="{D8F34F61-DFC2-4AF0-8E26-5583288DB278}" dt="2026-08-29T15:16:10.923" v="57" actId="790"/>
          <ac:spMkLst>
            <pc:docMk/>
            <pc:sldMk cId="1372375221" sldId="369"/>
            <ac:spMk id="74" creationId="{27C68880-CE97-BFDC-F012-86B130307480}"/>
          </ac:spMkLst>
        </pc:spChg>
        <pc:spChg chg="mod">
          <ac:chgData name="Joffrey Riela" userId="e7e2fb66-eba0-4428-b961-6e88b20f5072" providerId="ADAL" clId="{D8F34F61-DFC2-4AF0-8E26-5583288DB278}" dt="2026-08-29T15:16:10.923" v="57" actId="790"/>
          <ac:spMkLst>
            <pc:docMk/>
            <pc:sldMk cId="1372375221" sldId="369"/>
            <ac:spMk id="76" creationId="{A0CF4EB7-BC17-A06C-4B1A-07F648A2B60B}"/>
          </ac:spMkLst>
        </pc:spChg>
        <pc:spChg chg="mod">
          <ac:chgData name="Joffrey Riela" userId="e7e2fb66-eba0-4428-b961-6e88b20f5072" providerId="ADAL" clId="{D8F34F61-DFC2-4AF0-8E26-5583288DB278}" dt="2026-08-29T15:16:10.923" v="57" actId="790"/>
          <ac:spMkLst>
            <pc:docMk/>
            <pc:sldMk cId="1372375221" sldId="369"/>
            <ac:spMk id="77" creationId="{F401DA86-C9D9-70E5-62E3-A5DE761E234C}"/>
          </ac:spMkLst>
        </pc:spChg>
      </pc:sldChg>
      <pc:sldChg chg="modSp mod">
        <pc:chgData name="Joffrey Riela" userId="e7e2fb66-eba0-4428-b961-6e88b20f5072" providerId="ADAL" clId="{D8F34F61-DFC2-4AF0-8E26-5583288DB278}" dt="2026-08-29T15:16:10.923" v="57" actId="790"/>
        <pc:sldMkLst>
          <pc:docMk/>
          <pc:sldMk cId="1597143676" sldId="370"/>
        </pc:sldMkLst>
        <pc:spChg chg="mod">
          <ac:chgData name="Joffrey Riela" userId="e7e2fb66-eba0-4428-b961-6e88b20f5072" providerId="ADAL" clId="{D8F34F61-DFC2-4AF0-8E26-5583288DB278}" dt="2026-08-29T15:16:10.923" v="57" actId="790"/>
          <ac:spMkLst>
            <pc:docMk/>
            <pc:sldMk cId="1597143676" sldId="370"/>
            <ac:spMk id="2" creationId="{7307FC05-5491-9D9D-699A-38BB633AEA01}"/>
          </ac:spMkLst>
        </pc:spChg>
        <pc:spChg chg="mod">
          <ac:chgData name="Joffrey Riela" userId="e7e2fb66-eba0-4428-b961-6e88b20f5072" providerId="ADAL" clId="{D8F34F61-DFC2-4AF0-8E26-5583288DB278}" dt="2026-08-29T15:16:10.923" v="57" actId="790"/>
          <ac:spMkLst>
            <pc:docMk/>
            <pc:sldMk cId="1597143676" sldId="370"/>
            <ac:spMk id="180" creationId="{99F0BC4C-B7B2-9D7D-63BF-B10D37C42EF9}"/>
          </ac:spMkLst>
        </pc:spChg>
      </pc:sldChg>
      <pc:sldChg chg="modSp mod">
        <pc:chgData name="Joffrey Riela" userId="e7e2fb66-eba0-4428-b961-6e88b20f5072" providerId="ADAL" clId="{D8F34F61-DFC2-4AF0-8E26-5583288DB278}" dt="2026-08-29T15:18:15.423" v="100" actId="1076"/>
        <pc:sldMkLst>
          <pc:docMk/>
          <pc:sldMk cId="1898761732" sldId="372"/>
        </pc:sldMkLst>
        <pc:spChg chg="mod">
          <ac:chgData name="Joffrey Riela" userId="e7e2fb66-eba0-4428-b961-6e88b20f5072" providerId="ADAL" clId="{D8F34F61-DFC2-4AF0-8E26-5583288DB278}" dt="2026-08-29T15:18:06.573" v="99" actId="1076"/>
          <ac:spMkLst>
            <pc:docMk/>
            <pc:sldMk cId="1898761732" sldId="372"/>
            <ac:spMk id="2" creationId="{13001F26-82B5-27D8-08B3-9B5BEC528A2A}"/>
          </ac:spMkLst>
        </pc:spChg>
        <pc:spChg chg="mod">
          <ac:chgData name="Joffrey Riela" userId="e7e2fb66-eba0-4428-b961-6e88b20f5072" providerId="ADAL" clId="{D8F34F61-DFC2-4AF0-8E26-5583288DB278}" dt="2026-08-29T15:16:10.923" v="57" actId="790"/>
          <ac:spMkLst>
            <pc:docMk/>
            <pc:sldMk cId="1898761732" sldId="372"/>
            <ac:spMk id="3" creationId="{1398CEDE-9337-4492-21E5-5F9F9A2FCC08}"/>
          </ac:spMkLst>
        </pc:spChg>
        <pc:spChg chg="mod">
          <ac:chgData name="Joffrey Riela" userId="e7e2fb66-eba0-4428-b961-6e88b20f5072" providerId="ADAL" clId="{D8F34F61-DFC2-4AF0-8E26-5583288DB278}" dt="2026-08-29T15:18:15.423" v="100" actId="1076"/>
          <ac:spMkLst>
            <pc:docMk/>
            <pc:sldMk cId="1898761732" sldId="372"/>
            <ac:spMk id="4" creationId="{480FFE24-B2EF-5D32-D04D-D1EBDA1134BA}"/>
          </ac:spMkLst>
        </pc:spChg>
        <pc:spChg chg="mod">
          <ac:chgData name="Joffrey Riela" userId="e7e2fb66-eba0-4428-b961-6e88b20f5072" providerId="ADAL" clId="{D8F34F61-DFC2-4AF0-8E26-5583288DB278}" dt="2026-08-29T15:18:15.423" v="100" actId="1076"/>
          <ac:spMkLst>
            <pc:docMk/>
            <pc:sldMk cId="1898761732" sldId="372"/>
            <ac:spMk id="5" creationId="{496D98BF-D37C-05B8-A922-F782F00B2596}"/>
          </ac:spMkLst>
        </pc:spChg>
        <pc:spChg chg="mod">
          <ac:chgData name="Joffrey Riela" userId="e7e2fb66-eba0-4428-b961-6e88b20f5072" providerId="ADAL" clId="{D8F34F61-DFC2-4AF0-8E26-5583288DB278}" dt="2026-08-29T15:18:15.423" v="100" actId="1076"/>
          <ac:spMkLst>
            <pc:docMk/>
            <pc:sldMk cId="1898761732" sldId="372"/>
            <ac:spMk id="6" creationId="{50062618-DD44-E0C7-68D0-A63669BF88AA}"/>
          </ac:spMkLst>
        </pc:spChg>
        <pc:spChg chg="mod">
          <ac:chgData name="Joffrey Riela" userId="e7e2fb66-eba0-4428-b961-6e88b20f5072" providerId="ADAL" clId="{D8F34F61-DFC2-4AF0-8E26-5583288DB278}" dt="2026-08-29T15:17:53.781" v="79" actId="1076"/>
          <ac:spMkLst>
            <pc:docMk/>
            <pc:sldMk cId="1898761732" sldId="372"/>
            <ac:spMk id="112" creationId="{7D8DF53D-F487-4EA8-BE4E-9E2B5F7EF035}"/>
          </ac:spMkLst>
        </pc:spChg>
        <pc:spChg chg="mod">
          <ac:chgData name="Joffrey Riela" userId="e7e2fb66-eba0-4428-b961-6e88b20f5072" providerId="ADAL" clId="{D8F34F61-DFC2-4AF0-8E26-5583288DB278}" dt="2026-08-29T15:16:10.923" v="57" actId="790"/>
          <ac:spMkLst>
            <pc:docMk/>
            <pc:sldMk cId="1898761732" sldId="372"/>
            <ac:spMk id="115" creationId="{49506657-2E48-DFA9-961C-6730B6AA68C5}"/>
          </ac:spMkLst>
        </pc:spChg>
        <pc:spChg chg="mod">
          <ac:chgData name="Joffrey Riela" userId="e7e2fb66-eba0-4428-b961-6e88b20f5072" providerId="ADAL" clId="{D8F34F61-DFC2-4AF0-8E26-5583288DB278}" dt="2026-08-29T15:16:10.923" v="57" actId="790"/>
          <ac:spMkLst>
            <pc:docMk/>
            <pc:sldMk cId="1898761732" sldId="372"/>
            <ac:spMk id="116" creationId="{01CC6868-245C-6344-7007-EB798F460375}"/>
          </ac:spMkLst>
        </pc:spChg>
        <pc:spChg chg="mod">
          <ac:chgData name="Joffrey Riela" userId="e7e2fb66-eba0-4428-b961-6e88b20f5072" providerId="ADAL" clId="{D8F34F61-DFC2-4AF0-8E26-5583288DB278}" dt="2026-08-29T15:18:15.423" v="100" actId="1076"/>
          <ac:spMkLst>
            <pc:docMk/>
            <pc:sldMk cId="1898761732" sldId="372"/>
            <ac:spMk id="117" creationId="{B997EF47-63E3-4808-27D0-1B46DEA93324}"/>
          </ac:spMkLst>
        </pc:spChg>
        <pc:spChg chg="mod">
          <ac:chgData name="Joffrey Riela" userId="e7e2fb66-eba0-4428-b961-6e88b20f5072" providerId="ADAL" clId="{D8F34F61-DFC2-4AF0-8E26-5583288DB278}" dt="2026-08-29T15:18:15.423" v="100" actId="1076"/>
          <ac:spMkLst>
            <pc:docMk/>
            <pc:sldMk cId="1898761732" sldId="372"/>
            <ac:spMk id="118" creationId="{22168BF4-F1EB-A0C5-B20B-E3A179CBC790}"/>
          </ac:spMkLst>
        </pc:spChg>
        <pc:spChg chg="mod">
          <ac:chgData name="Joffrey Riela" userId="e7e2fb66-eba0-4428-b961-6e88b20f5072" providerId="ADAL" clId="{D8F34F61-DFC2-4AF0-8E26-5583288DB278}" dt="2026-08-29T15:16:10.923" v="57" actId="790"/>
          <ac:spMkLst>
            <pc:docMk/>
            <pc:sldMk cId="1898761732" sldId="372"/>
            <ac:spMk id="119" creationId="{05492191-CD52-0DE7-4D4F-2EBBE0D460C5}"/>
          </ac:spMkLst>
        </pc:spChg>
        <pc:spChg chg="mod">
          <ac:chgData name="Joffrey Riela" userId="e7e2fb66-eba0-4428-b961-6e88b20f5072" providerId="ADAL" clId="{D8F34F61-DFC2-4AF0-8E26-5583288DB278}" dt="2026-08-29T15:16:10.923" v="57" actId="790"/>
          <ac:spMkLst>
            <pc:docMk/>
            <pc:sldMk cId="1898761732" sldId="372"/>
            <ac:spMk id="120" creationId="{57320D24-9450-3371-3B43-CD0F208ED15E}"/>
          </ac:spMkLst>
        </pc:spChg>
        <pc:spChg chg="mod">
          <ac:chgData name="Joffrey Riela" userId="e7e2fb66-eba0-4428-b961-6e88b20f5072" providerId="ADAL" clId="{D8F34F61-DFC2-4AF0-8E26-5583288DB278}" dt="2026-08-29T15:18:15.423" v="100" actId="1076"/>
          <ac:spMkLst>
            <pc:docMk/>
            <pc:sldMk cId="1898761732" sldId="372"/>
            <ac:spMk id="121" creationId="{86560EA6-136F-458C-30A2-D534A94FE2D8}"/>
          </ac:spMkLst>
        </pc:spChg>
        <pc:spChg chg="mod">
          <ac:chgData name="Joffrey Riela" userId="e7e2fb66-eba0-4428-b961-6e88b20f5072" providerId="ADAL" clId="{D8F34F61-DFC2-4AF0-8E26-5583288DB278}" dt="2026-08-29T15:18:15.423" v="100" actId="1076"/>
          <ac:spMkLst>
            <pc:docMk/>
            <pc:sldMk cId="1898761732" sldId="372"/>
            <ac:spMk id="122" creationId="{AB50D4E5-C1CE-3A46-9ECB-085A1C6655E7}"/>
          </ac:spMkLst>
        </pc:spChg>
        <pc:spChg chg="mod">
          <ac:chgData name="Joffrey Riela" userId="e7e2fb66-eba0-4428-b961-6e88b20f5072" providerId="ADAL" clId="{D8F34F61-DFC2-4AF0-8E26-5583288DB278}" dt="2026-08-29T15:16:10.923" v="57" actId="790"/>
          <ac:spMkLst>
            <pc:docMk/>
            <pc:sldMk cId="1898761732" sldId="372"/>
            <ac:spMk id="124" creationId="{D72A8733-EFAA-EDB8-103C-2B837D7B64C0}"/>
          </ac:spMkLst>
        </pc:spChg>
      </pc:sldChg>
      <pc:sldChg chg="modSp mod">
        <pc:chgData name="Joffrey Riela" userId="e7e2fb66-eba0-4428-b961-6e88b20f5072" providerId="ADAL" clId="{D8F34F61-DFC2-4AF0-8E26-5583288DB278}" dt="2026-08-29T15:18:48.601" v="105" actId="1076"/>
        <pc:sldMkLst>
          <pc:docMk/>
          <pc:sldMk cId="3020666825" sldId="373"/>
        </pc:sldMkLst>
        <pc:spChg chg="mod">
          <ac:chgData name="Joffrey Riela" userId="e7e2fb66-eba0-4428-b961-6e88b20f5072" providerId="ADAL" clId="{D8F34F61-DFC2-4AF0-8E26-5583288DB278}" dt="2026-08-29T15:18:48.601" v="105" actId="1076"/>
          <ac:spMkLst>
            <pc:docMk/>
            <pc:sldMk cId="3020666825" sldId="373"/>
            <ac:spMk id="2" creationId="{AE952968-CCEC-2374-7321-A3EF7E96F7A2}"/>
          </ac:spMkLst>
        </pc:spChg>
        <pc:spChg chg="mod">
          <ac:chgData name="Joffrey Riela" userId="e7e2fb66-eba0-4428-b961-6e88b20f5072" providerId="ADAL" clId="{D8F34F61-DFC2-4AF0-8E26-5583288DB278}" dt="2026-08-29T15:18:48.601" v="105" actId="1076"/>
          <ac:spMkLst>
            <pc:docMk/>
            <pc:sldMk cId="3020666825" sldId="373"/>
            <ac:spMk id="3" creationId="{2EA11E20-6BB3-50B6-06B5-852CAE2793AC}"/>
          </ac:spMkLst>
        </pc:spChg>
        <pc:spChg chg="mod">
          <ac:chgData name="Joffrey Riela" userId="e7e2fb66-eba0-4428-b961-6e88b20f5072" providerId="ADAL" clId="{D8F34F61-DFC2-4AF0-8E26-5583288DB278}" dt="2026-08-29T15:16:10.923" v="57" actId="790"/>
          <ac:spMkLst>
            <pc:docMk/>
            <pc:sldMk cId="3020666825" sldId="373"/>
            <ac:spMk id="5" creationId="{791E14B8-53A0-B320-E80B-DA68D0184C53}"/>
          </ac:spMkLst>
        </pc:spChg>
        <pc:spChg chg="mod">
          <ac:chgData name="Joffrey Riela" userId="e7e2fb66-eba0-4428-b961-6e88b20f5072" providerId="ADAL" clId="{D8F34F61-DFC2-4AF0-8E26-5583288DB278}" dt="2026-08-29T15:18:33.129" v="104" actId="20577"/>
          <ac:spMkLst>
            <pc:docMk/>
            <pc:sldMk cId="3020666825" sldId="373"/>
            <ac:spMk id="7" creationId="{9F5E403F-252D-022F-C8AB-D1AC4CFBE494}"/>
          </ac:spMkLst>
        </pc:spChg>
        <pc:spChg chg="mod">
          <ac:chgData name="Joffrey Riela" userId="e7e2fb66-eba0-4428-b961-6e88b20f5072" providerId="ADAL" clId="{D8F34F61-DFC2-4AF0-8E26-5583288DB278}" dt="2026-08-29T15:16:10.923" v="57" actId="790"/>
          <ac:spMkLst>
            <pc:docMk/>
            <pc:sldMk cId="3020666825" sldId="373"/>
            <ac:spMk id="112" creationId="{DCFBCEEF-50F2-A4C8-B9EF-0FBF89AE9CA7}"/>
          </ac:spMkLst>
        </pc:spChg>
        <pc:spChg chg="mod">
          <ac:chgData name="Joffrey Riela" userId="e7e2fb66-eba0-4428-b961-6e88b20f5072" providerId="ADAL" clId="{D8F34F61-DFC2-4AF0-8E26-5583288DB278}" dt="2026-08-29T15:16:10.923" v="57" actId="790"/>
          <ac:spMkLst>
            <pc:docMk/>
            <pc:sldMk cId="3020666825" sldId="373"/>
            <ac:spMk id="113" creationId="{59373E49-A4E2-CDB8-C4EF-61D235A32A10}"/>
          </ac:spMkLst>
        </pc:spChg>
        <pc:spChg chg="mod">
          <ac:chgData name="Joffrey Riela" userId="e7e2fb66-eba0-4428-b961-6e88b20f5072" providerId="ADAL" clId="{D8F34F61-DFC2-4AF0-8E26-5583288DB278}" dt="2026-08-29T15:18:48.601" v="105" actId="1076"/>
          <ac:spMkLst>
            <pc:docMk/>
            <pc:sldMk cId="3020666825" sldId="373"/>
            <ac:spMk id="115" creationId="{F1040B0F-F3A3-D130-265A-682AC1F74250}"/>
          </ac:spMkLst>
        </pc:spChg>
        <pc:spChg chg="mod">
          <ac:chgData name="Joffrey Riela" userId="e7e2fb66-eba0-4428-b961-6e88b20f5072" providerId="ADAL" clId="{D8F34F61-DFC2-4AF0-8E26-5583288DB278}" dt="2026-08-29T15:18:48.601" v="105" actId="1076"/>
          <ac:spMkLst>
            <pc:docMk/>
            <pc:sldMk cId="3020666825" sldId="373"/>
            <ac:spMk id="116" creationId="{9C925688-F1BF-F47A-B9A8-653DB7FFE513}"/>
          </ac:spMkLst>
        </pc:spChg>
        <pc:spChg chg="mod">
          <ac:chgData name="Joffrey Riela" userId="e7e2fb66-eba0-4428-b961-6e88b20f5072" providerId="ADAL" clId="{D8F34F61-DFC2-4AF0-8E26-5583288DB278}" dt="2026-08-29T15:18:48.601" v="105" actId="1076"/>
          <ac:spMkLst>
            <pc:docMk/>
            <pc:sldMk cId="3020666825" sldId="373"/>
            <ac:spMk id="117" creationId="{EB3CB153-7E9C-38B8-32E7-86438F8022A8}"/>
          </ac:spMkLst>
        </pc:spChg>
        <pc:spChg chg="mod">
          <ac:chgData name="Joffrey Riela" userId="e7e2fb66-eba0-4428-b961-6e88b20f5072" providerId="ADAL" clId="{D8F34F61-DFC2-4AF0-8E26-5583288DB278}" dt="2026-08-29T15:18:48.601" v="105" actId="1076"/>
          <ac:spMkLst>
            <pc:docMk/>
            <pc:sldMk cId="3020666825" sldId="373"/>
            <ac:spMk id="118" creationId="{959CE0A4-421F-FCC7-BB31-D6D143D8E426}"/>
          </ac:spMkLst>
        </pc:spChg>
        <pc:spChg chg="mod">
          <ac:chgData name="Joffrey Riela" userId="e7e2fb66-eba0-4428-b961-6e88b20f5072" providerId="ADAL" clId="{D8F34F61-DFC2-4AF0-8E26-5583288DB278}" dt="2026-08-29T15:18:48.601" v="105" actId="1076"/>
          <ac:spMkLst>
            <pc:docMk/>
            <pc:sldMk cId="3020666825" sldId="373"/>
            <ac:spMk id="119" creationId="{826C5127-1642-03F4-3D6E-ACB7E8123494}"/>
          </ac:spMkLst>
        </pc:spChg>
        <pc:spChg chg="mod">
          <ac:chgData name="Joffrey Riela" userId="e7e2fb66-eba0-4428-b961-6e88b20f5072" providerId="ADAL" clId="{D8F34F61-DFC2-4AF0-8E26-5583288DB278}" dt="2026-08-29T15:18:48.601" v="105" actId="1076"/>
          <ac:spMkLst>
            <pc:docMk/>
            <pc:sldMk cId="3020666825" sldId="373"/>
            <ac:spMk id="120" creationId="{42A8BA1B-B1DC-08AF-AF33-E2A992C9987A}"/>
          </ac:spMkLst>
        </pc:spChg>
        <pc:spChg chg="mod">
          <ac:chgData name="Joffrey Riela" userId="e7e2fb66-eba0-4428-b961-6e88b20f5072" providerId="ADAL" clId="{D8F34F61-DFC2-4AF0-8E26-5583288DB278}" dt="2026-08-29T15:18:48.601" v="105" actId="1076"/>
          <ac:spMkLst>
            <pc:docMk/>
            <pc:sldMk cId="3020666825" sldId="373"/>
            <ac:spMk id="121" creationId="{D87CA329-9828-B34A-CF47-DF5557141293}"/>
          </ac:spMkLst>
        </pc:spChg>
        <pc:spChg chg="mod">
          <ac:chgData name="Joffrey Riela" userId="e7e2fb66-eba0-4428-b961-6e88b20f5072" providerId="ADAL" clId="{D8F34F61-DFC2-4AF0-8E26-5583288DB278}" dt="2026-08-29T15:18:48.601" v="105" actId="1076"/>
          <ac:spMkLst>
            <pc:docMk/>
            <pc:sldMk cId="3020666825" sldId="373"/>
            <ac:spMk id="122" creationId="{14EFB3BE-56A7-7C8E-0ECA-B10049F772FA}"/>
          </ac:spMkLst>
        </pc:spChg>
        <pc:spChg chg="mod">
          <ac:chgData name="Joffrey Riela" userId="e7e2fb66-eba0-4428-b961-6e88b20f5072" providerId="ADAL" clId="{D8F34F61-DFC2-4AF0-8E26-5583288DB278}" dt="2026-08-29T15:16:10.923" v="57" actId="790"/>
          <ac:spMkLst>
            <pc:docMk/>
            <pc:sldMk cId="3020666825" sldId="373"/>
            <ac:spMk id="124" creationId="{FC955B96-8FB4-E81E-DA69-EEA978A38179}"/>
          </ac:spMkLst>
        </pc:spChg>
      </pc:sldChg>
      <pc:sldChg chg="modSp mod">
        <pc:chgData name="Joffrey Riela" userId="e7e2fb66-eba0-4428-b961-6e88b20f5072" providerId="ADAL" clId="{D8F34F61-DFC2-4AF0-8E26-5583288DB278}" dt="2026-08-29T15:19:13.419" v="106" actId="2711"/>
        <pc:sldMkLst>
          <pc:docMk/>
          <pc:sldMk cId="2372876610" sldId="374"/>
        </pc:sldMkLst>
        <pc:spChg chg="mod">
          <ac:chgData name="Joffrey Riela" userId="e7e2fb66-eba0-4428-b961-6e88b20f5072" providerId="ADAL" clId="{D8F34F61-DFC2-4AF0-8E26-5583288DB278}" dt="2026-08-29T15:19:13.419" v="106" actId="2711"/>
          <ac:spMkLst>
            <pc:docMk/>
            <pc:sldMk cId="2372876610" sldId="374"/>
            <ac:spMk id="2" creationId="{EB8AA421-1470-8320-D8E0-6317021744F7}"/>
          </ac:spMkLst>
        </pc:spChg>
        <pc:spChg chg="mod">
          <ac:chgData name="Joffrey Riela" userId="e7e2fb66-eba0-4428-b961-6e88b20f5072" providerId="ADAL" clId="{D8F34F61-DFC2-4AF0-8E26-5583288DB278}" dt="2026-08-29T15:16:10.923" v="57" actId="790"/>
          <ac:spMkLst>
            <pc:docMk/>
            <pc:sldMk cId="2372876610" sldId="374"/>
            <ac:spMk id="3" creationId="{1D45C93B-05AF-016A-0D53-B4359F74A2A5}"/>
          </ac:spMkLst>
        </pc:spChg>
        <pc:spChg chg="mod">
          <ac:chgData name="Joffrey Riela" userId="e7e2fb66-eba0-4428-b961-6e88b20f5072" providerId="ADAL" clId="{D8F34F61-DFC2-4AF0-8E26-5583288DB278}" dt="2026-08-29T15:19:13.419" v="106" actId="2711"/>
          <ac:spMkLst>
            <pc:docMk/>
            <pc:sldMk cId="2372876610" sldId="374"/>
            <ac:spMk id="4" creationId="{7E1792F3-C011-D05A-323F-98B7C1A221AF}"/>
          </ac:spMkLst>
        </pc:spChg>
        <pc:spChg chg="mod">
          <ac:chgData name="Joffrey Riela" userId="e7e2fb66-eba0-4428-b961-6e88b20f5072" providerId="ADAL" clId="{D8F34F61-DFC2-4AF0-8E26-5583288DB278}" dt="2026-08-29T15:16:10.923" v="57" actId="790"/>
          <ac:spMkLst>
            <pc:docMk/>
            <pc:sldMk cId="2372876610" sldId="374"/>
            <ac:spMk id="5" creationId="{FFE7D6B2-4AE4-269B-1657-FE0C7407B21B}"/>
          </ac:spMkLst>
        </pc:spChg>
        <pc:spChg chg="mod">
          <ac:chgData name="Joffrey Riela" userId="e7e2fb66-eba0-4428-b961-6e88b20f5072" providerId="ADAL" clId="{D8F34F61-DFC2-4AF0-8E26-5583288DB278}" dt="2026-08-29T15:16:10.923" v="57" actId="790"/>
          <ac:spMkLst>
            <pc:docMk/>
            <pc:sldMk cId="2372876610" sldId="374"/>
            <ac:spMk id="112" creationId="{F6DA6B2A-8F1B-C466-8E4A-6E74AF7EA6B5}"/>
          </ac:spMkLst>
        </pc:spChg>
        <pc:spChg chg="mod">
          <ac:chgData name="Joffrey Riela" userId="e7e2fb66-eba0-4428-b961-6e88b20f5072" providerId="ADAL" clId="{D8F34F61-DFC2-4AF0-8E26-5583288DB278}" dt="2026-08-29T15:16:10.923" v="57" actId="790"/>
          <ac:spMkLst>
            <pc:docMk/>
            <pc:sldMk cId="2372876610" sldId="374"/>
            <ac:spMk id="113" creationId="{E5BE7B78-ABF3-E02A-C075-2617510730E1}"/>
          </ac:spMkLst>
        </pc:spChg>
        <pc:spChg chg="mod">
          <ac:chgData name="Joffrey Riela" userId="e7e2fb66-eba0-4428-b961-6e88b20f5072" providerId="ADAL" clId="{D8F34F61-DFC2-4AF0-8E26-5583288DB278}" dt="2026-08-29T15:16:10.923" v="57" actId="790"/>
          <ac:spMkLst>
            <pc:docMk/>
            <pc:sldMk cId="2372876610" sldId="374"/>
            <ac:spMk id="115" creationId="{8E9D86A3-2B9A-2496-815A-4A4E0FD8DF34}"/>
          </ac:spMkLst>
        </pc:spChg>
        <pc:spChg chg="mod">
          <ac:chgData name="Joffrey Riela" userId="e7e2fb66-eba0-4428-b961-6e88b20f5072" providerId="ADAL" clId="{D8F34F61-DFC2-4AF0-8E26-5583288DB278}" dt="2026-08-29T15:19:13.419" v="106" actId="2711"/>
          <ac:spMkLst>
            <pc:docMk/>
            <pc:sldMk cId="2372876610" sldId="374"/>
            <ac:spMk id="116" creationId="{92048206-78E8-D0B5-7CEF-718E87462C28}"/>
          </ac:spMkLst>
        </pc:spChg>
        <pc:spChg chg="mod">
          <ac:chgData name="Joffrey Riela" userId="e7e2fb66-eba0-4428-b961-6e88b20f5072" providerId="ADAL" clId="{D8F34F61-DFC2-4AF0-8E26-5583288DB278}" dt="2026-08-29T15:16:10.923" v="57" actId="790"/>
          <ac:spMkLst>
            <pc:docMk/>
            <pc:sldMk cId="2372876610" sldId="374"/>
            <ac:spMk id="120" creationId="{CA43100C-F280-1255-0438-8EAAAA60588F}"/>
          </ac:spMkLst>
        </pc:spChg>
        <pc:spChg chg="mod">
          <ac:chgData name="Joffrey Riela" userId="e7e2fb66-eba0-4428-b961-6e88b20f5072" providerId="ADAL" clId="{D8F34F61-DFC2-4AF0-8E26-5583288DB278}" dt="2026-08-29T15:16:10.923" v="57" actId="790"/>
          <ac:spMkLst>
            <pc:docMk/>
            <pc:sldMk cId="2372876610" sldId="374"/>
            <ac:spMk id="124" creationId="{1C039468-87C2-DE73-25F0-562852E1A550}"/>
          </ac:spMkLst>
        </pc:spChg>
        <pc:spChg chg="mod">
          <ac:chgData name="Joffrey Riela" userId="e7e2fb66-eba0-4428-b961-6e88b20f5072" providerId="ADAL" clId="{D8F34F61-DFC2-4AF0-8E26-5583288DB278}" dt="2026-08-29T15:16:10.923" v="57" actId="790"/>
          <ac:spMkLst>
            <pc:docMk/>
            <pc:sldMk cId="2372876610" sldId="374"/>
            <ac:spMk id="125" creationId="{8F496F75-72C7-5D20-D22B-6528B7E597F9}"/>
          </ac:spMkLst>
        </pc:spChg>
      </pc:sldChg>
      <pc:sldChg chg="addSp delSp modSp mod">
        <pc:chgData name="Joffrey Riela" userId="e7e2fb66-eba0-4428-b961-6e88b20f5072" providerId="ADAL" clId="{D8F34F61-DFC2-4AF0-8E26-5583288DB278}" dt="2026-08-29T15:20:06.022" v="119" actId="1076"/>
        <pc:sldMkLst>
          <pc:docMk/>
          <pc:sldMk cId="3732407674" sldId="375"/>
        </pc:sldMkLst>
        <pc:spChg chg="mod">
          <ac:chgData name="Joffrey Riela" userId="e7e2fb66-eba0-4428-b961-6e88b20f5072" providerId="ADAL" clId="{D8F34F61-DFC2-4AF0-8E26-5583288DB278}" dt="2026-08-29T15:16:10.923" v="57" actId="790"/>
          <ac:spMkLst>
            <pc:docMk/>
            <pc:sldMk cId="3732407674" sldId="375"/>
            <ac:spMk id="5" creationId="{265452EF-BBCD-E3EB-07A1-4337743A19D1}"/>
          </ac:spMkLst>
        </pc:spChg>
        <pc:spChg chg="mod">
          <ac:chgData name="Joffrey Riela" userId="e7e2fb66-eba0-4428-b961-6e88b20f5072" providerId="ADAL" clId="{D8F34F61-DFC2-4AF0-8E26-5583288DB278}" dt="2026-08-29T15:19:43.631" v="110" actId="20577"/>
          <ac:spMkLst>
            <pc:docMk/>
            <pc:sldMk cId="3732407674" sldId="375"/>
            <ac:spMk id="7" creationId="{AA536A6C-206E-BED6-293B-A40A4AC988C7}"/>
          </ac:spMkLst>
        </pc:spChg>
        <pc:spChg chg="mod">
          <ac:chgData name="Joffrey Riela" userId="e7e2fb66-eba0-4428-b961-6e88b20f5072" providerId="ADAL" clId="{D8F34F61-DFC2-4AF0-8E26-5583288DB278}" dt="2026-08-29T15:16:10.923" v="57" actId="790"/>
          <ac:spMkLst>
            <pc:docMk/>
            <pc:sldMk cId="3732407674" sldId="375"/>
            <ac:spMk id="10" creationId="{44B93DAD-F60F-2174-0C13-A5E18B67BC5C}"/>
          </ac:spMkLst>
        </pc:spChg>
        <pc:spChg chg="add del mod">
          <ac:chgData name="Joffrey Riela" userId="e7e2fb66-eba0-4428-b961-6e88b20f5072" providerId="ADAL" clId="{D8F34F61-DFC2-4AF0-8E26-5583288DB278}" dt="2026-08-29T15:20:06.022" v="119" actId="1076"/>
          <ac:spMkLst>
            <pc:docMk/>
            <pc:sldMk cId="3732407674" sldId="375"/>
            <ac:spMk id="11" creationId="{E953F5D6-4C35-2F31-3AA8-B777DAD178A2}"/>
          </ac:spMkLst>
        </pc:spChg>
        <pc:spChg chg="mod">
          <ac:chgData name="Joffrey Riela" userId="e7e2fb66-eba0-4428-b961-6e88b20f5072" providerId="ADAL" clId="{D8F34F61-DFC2-4AF0-8E26-5583288DB278}" dt="2026-08-29T15:19:58.813" v="118" actId="6549"/>
          <ac:spMkLst>
            <pc:docMk/>
            <pc:sldMk cId="3732407674" sldId="375"/>
            <ac:spMk id="12" creationId="{80285411-54D3-028E-25EB-74A2AEBA75E1}"/>
          </ac:spMkLst>
        </pc:spChg>
        <pc:spChg chg="mod">
          <ac:chgData name="Joffrey Riela" userId="e7e2fb66-eba0-4428-b961-6e88b20f5072" providerId="ADAL" clId="{D8F34F61-DFC2-4AF0-8E26-5583288DB278}" dt="2026-08-29T15:16:10.923" v="57" actId="790"/>
          <ac:spMkLst>
            <pc:docMk/>
            <pc:sldMk cId="3732407674" sldId="375"/>
            <ac:spMk id="13" creationId="{0EF176B8-67D6-3EBB-52E3-4C4D04CD7DE2}"/>
          </ac:spMkLst>
        </pc:spChg>
        <pc:spChg chg="mod">
          <ac:chgData name="Joffrey Riela" userId="e7e2fb66-eba0-4428-b961-6e88b20f5072" providerId="ADAL" clId="{D8F34F61-DFC2-4AF0-8E26-5583288DB278}" dt="2026-08-29T15:16:10.923" v="57" actId="790"/>
          <ac:spMkLst>
            <pc:docMk/>
            <pc:sldMk cId="3732407674" sldId="375"/>
            <ac:spMk id="18" creationId="{4A12EF00-F9DD-934D-A16F-EF52087B5D99}"/>
          </ac:spMkLst>
        </pc:spChg>
        <pc:spChg chg="mod">
          <ac:chgData name="Joffrey Riela" userId="e7e2fb66-eba0-4428-b961-6e88b20f5072" providerId="ADAL" clId="{D8F34F61-DFC2-4AF0-8E26-5583288DB278}" dt="2026-08-29T15:16:10.923" v="57" actId="790"/>
          <ac:spMkLst>
            <pc:docMk/>
            <pc:sldMk cId="3732407674" sldId="375"/>
            <ac:spMk id="115" creationId="{CE021B90-0CEA-E619-9CEB-B1FCF661759E}"/>
          </ac:spMkLst>
        </pc:spChg>
        <pc:spChg chg="mod">
          <ac:chgData name="Joffrey Riela" userId="e7e2fb66-eba0-4428-b961-6e88b20f5072" providerId="ADAL" clId="{D8F34F61-DFC2-4AF0-8E26-5583288DB278}" dt="2026-08-29T15:16:10.923" v="57" actId="790"/>
          <ac:spMkLst>
            <pc:docMk/>
            <pc:sldMk cId="3732407674" sldId="375"/>
            <ac:spMk id="116" creationId="{2B2B759A-5DCC-28F3-A690-2F542D7A4761}"/>
          </ac:spMkLst>
        </pc:spChg>
        <pc:spChg chg="mod">
          <ac:chgData name="Joffrey Riela" userId="e7e2fb66-eba0-4428-b961-6e88b20f5072" providerId="ADAL" clId="{D8F34F61-DFC2-4AF0-8E26-5583288DB278}" dt="2026-08-29T15:16:10.923" v="57" actId="790"/>
          <ac:spMkLst>
            <pc:docMk/>
            <pc:sldMk cId="3732407674" sldId="375"/>
            <ac:spMk id="119" creationId="{AAC486C8-87D9-A7E2-CA63-A30D89121987}"/>
          </ac:spMkLst>
        </pc:spChg>
        <pc:spChg chg="mod">
          <ac:chgData name="Joffrey Riela" userId="e7e2fb66-eba0-4428-b961-6e88b20f5072" providerId="ADAL" clId="{D8F34F61-DFC2-4AF0-8E26-5583288DB278}" dt="2026-08-29T15:16:10.923" v="57" actId="790"/>
          <ac:spMkLst>
            <pc:docMk/>
            <pc:sldMk cId="3732407674" sldId="375"/>
            <ac:spMk id="120" creationId="{A5465D57-778C-4D4A-96C7-6DAD782ADA27}"/>
          </ac:spMkLst>
        </pc:spChg>
        <pc:spChg chg="mod">
          <ac:chgData name="Joffrey Riela" userId="e7e2fb66-eba0-4428-b961-6e88b20f5072" providerId="ADAL" clId="{D8F34F61-DFC2-4AF0-8E26-5583288DB278}" dt="2026-08-29T15:16:10.923" v="57" actId="790"/>
          <ac:spMkLst>
            <pc:docMk/>
            <pc:sldMk cId="3732407674" sldId="375"/>
            <ac:spMk id="124" creationId="{A63E31E3-471A-10AA-A699-70B0B086A99D}"/>
          </ac:spMkLst>
        </pc:spChg>
      </pc:sldChg>
      <pc:sldChg chg="modSp mod">
        <pc:chgData name="Joffrey Riela" userId="e7e2fb66-eba0-4428-b961-6e88b20f5072" providerId="ADAL" clId="{D8F34F61-DFC2-4AF0-8E26-5583288DB278}" dt="2026-08-29T15:23:03.506" v="156" actId="313"/>
        <pc:sldMkLst>
          <pc:docMk/>
          <pc:sldMk cId="2900736148" sldId="376"/>
        </pc:sldMkLst>
        <pc:spChg chg="mod">
          <ac:chgData name="Joffrey Riela" userId="e7e2fb66-eba0-4428-b961-6e88b20f5072" providerId="ADAL" clId="{D8F34F61-DFC2-4AF0-8E26-5583288DB278}" dt="2026-08-29T15:23:03.506" v="156" actId="313"/>
          <ac:spMkLst>
            <pc:docMk/>
            <pc:sldMk cId="2900736148" sldId="376"/>
            <ac:spMk id="2" creationId="{3073C2A7-F947-446C-6423-4CF486F071AF}"/>
          </ac:spMkLst>
        </pc:spChg>
        <pc:spChg chg="mod">
          <ac:chgData name="Joffrey Riela" userId="e7e2fb66-eba0-4428-b961-6e88b20f5072" providerId="ADAL" clId="{D8F34F61-DFC2-4AF0-8E26-5583288DB278}" dt="2026-08-29T15:16:10.923" v="57" actId="790"/>
          <ac:spMkLst>
            <pc:docMk/>
            <pc:sldMk cId="2900736148" sldId="376"/>
            <ac:spMk id="3" creationId="{9907B1F7-0FF0-4359-4DB9-36C9EF0A7781}"/>
          </ac:spMkLst>
        </pc:spChg>
        <pc:spChg chg="mod">
          <ac:chgData name="Joffrey Riela" userId="e7e2fb66-eba0-4428-b961-6e88b20f5072" providerId="ADAL" clId="{D8F34F61-DFC2-4AF0-8E26-5583288DB278}" dt="2026-08-29T15:16:10.923" v="57" actId="790"/>
          <ac:spMkLst>
            <pc:docMk/>
            <pc:sldMk cId="2900736148" sldId="376"/>
            <ac:spMk id="4" creationId="{5F80231C-CA25-952D-CEAB-C813B7B2C89B}"/>
          </ac:spMkLst>
        </pc:spChg>
        <pc:spChg chg="mod">
          <ac:chgData name="Joffrey Riela" userId="e7e2fb66-eba0-4428-b961-6e88b20f5072" providerId="ADAL" clId="{D8F34F61-DFC2-4AF0-8E26-5583288DB278}" dt="2026-08-29T15:16:10.923" v="57" actId="790"/>
          <ac:spMkLst>
            <pc:docMk/>
            <pc:sldMk cId="2900736148" sldId="376"/>
            <ac:spMk id="7" creationId="{7E3D1EA2-966A-1C02-1B03-93E1D309A82B}"/>
          </ac:spMkLst>
        </pc:spChg>
        <pc:spChg chg="mod">
          <ac:chgData name="Joffrey Riela" userId="e7e2fb66-eba0-4428-b961-6e88b20f5072" providerId="ADAL" clId="{D8F34F61-DFC2-4AF0-8E26-5583288DB278}" dt="2026-08-29T15:16:10.923" v="57" actId="790"/>
          <ac:spMkLst>
            <pc:docMk/>
            <pc:sldMk cId="2900736148" sldId="376"/>
            <ac:spMk id="10" creationId="{43355599-E78D-E989-0868-D4D94484E937}"/>
          </ac:spMkLst>
        </pc:spChg>
        <pc:spChg chg="mod">
          <ac:chgData name="Joffrey Riela" userId="e7e2fb66-eba0-4428-b961-6e88b20f5072" providerId="ADAL" clId="{D8F34F61-DFC2-4AF0-8E26-5583288DB278}" dt="2026-08-29T15:16:10.923" v="57" actId="790"/>
          <ac:spMkLst>
            <pc:docMk/>
            <pc:sldMk cId="2900736148" sldId="376"/>
            <ac:spMk id="11" creationId="{7B93EDD7-8548-A503-73D6-8F45E0F11E17}"/>
          </ac:spMkLst>
        </pc:spChg>
        <pc:spChg chg="mod">
          <ac:chgData name="Joffrey Riela" userId="e7e2fb66-eba0-4428-b961-6e88b20f5072" providerId="ADAL" clId="{D8F34F61-DFC2-4AF0-8E26-5583288DB278}" dt="2026-08-29T15:16:10.923" v="57" actId="790"/>
          <ac:spMkLst>
            <pc:docMk/>
            <pc:sldMk cId="2900736148" sldId="376"/>
            <ac:spMk id="12" creationId="{BEC05E36-D700-C8B3-30C8-257064B5317F}"/>
          </ac:spMkLst>
        </pc:spChg>
        <pc:spChg chg="mod">
          <ac:chgData name="Joffrey Riela" userId="e7e2fb66-eba0-4428-b961-6e88b20f5072" providerId="ADAL" clId="{D8F34F61-DFC2-4AF0-8E26-5583288DB278}" dt="2026-08-29T15:16:10.923" v="57" actId="790"/>
          <ac:spMkLst>
            <pc:docMk/>
            <pc:sldMk cId="2900736148" sldId="376"/>
            <ac:spMk id="13" creationId="{700EDE54-3707-0957-9CB3-50D47BE9C74F}"/>
          </ac:spMkLst>
        </pc:spChg>
        <pc:spChg chg="mod">
          <ac:chgData name="Joffrey Riela" userId="e7e2fb66-eba0-4428-b961-6e88b20f5072" providerId="ADAL" clId="{D8F34F61-DFC2-4AF0-8E26-5583288DB278}" dt="2026-08-29T15:16:10.923" v="57" actId="790"/>
          <ac:spMkLst>
            <pc:docMk/>
            <pc:sldMk cId="2900736148" sldId="376"/>
            <ac:spMk id="14" creationId="{6530131A-732B-ADB1-C5EF-7249CADA6876}"/>
          </ac:spMkLst>
        </pc:spChg>
        <pc:spChg chg="mod">
          <ac:chgData name="Joffrey Riela" userId="e7e2fb66-eba0-4428-b961-6e88b20f5072" providerId="ADAL" clId="{D8F34F61-DFC2-4AF0-8E26-5583288DB278}" dt="2026-08-29T15:16:10.923" v="57" actId="790"/>
          <ac:spMkLst>
            <pc:docMk/>
            <pc:sldMk cId="2900736148" sldId="376"/>
            <ac:spMk id="112" creationId="{013C8CA0-2955-9B25-77AE-CF1F632BD9B6}"/>
          </ac:spMkLst>
        </pc:spChg>
        <pc:spChg chg="mod">
          <ac:chgData name="Joffrey Riela" userId="e7e2fb66-eba0-4428-b961-6e88b20f5072" providerId="ADAL" clId="{D8F34F61-DFC2-4AF0-8E26-5583288DB278}" dt="2026-08-29T15:16:10.923" v="57" actId="790"/>
          <ac:spMkLst>
            <pc:docMk/>
            <pc:sldMk cId="2900736148" sldId="376"/>
            <ac:spMk id="113" creationId="{1458B571-28C5-D9D9-901C-69628459B891}"/>
          </ac:spMkLst>
        </pc:spChg>
      </pc:sldChg>
      <pc:sldChg chg="modSp mod">
        <pc:chgData name="Joffrey Riela" userId="e7e2fb66-eba0-4428-b961-6e88b20f5072" providerId="ADAL" clId="{D8F34F61-DFC2-4AF0-8E26-5583288DB278}" dt="2026-08-29T15:16:10.923" v="57" actId="790"/>
        <pc:sldMkLst>
          <pc:docMk/>
          <pc:sldMk cId="2525021320" sldId="386"/>
        </pc:sldMkLst>
        <pc:spChg chg="mod">
          <ac:chgData name="Joffrey Riela" userId="e7e2fb66-eba0-4428-b961-6e88b20f5072" providerId="ADAL" clId="{D8F34F61-DFC2-4AF0-8E26-5583288DB278}" dt="2026-08-29T15:16:10.923" v="57" actId="790"/>
          <ac:spMkLst>
            <pc:docMk/>
            <pc:sldMk cId="2525021320" sldId="386"/>
            <ac:spMk id="4" creationId="{B38F9739-5F15-50D7-B319-CF8586D58439}"/>
          </ac:spMkLst>
        </pc:spChg>
        <pc:spChg chg="mod">
          <ac:chgData name="Joffrey Riela" userId="e7e2fb66-eba0-4428-b961-6e88b20f5072" providerId="ADAL" clId="{D8F34F61-DFC2-4AF0-8E26-5583288DB278}" dt="2026-08-29T15:16:10.923" v="57" actId="790"/>
          <ac:spMkLst>
            <pc:docMk/>
            <pc:sldMk cId="2525021320" sldId="386"/>
            <ac:spMk id="8" creationId="{FBB16D5D-8939-9C12-171F-6497E332FDD1}"/>
          </ac:spMkLst>
        </pc:spChg>
        <pc:spChg chg="mod">
          <ac:chgData name="Joffrey Riela" userId="e7e2fb66-eba0-4428-b961-6e88b20f5072" providerId="ADAL" clId="{D8F34F61-DFC2-4AF0-8E26-5583288DB278}" dt="2026-08-29T15:16:10.923" v="57" actId="790"/>
          <ac:spMkLst>
            <pc:docMk/>
            <pc:sldMk cId="2525021320" sldId="386"/>
            <ac:spMk id="11" creationId="{7F2C8218-2559-B3D3-87E7-CD5443036B2B}"/>
          </ac:spMkLst>
        </pc:spChg>
        <pc:spChg chg="mod">
          <ac:chgData name="Joffrey Riela" userId="e7e2fb66-eba0-4428-b961-6e88b20f5072" providerId="ADAL" clId="{D8F34F61-DFC2-4AF0-8E26-5583288DB278}" dt="2026-08-29T15:16:10.923" v="57" actId="790"/>
          <ac:spMkLst>
            <pc:docMk/>
            <pc:sldMk cId="2525021320" sldId="386"/>
            <ac:spMk id="15" creationId="{068EA213-7006-EB53-DDD2-B0EDA7DCCCDF}"/>
          </ac:spMkLst>
        </pc:spChg>
        <pc:spChg chg="mod">
          <ac:chgData name="Joffrey Riela" userId="e7e2fb66-eba0-4428-b961-6e88b20f5072" providerId="ADAL" clId="{D8F34F61-DFC2-4AF0-8E26-5583288DB278}" dt="2026-08-29T15:16:10.923" v="57" actId="790"/>
          <ac:spMkLst>
            <pc:docMk/>
            <pc:sldMk cId="2525021320" sldId="386"/>
            <ac:spMk id="21" creationId="{0CD573E3-1CDA-F174-C067-C8988CE486C5}"/>
          </ac:spMkLst>
        </pc:spChg>
        <pc:spChg chg="mod">
          <ac:chgData name="Joffrey Riela" userId="e7e2fb66-eba0-4428-b961-6e88b20f5072" providerId="ADAL" clId="{D8F34F61-DFC2-4AF0-8E26-5583288DB278}" dt="2026-08-29T15:16:10.923" v="57" actId="790"/>
          <ac:spMkLst>
            <pc:docMk/>
            <pc:sldMk cId="2525021320" sldId="386"/>
            <ac:spMk id="27" creationId="{09BB9D76-458D-CE50-EE5D-F64F825D5529}"/>
          </ac:spMkLst>
        </pc:spChg>
        <pc:spChg chg="mod">
          <ac:chgData name="Joffrey Riela" userId="e7e2fb66-eba0-4428-b961-6e88b20f5072" providerId="ADAL" clId="{D8F34F61-DFC2-4AF0-8E26-5583288DB278}" dt="2026-08-29T15:16:10.923" v="57" actId="790"/>
          <ac:spMkLst>
            <pc:docMk/>
            <pc:sldMk cId="2525021320" sldId="386"/>
            <ac:spMk id="66" creationId="{E489080D-79F3-BCBE-75EC-285461195422}"/>
          </ac:spMkLst>
        </pc:spChg>
        <pc:spChg chg="mod">
          <ac:chgData name="Joffrey Riela" userId="e7e2fb66-eba0-4428-b961-6e88b20f5072" providerId="ADAL" clId="{D8F34F61-DFC2-4AF0-8E26-5583288DB278}" dt="2026-08-29T15:16:10.923" v="57" actId="790"/>
          <ac:spMkLst>
            <pc:docMk/>
            <pc:sldMk cId="2525021320" sldId="386"/>
            <ac:spMk id="71" creationId="{2C1A0729-4847-2B3E-8262-F060A0C99EDF}"/>
          </ac:spMkLst>
        </pc:spChg>
        <pc:spChg chg="mod">
          <ac:chgData name="Joffrey Riela" userId="e7e2fb66-eba0-4428-b961-6e88b20f5072" providerId="ADAL" clId="{D8F34F61-DFC2-4AF0-8E26-5583288DB278}" dt="2026-08-29T15:16:10.923" v="57" actId="790"/>
          <ac:spMkLst>
            <pc:docMk/>
            <pc:sldMk cId="2525021320" sldId="386"/>
            <ac:spMk id="112" creationId="{11F15C97-9CE8-060A-0DE2-E58F239A4530}"/>
          </ac:spMkLst>
        </pc:spChg>
        <pc:spChg chg="mod">
          <ac:chgData name="Joffrey Riela" userId="e7e2fb66-eba0-4428-b961-6e88b20f5072" providerId="ADAL" clId="{D8F34F61-DFC2-4AF0-8E26-5583288DB278}" dt="2026-08-29T15:16:10.923" v="57" actId="790"/>
          <ac:spMkLst>
            <pc:docMk/>
            <pc:sldMk cId="2525021320" sldId="386"/>
            <ac:spMk id="113" creationId="{560B713E-095F-953D-C7C2-DECA6AC0BDC8}"/>
          </ac:spMkLst>
        </pc:spChg>
      </pc:sldChg>
      <pc:sldChg chg="modSp mod">
        <pc:chgData name="Joffrey Riela" userId="e7e2fb66-eba0-4428-b961-6e88b20f5072" providerId="ADAL" clId="{D8F34F61-DFC2-4AF0-8E26-5583288DB278}" dt="2026-08-29T15:16:10.923" v="57" actId="790"/>
        <pc:sldMkLst>
          <pc:docMk/>
          <pc:sldMk cId="283990646" sldId="387"/>
        </pc:sldMkLst>
        <pc:spChg chg="mod">
          <ac:chgData name="Joffrey Riela" userId="e7e2fb66-eba0-4428-b961-6e88b20f5072" providerId="ADAL" clId="{D8F34F61-DFC2-4AF0-8E26-5583288DB278}" dt="2026-08-29T15:16:10.923" v="57" actId="790"/>
          <ac:spMkLst>
            <pc:docMk/>
            <pc:sldMk cId="283990646" sldId="387"/>
            <ac:spMk id="7" creationId="{23BF3D15-8D96-FE73-AC33-8FE06F8B28A1}"/>
          </ac:spMkLst>
        </pc:spChg>
        <pc:spChg chg="mod">
          <ac:chgData name="Joffrey Riela" userId="e7e2fb66-eba0-4428-b961-6e88b20f5072" providerId="ADAL" clId="{D8F34F61-DFC2-4AF0-8E26-5583288DB278}" dt="2026-08-29T15:16:10.923" v="57" actId="790"/>
          <ac:spMkLst>
            <pc:docMk/>
            <pc:sldMk cId="283990646" sldId="387"/>
            <ac:spMk id="10" creationId="{C3F78BDB-73BC-E54D-9B6E-90971478F8FC}"/>
          </ac:spMkLst>
        </pc:spChg>
        <pc:spChg chg="mod">
          <ac:chgData name="Joffrey Riela" userId="e7e2fb66-eba0-4428-b961-6e88b20f5072" providerId="ADAL" clId="{D8F34F61-DFC2-4AF0-8E26-5583288DB278}" dt="2026-08-29T15:16:10.923" v="57" actId="790"/>
          <ac:spMkLst>
            <pc:docMk/>
            <pc:sldMk cId="283990646" sldId="387"/>
            <ac:spMk id="11" creationId="{83BEAA25-C2A9-EC8D-DAE8-B444712054A0}"/>
          </ac:spMkLst>
        </pc:spChg>
        <pc:spChg chg="mod">
          <ac:chgData name="Joffrey Riela" userId="e7e2fb66-eba0-4428-b961-6e88b20f5072" providerId="ADAL" clId="{D8F34F61-DFC2-4AF0-8E26-5583288DB278}" dt="2026-08-29T15:16:10.923" v="57" actId="790"/>
          <ac:spMkLst>
            <pc:docMk/>
            <pc:sldMk cId="283990646" sldId="387"/>
            <ac:spMk id="12" creationId="{5DB192FB-4796-D946-2FDB-ADAA9735F4FB}"/>
          </ac:spMkLst>
        </pc:spChg>
        <pc:spChg chg="mod">
          <ac:chgData name="Joffrey Riela" userId="e7e2fb66-eba0-4428-b961-6e88b20f5072" providerId="ADAL" clId="{D8F34F61-DFC2-4AF0-8E26-5583288DB278}" dt="2026-08-29T15:16:10.923" v="57" actId="790"/>
          <ac:spMkLst>
            <pc:docMk/>
            <pc:sldMk cId="283990646" sldId="387"/>
            <ac:spMk id="13" creationId="{33455836-C356-9ACF-76EF-FBA259393B2F}"/>
          </ac:spMkLst>
        </pc:spChg>
        <pc:spChg chg="mod">
          <ac:chgData name="Joffrey Riela" userId="e7e2fb66-eba0-4428-b961-6e88b20f5072" providerId="ADAL" clId="{D8F34F61-DFC2-4AF0-8E26-5583288DB278}" dt="2026-08-29T15:16:10.923" v="57" actId="790"/>
          <ac:spMkLst>
            <pc:docMk/>
            <pc:sldMk cId="283990646" sldId="387"/>
            <ac:spMk id="14" creationId="{EF6493C5-0CBD-DBDC-0D8D-3E668E82917A}"/>
          </ac:spMkLst>
        </pc:spChg>
        <pc:spChg chg="mod">
          <ac:chgData name="Joffrey Riela" userId="e7e2fb66-eba0-4428-b961-6e88b20f5072" providerId="ADAL" clId="{D8F34F61-DFC2-4AF0-8E26-5583288DB278}" dt="2026-08-29T15:16:10.923" v="57" actId="790"/>
          <ac:spMkLst>
            <pc:docMk/>
            <pc:sldMk cId="283990646" sldId="387"/>
            <ac:spMk id="15" creationId="{01257F28-782E-A362-2661-8BF40C730C0E}"/>
          </ac:spMkLst>
        </pc:spChg>
        <pc:spChg chg="mod">
          <ac:chgData name="Joffrey Riela" userId="e7e2fb66-eba0-4428-b961-6e88b20f5072" providerId="ADAL" clId="{D8F34F61-DFC2-4AF0-8E26-5583288DB278}" dt="2026-08-29T15:16:10.923" v="57" actId="790"/>
          <ac:spMkLst>
            <pc:docMk/>
            <pc:sldMk cId="283990646" sldId="387"/>
            <ac:spMk id="112" creationId="{DED70980-0917-11D7-96B9-8D03B5A853B7}"/>
          </ac:spMkLst>
        </pc:spChg>
        <pc:spChg chg="mod">
          <ac:chgData name="Joffrey Riela" userId="e7e2fb66-eba0-4428-b961-6e88b20f5072" providerId="ADAL" clId="{D8F34F61-DFC2-4AF0-8E26-5583288DB278}" dt="2026-08-29T15:16:10.923" v="57" actId="790"/>
          <ac:spMkLst>
            <pc:docMk/>
            <pc:sldMk cId="283990646" sldId="387"/>
            <ac:spMk id="113" creationId="{D900D2CF-0595-2261-C748-9E67C7A2156C}"/>
          </ac:spMkLst>
        </pc:spChg>
        <pc:spChg chg="mod">
          <ac:chgData name="Joffrey Riela" userId="e7e2fb66-eba0-4428-b961-6e88b20f5072" providerId="ADAL" clId="{D8F34F61-DFC2-4AF0-8E26-5583288DB278}" dt="2026-08-29T15:16:10.923" v="57" actId="790"/>
          <ac:spMkLst>
            <pc:docMk/>
            <pc:sldMk cId="283990646" sldId="387"/>
            <ac:spMk id="124" creationId="{6B47DB56-3F9A-77C2-D75F-A60CEF58F623}"/>
          </ac:spMkLst>
        </pc:spChg>
      </pc:sldChg>
      <pc:sldChg chg="modSp mod">
        <pc:chgData name="Joffrey Riela" userId="e7e2fb66-eba0-4428-b961-6e88b20f5072" providerId="ADAL" clId="{D8F34F61-DFC2-4AF0-8E26-5583288DB278}" dt="2026-08-29T15:16:10.923" v="57" actId="790"/>
        <pc:sldMkLst>
          <pc:docMk/>
          <pc:sldMk cId="599860832" sldId="388"/>
        </pc:sldMkLst>
        <pc:spChg chg="mod">
          <ac:chgData name="Joffrey Riela" userId="e7e2fb66-eba0-4428-b961-6e88b20f5072" providerId="ADAL" clId="{D8F34F61-DFC2-4AF0-8E26-5583288DB278}" dt="2026-08-29T15:16:10.923" v="57" actId="790"/>
          <ac:spMkLst>
            <pc:docMk/>
            <pc:sldMk cId="599860832" sldId="388"/>
            <ac:spMk id="2" creationId="{8F0ADB9A-DEDD-94D7-F046-0B370E21149B}"/>
          </ac:spMkLst>
        </pc:spChg>
        <pc:spChg chg="mod">
          <ac:chgData name="Joffrey Riela" userId="e7e2fb66-eba0-4428-b961-6e88b20f5072" providerId="ADAL" clId="{D8F34F61-DFC2-4AF0-8E26-5583288DB278}" dt="2026-08-29T15:16:10.923" v="57" actId="790"/>
          <ac:spMkLst>
            <pc:docMk/>
            <pc:sldMk cId="599860832" sldId="388"/>
            <ac:spMk id="3" creationId="{06658A4A-E3DF-8D3B-3ED3-16B2E60F7915}"/>
          </ac:spMkLst>
        </pc:spChg>
        <pc:spChg chg="mod">
          <ac:chgData name="Joffrey Riela" userId="e7e2fb66-eba0-4428-b961-6e88b20f5072" providerId="ADAL" clId="{D8F34F61-DFC2-4AF0-8E26-5583288DB278}" dt="2026-08-29T15:16:10.923" v="57" actId="790"/>
          <ac:spMkLst>
            <pc:docMk/>
            <pc:sldMk cId="599860832" sldId="388"/>
            <ac:spMk id="7" creationId="{315D8231-18C5-D6D4-B45E-F80F10D7C59E}"/>
          </ac:spMkLst>
        </pc:spChg>
        <pc:spChg chg="mod">
          <ac:chgData name="Joffrey Riela" userId="e7e2fb66-eba0-4428-b961-6e88b20f5072" providerId="ADAL" clId="{D8F34F61-DFC2-4AF0-8E26-5583288DB278}" dt="2026-08-29T15:16:10.923" v="57" actId="790"/>
          <ac:spMkLst>
            <pc:docMk/>
            <pc:sldMk cId="599860832" sldId="388"/>
            <ac:spMk id="10" creationId="{48D6BBD3-6086-90A1-8490-E4F37752C70E}"/>
          </ac:spMkLst>
        </pc:spChg>
        <pc:spChg chg="mod">
          <ac:chgData name="Joffrey Riela" userId="e7e2fb66-eba0-4428-b961-6e88b20f5072" providerId="ADAL" clId="{D8F34F61-DFC2-4AF0-8E26-5583288DB278}" dt="2026-08-29T15:16:10.923" v="57" actId="790"/>
          <ac:spMkLst>
            <pc:docMk/>
            <pc:sldMk cId="599860832" sldId="388"/>
            <ac:spMk id="11" creationId="{11307623-63E8-7AE3-B304-D2D712716CB2}"/>
          </ac:spMkLst>
        </pc:spChg>
        <pc:spChg chg="mod">
          <ac:chgData name="Joffrey Riela" userId="e7e2fb66-eba0-4428-b961-6e88b20f5072" providerId="ADAL" clId="{D8F34F61-DFC2-4AF0-8E26-5583288DB278}" dt="2026-08-29T15:16:10.923" v="57" actId="790"/>
          <ac:spMkLst>
            <pc:docMk/>
            <pc:sldMk cId="599860832" sldId="388"/>
            <ac:spMk id="13" creationId="{F9BF0ED9-CE85-99B4-2047-EEEF724D4FF0}"/>
          </ac:spMkLst>
        </pc:spChg>
        <pc:spChg chg="mod">
          <ac:chgData name="Joffrey Riela" userId="e7e2fb66-eba0-4428-b961-6e88b20f5072" providerId="ADAL" clId="{D8F34F61-DFC2-4AF0-8E26-5583288DB278}" dt="2026-08-29T15:16:10.923" v="57" actId="790"/>
          <ac:spMkLst>
            <pc:docMk/>
            <pc:sldMk cId="599860832" sldId="388"/>
            <ac:spMk id="14" creationId="{0BD3BFFC-5E66-4D91-3AA1-1C3DBE1E82E5}"/>
          </ac:spMkLst>
        </pc:spChg>
        <pc:spChg chg="mod">
          <ac:chgData name="Joffrey Riela" userId="e7e2fb66-eba0-4428-b961-6e88b20f5072" providerId="ADAL" clId="{D8F34F61-DFC2-4AF0-8E26-5583288DB278}" dt="2026-08-29T15:16:10.923" v="57" actId="790"/>
          <ac:spMkLst>
            <pc:docMk/>
            <pc:sldMk cId="599860832" sldId="388"/>
            <ac:spMk id="112" creationId="{C0DBD8EE-213B-1B45-FB32-35643CC4AF3F}"/>
          </ac:spMkLst>
        </pc:spChg>
        <pc:spChg chg="mod">
          <ac:chgData name="Joffrey Riela" userId="e7e2fb66-eba0-4428-b961-6e88b20f5072" providerId="ADAL" clId="{D8F34F61-DFC2-4AF0-8E26-5583288DB278}" dt="2026-08-29T15:16:10.923" v="57" actId="790"/>
          <ac:spMkLst>
            <pc:docMk/>
            <pc:sldMk cId="599860832" sldId="388"/>
            <ac:spMk id="113" creationId="{1B1CC4E9-61AD-971A-2E8D-0EB1848CA8D4}"/>
          </ac:spMkLst>
        </pc:spChg>
        <pc:spChg chg="mod">
          <ac:chgData name="Joffrey Riela" userId="e7e2fb66-eba0-4428-b961-6e88b20f5072" providerId="ADAL" clId="{D8F34F61-DFC2-4AF0-8E26-5583288DB278}" dt="2026-08-29T15:16:10.923" v="57" actId="790"/>
          <ac:spMkLst>
            <pc:docMk/>
            <pc:sldMk cId="599860832" sldId="388"/>
            <ac:spMk id="124" creationId="{D3FD4C8A-4938-64E8-45F6-90150055EB64}"/>
          </ac:spMkLst>
        </pc:spChg>
      </pc:sldChg>
      <pc:sldChg chg="modSp mod">
        <pc:chgData name="Joffrey Riela" userId="e7e2fb66-eba0-4428-b961-6e88b20f5072" providerId="ADAL" clId="{D8F34F61-DFC2-4AF0-8E26-5583288DB278}" dt="2026-08-29T15:16:10.923" v="57" actId="790"/>
        <pc:sldMkLst>
          <pc:docMk/>
          <pc:sldMk cId="888040984" sldId="389"/>
        </pc:sldMkLst>
        <pc:spChg chg="mod">
          <ac:chgData name="Joffrey Riela" userId="e7e2fb66-eba0-4428-b961-6e88b20f5072" providerId="ADAL" clId="{D8F34F61-DFC2-4AF0-8E26-5583288DB278}" dt="2026-08-29T15:16:10.923" v="57" actId="790"/>
          <ac:spMkLst>
            <pc:docMk/>
            <pc:sldMk cId="888040984" sldId="389"/>
            <ac:spMk id="5" creationId="{FE624C40-05DC-D0E4-09CC-9C85E81CCFD7}"/>
          </ac:spMkLst>
        </pc:spChg>
        <pc:spChg chg="mod">
          <ac:chgData name="Joffrey Riela" userId="e7e2fb66-eba0-4428-b961-6e88b20f5072" providerId="ADAL" clId="{D8F34F61-DFC2-4AF0-8E26-5583288DB278}" dt="2026-08-29T15:16:10.923" v="57" actId="790"/>
          <ac:spMkLst>
            <pc:docMk/>
            <pc:sldMk cId="888040984" sldId="389"/>
            <ac:spMk id="6" creationId="{E1C585A9-D2BD-7CDD-61D9-A271A638540D}"/>
          </ac:spMkLst>
        </pc:spChg>
        <pc:spChg chg="mod">
          <ac:chgData name="Joffrey Riela" userId="e7e2fb66-eba0-4428-b961-6e88b20f5072" providerId="ADAL" clId="{D8F34F61-DFC2-4AF0-8E26-5583288DB278}" dt="2026-08-29T15:16:10.923" v="57" actId="790"/>
          <ac:spMkLst>
            <pc:docMk/>
            <pc:sldMk cId="888040984" sldId="389"/>
            <ac:spMk id="7" creationId="{8319FB08-5729-9706-1F44-4979E311047C}"/>
          </ac:spMkLst>
        </pc:spChg>
        <pc:spChg chg="mod">
          <ac:chgData name="Joffrey Riela" userId="e7e2fb66-eba0-4428-b961-6e88b20f5072" providerId="ADAL" clId="{D8F34F61-DFC2-4AF0-8E26-5583288DB278}" dt="2026-08-29T15:16:10.923" v="57" actId="790"/>
          <ac:spMkLst>
            <pc:docMk/>
            <pc:sldMk cId="888040984" sldId="389"/>
            <ac:spMk id="10" creationId="{69D1DD28-6015-FC41-C5E7-E0068A549700}"/>
          </ac:spMkLst>
        </pc:spChg>
        <pc:spChg chg="mod">
          <ac:chgData name="Joffrey Riela" userId="e7e2fb66-eba0-4428-b961-6e88b20f5072" providerId="ADAL" clId="{D8F34F61-DFC2-4AF0-8E26-5583288DB278}" dt="2026-08-29T15:16:10.923" v="57" actId="790"/>
          <ac:spMkLst>
            <pc:docMk/>
            <pc:sldMk cId="888040984" sldId="389"/>
            <ac:spMk id="12" creationId="{BAA99200-8958-2571-56EB-83689CB44F45}"/>
          </ac:spMkLst>
        </pc:spChg>
        <pc:spChg chg="mod">
          <ac:chgData name="Joffrey Riela" userId="e7e2fb66-eba0-4428-b961-6e88b20f5072" providerId="ADAL" clId="{D8F34F61-DFC2-4AF0-8E26-5583288DB278}" dt="2026-08-29T15:16:10.923" v="57" actId="790"/>
          <ac:spMkLst>
            <pc:docMk/>
            <pc:sldMk cId="888040984" sldId="389"/>
            <ac:spMk id="13" creationId="{75F9D64C-F7BD-64A6-6EAF-30E16228EE53}"/>
          </ac:spMkLst>
        </pc:spChg>
        <pc:spChg chg="mod">
          <ac:chgData name="Joffrey Riela" userId="e7e2fb66-eba0-4428-b961-6e88b20f5072" providerId="ADAL" clId="{D8F34F61-DFC2-4AF0-8E26-5583288DB278}" dt="2026-08-29T15:16:10.923" v="57" actId="790"/>
          <ac:spMkLst>
            <pc:docMk/>
            <pc:sldMk cId="888040984" sldId="389"/>
            <ac:spMk id="14" creationId="{D9D3DCB4-1D4C-B1E5-9ACE-776A990F169F}"/>
          </ac:spMkLst>
        </pc:spChg>
        <pc:spChg chg="mod">
          <ac:chgData name="Joffrey Riela" userId="e7e2fb66-eba0-4428-b961-6e88b20f5072" providerId="ADAL" clId="{D8F34F61-DFC2-4AF0-8E26-5583288DB278}" dt="2026-08-29T15:16:10.923" v="57" actId="790"/>
          <ac:spMkLst>
            <pc:docMk/>
            <pc:sldMk cId="888040984" sldId="389"/>
            <ac:spMk id="112" creationId="{D71F3D58-56C7-153D-DFD3-70F11B0A2971}"/>
          </ac:spMkLst>
        </pc:spChg>
        <pc:spChg chg="mod">
          <ac:chgData name="Joffrey Riela" userId="e7e2fb66-eba0-4428-b961-6e88b20f5072" providerId="ADAL" clId="{D8F34F61-DFC2-4AF0-8E26-5583288DB278}" dt="2026-08-29T15:16:10.923" v="57" actId="790"/>
          <ac:spMkLst>
            <pc:docMk/>
            <pc:sldMk cId="888040984" sldId="389"/>
            <ac:spMk id="113" creationId="{F28247A3-2210-6A37-BF1D-720AE628EAD4}"/>
          </ac:spMkLst>
        </pc:spChg>
        <pc:spChg chg="mod">
          <ac:chgData name="Joffrey Riela" userId="e7e2fb66-eba0-4428-b961-6e88b20f5072" providerId="ADAL" clId="{D8F34F61-DFC2-4AF0-8E26-5583288DB278}" dt="2026-08-29T15:16:10.923" v="57" actId="790"/>
          <ac:spMkLst>
            <pc:docMk/>
            <pc:sldMk cId="888040984" sldId="389"/>
            <ac:spMk id="124" creationId="{BED3B329-CBB1-931F-D49E-62EC5E0C2D4F}"/>
          </ac:spMkLst>
        </pc:spChg>
      </pc:sldChg>
      <pc:sldChg chg="modSp add mod">
        <pc:chgData name="Joffrey Riela" userId="e7e2fb66-eba0-4428-b961-6e88b20f5072" providerId="ADAL" clId="{D8F34F61-DFC2-4AF0-8E26-5583288DB278}" dt="2026-08-29T15:16:10.923" v="57" actId="790"/>
        <pc:sldMkLst>
          <pc:docMk/>
          <pc:sldMk cId="882986790" sldId="390"/>
        </pc:sldMkLst>
        <pc:spChg chg="mod">
          <ac:chgData name="Joffrey Riela" userId="e7e2fb66-eba0-4428-b961-6e88b20f5072" providerId="ADAL" clId="{D8F34F61-DFC2-4AF0-8E26-5583288DB278}" dt="2026-08-29T15:16:10.923" v="57" actId="790"/>
          <ac:spMkLst>
            <pc:docMk/>
            <pc:sldMk cId="882986790" sldId="390"/>
            <ac:spMk id="2" creationId="{DB7AC74E-6297-D15A-4F01-BCD4AB5237D5}"/>
          </ac:spMkLst>
        </pc:spChg>
        <pc:spChg chg="mod">
          <ac:chgData name="Joffrey Riela" userId="e7e2fb66-eba0-4428-b961-6e88b20f5072" providerId="ADAL" clId="{D8F34F61-DFC2-4AF0-8E26-5583288DB278}" dt="2026-08-29T15:16:10.923" v="57" actId="790"/>
          <ac:spMkLst>
            <pc:docMk/>
            <pc:sldMk cId="882986790" sldId="390"/>
            <ac:spMk id="3" creationId="{BFD1DA0D-59CF-0646-75A0-9177A60CDD52}"/>
          </ac:spMkLst>
        </pc:spChg>
        <pc:spChg chg="mod">
          <ac:chgData name="Joffrey Riela" userId="e7e2fb66-eba0-4428-b961-6e88b20f5072" providerId="ADAL" clId="{D8F34F61-DFC2-4AF0-8E26-5583288DB278}" dt="2026-08-29T15:16:10.923" v="57" actId="790"/>
          <ac:spMkLst>
            <pc:docMk/>
            <pc:sldMk cId="882986790" sldId="390"/>
            <ac:spMk id="5" creationId="{7AF3F92B-DE8E-5308-EDE5-DF28B613A1E7}"/>
          </ac:spMkLst>
        </pc:spChg>
        <pc:spChg chg="mod">
          <ac:chgData name="Joffrey Riela" userId="e7e2fb66-eba0-4428-b961-6e88b20f5072" providerId="ADAL" clId="{D8F34F61-DFC2-4AF0-8E26-5583288DB278}" dt="2026-08-29T15:16:10.923" v="57" actId="790"/>
          <ac:spMkLst>
            <pc:docMk/>
            <pc:sldMk cId="882986790" sldId="390"/>
            <ac:spMk id="6" creationId="{D02E1BC5-9800-344D-5F26-573912B43C53}"/>
          </ac:spMkLst>
        </pc:spChg>
        <pc:spChg chg="mod">
          <ac:chgData name="Joffrey Riela" userId="e7e2fb66-eba0-4428-b961-6e88b20f5072" providerId="ADAL" clId="{D8F34F61-DFC2-4AF0-8E26-5583288DB278}" dt="2026-08-29T15:16:10.923" v="57" actId="790"/>
          <ac:spMkLst>
            <pc:docMk/>
            <pc:sldMk cId="882986790" sldId="390"/>
            <ac:spMk id="9" creationId="{7061264E-0E34-0814-9C56-2A4A12096AD0}"/>
          </ac:spMkLst>
        </pc:spChg>
        <pc:spChg chg="mod">
          <ac:chgData name="Joffrey Riela" userId="e7e2fb66-eba0-4428-b961-6e88b20f5072" providerId="ADAL" clId="{D8F34F61-DFC2-4AF0-8E26-5583288DB278}" dt="2026-08-29T15:16:10.923" v="57" actId="790"/>
          <ac:spMkLst>
            <pc:docMk/>
            <pc:sldMk cId="882986790" sldId="390"/>
            <ac:spMk id="94" creationId="{39E292D8-A289-50A5-36A6-FE883E8545EB}"/>
          </ac:spMkLst>
        </pc:spChg>
        <pc:spChg chg="mod">
          <ac:chgData name="Joffrey Riela" userId="e7e2fb66-eba0-4428-b961-6e88b20f5072" providerId="ADAL" clId="{D8F34F61-DFC2-4AF0-8E26-5583288DB278}" dt="2026-08-29T15:16:10.923" v="57" actId="790"/>
          <ac:spMkLst>
            <pc:docMk/>
            <pc:sldMk cId="882986790" sldId="390"/>
            <ac:spMk id="96" creationId="{7625FEEF-C024-84D3-625C-DE55FE058954}"/>
          </ac:spMkLst>
        </pc:spChg>
        <pc:spChg chg="mod">
          <ac:chgData name="Joffrey Riela" userId="e7e2fb66-eba0-4428-b961-6e88b20f5072" providerId="ADAL" clId="{D8F34F61-DFC2-4AF0-8E26-5583288DB278}" dt="2026-08-29T15:16:10.923" v="57" actId="790"/>
          <ac:spMkLst>
            <pc:docMk/>
            <pc:sldMk cId="882986790" sldId="390"/>
            <ac:spMk id="107" creationId="{D6A349C5-47EC-CD45-757A-84EE921C1A9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fr-FR"/>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c5cf13a9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61" name="Google Shape;61;g36c5cf13a9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D7BA03D2-296A-CD69-3EEA-EEF9571667DF}"/>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FFAD3D17-6B79-347B-3D2F-82C7592878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EEA12841-22FE-348D-9BBB-CF1D9D0163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79632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0EF54FF8-3A5E-FF90-8DF6-1F74513FFC6C}"/>
            </a:ext>
          </a:extLst>
        </p:cNvPr>
        <p:cNvGrpSpPr/>
        <p:nvPr/>
      </p:nvGrpSpPr>
      <p:grpSpPr>
        <a:xfrm>
          <a:off x="0" y="0"/>
          <a:ext cx="0" cy="0"/>
          <a:chOff x="0" y="0"/>
          <a:chExt cx="0" cy="0"/>
        </a:xfrm>
      </p:grpSpPr>
      <p:sp>
        <p:nvSpPr>
          <p:cNvPr id="80" name="Google Shape;80;g36c5cf13a95_0_24:notes">
            <a:extLst>
              <a:ext uri="{FF2B5EF4-FFF2-40B4-BE49-F238E27FC236}">
                <a16:creationId xmlns:a16="http://schemas.microsoft.com/office/drawing/2014/main" id="{5E280499-6EC4-7449-32D0-0334E21846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a:extLst>
              <a:ext uri="{FF2B5EF4-FFF2-40B4-BE49-F238E27FC236}">
                <a16:creationId xmlns:a16="http://schemas.microsoft.com/office/drawing/2014/main" id="{EA16E393-8C0A-CC8F-2E8F-0638DFD93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6961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B8C45AA2-5D7A-B8C7-9074-49A4921C62DF}"/>
            </a:ext>
          </a:extLst>
        </p:cNvPr>
        <p:cNvGrpSpPr/>
        <p:nvPr/>
      </p:nvGrpSpPr>
      <p:grpSpPr>
        <a:xfrm>
          <a:off x="0" y="0"/>
          <a:ext cx="0" cy="0"/>
          <a:chOff x="0" y="0"/>
          <a:chExt cx="0" cy="0"/>
        </a:xfrm>
      </p:grpSpPr>
      <p:sp>
        <p:nvSpPr>
          <p:cNvPr id="80" name="Google Shape;80;g36c5cf13a95_0_24:notes">
            <a:extLst>
              <a:ext uri="{FF2B5EF4-FFF2-40B4-BE49-F238E27FC236}">
                <a16:creationId xmlns:a16="http://schemas.microsoft.com/office/drawing/2014/main" id="{484DFF5D-085F-44EB-0F55-A16BC77C3C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a:extLst>
              <a:ext uri="{FF2B5EF4-FFF2-40B4-BE49-F238E27FC236}">
                <a16:creationId xmlns:a16="http://schemas.microsoft.com/office/drawing/2014/main" id="{27A4757F-7D92-3640-CCD0-906A9D348C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695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9D1E4702-AA91-955B-60EA-F65247F7A867}"/>
            </a:ext>
          </a:extLst>
        </p:cNvPr>
        <p:cNvGrpSpPr/>
        <p:nvPr/>
      </p:nvGrpSpPr>
      <p:grpSpPr>
        <a:xfrm>
          <a:off x="0" y="0"/>
          <a:ext cx="0" cy="0"/>
          <a:chOff x="0" y="0"/>
          <a:chExt cx="0" cy="0"/>
        </a:xfrm>
      </p:grpSpPr>
      <p:sp>
        <p:nvSpPr>
          <p:cNvPr id="80" name="Google Shape;80;g36c5cf13a95_0_24:notes">
            <a:extLst>
              <a:ext uri="{FF2B5EF4-FFF2-40B4-BE49-F238E27FC236}">
                <a16:creationId xmlns:a16="http://schemas.microsoft.com/office/drawing/2014/main" id="{3AFD96CE-AFF3-2AF2-5F13-E3578DCDE9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a:extLst>
              <a:ext uri="{FF2B5EF4-FFF2-40B4-BE49-F238E27FC236}">
                <a16:creationId xmlns:a16="http://schemas.microsoft.com/office/drawing/2014/main" id="{9E4BC502-D81C-D604-9BF7-1CB75143F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4909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6c5cf13a9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Parler des AFFI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3FC0F85C-2987-0F30-73CE-AB9F9B048DD8}"/>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E4B3DAA0-D26B-9FC7-F0EA-91CDE36505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BECE5106-0EE7-6B70-EFFD-3EE1404F60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5971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1D702E0-3368-1762-E553-39887B60B218}"/>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B70EFFC3-94BE-3880-D12B-BC242B60D0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2BBCA9E3-ACFA-C764-25D5-B40282E7CC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28154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FA29574D-E9C0-EFD0-0DB0-D74EEB086C71}"/>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A8F94D0F-BDAF-94D1-A93B-BAADB9027B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F7812E42-2137-092F-CF57-EF8411940B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2003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A2DC7D0-221A-3EE3-5AFB-4D663E4910D1}"/>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90EBA24D-00B5-D360-A693-4FB0B17197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64907907-C140-324C-3E90-BD3C8C5B3F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0212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5E00F786-4E92-A6B9-930C-D79D3EB2ED94}"/>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9046CA32-3779-39D5-90EB-C127824412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FE914AF0-C52D-6848-EEDE-BB697020CC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39344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4B26F05-E2B9-BF79-5289-21C4A752020B}"/>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B451C253-DA78-DF50-F6EE-6D67D51660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C6B6CC6A-B179-554F-9516-B917B893A4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7155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965E1B3A-669F-51F6-7377-CC8E94E85EA9}"/>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CC52A037-FB48-9C74-1215-534F0E4E97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9912CFEF-6D96-0EF0-DFBE-E233F59A7D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048984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089CA2C-D7CE-CDA9-AF0A-50C43381C262}"/>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47BD6974-7D39-4D8C-E080-2546B8BA35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A8320BF8-774D-E62C-BB1C-2DF67FE043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1966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1F33F407-A428-AD54-F1A6-BA60FDD151C3}"/>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DCB2CE12-D37C-1722-2E08-2600A0091D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9763A9DD-B49C-32CC-20B5-164EF6AAF8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79938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B9E0486-A16E-FCF5-CABF-6969830B18CD}"/>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CE4B00B1-7F4D-58F5-DFC0-91B672AB65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F4F4D27C-3CC0-E8BF-8B7A-B7C283905E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32680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62C79C87-37AB-5655-F14E-8A05F5BA0EB7}"/>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9DF1B3F8-2141-631B-0E52-A6F56FE3A4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A84E9F2F-9625-E5EA-D33C-B54B4522F5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30980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D95A8604-3DF4-BBBD-8FBB-5930EA59F767}"/>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8D1A2A5F-73B7-EA73-C833-E80EFEB413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38D0439B-9678-4D86-D0BF-62090CC856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7869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8222EC53-E475-D822-B78E-08F3C5B087EC}"/>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7FFFF310-83C1-05F8-CCA5-FCA00C0C6B3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EFC85763-4E1F-0C6F-E690-5D161029D0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82589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D515DEA3-8307-85C2-5BCC-BA62C8F9AD8B}"/>
            </a:ext>
          </a:extLst>
        </p:cNvPr>
        <p:cNvGrpSpPr/>
        <p:nvPr/>
      </p:nvGrpSpPr>
      <p:grpSpPr>
        <a:xfrm>
          <a:off x="0" y="0"/>
          <a:ext cx="0" cy="0"/>
          <a:chOff x="0" y="0"/>
          <a:chExt cx="0" cy="0"/>
        </a:xfrm>
      </p:grpSpPr>
      <p:sp>
        <p:nvSpPr>
          <p:cNvPr id="80" name="Google Shape;80;g36c5cf13a95_0_24:notes">
            <a:extLst>
              <a:ext uri="{FF2B5EF4-FFF2-40B4-BE49-F238E27FC236}">
                <a16:creationId xmlns:a16="http://schemas.microsoft.com/office/drawing/2014/main" id="{974BECF2-9A6C-D8B1-8F53-29013CF7F4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a:extLst>
              <a:ext uri="{FF2B5EF4-FFF2-40B4-BE49-F238E27FC236}">
                <a16:creationId xmlns:a16="http://schemas.microsoft.com/office/drawing/2014/main" id="{AB998F9B-8E9D-CC22-9A9C-0ED081523C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AJOUTER QUE C'EST A PARIS LES DEUX</a:t>
            </a:r>
          </a:p>
        </p:txBody>
      </p:sp>
    </p:spTree>
    <p:extLst>
      <p:ext uri="{BB962C8B-B14F-4D97-AF65-F5344CB8AC3E}">
        <p14:creationId xmlns:p14="http://schemas.microsoft.com/office/powerpoint/2010/main" val="592777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7EA8510A-1DF4-8375-EF43-87F34B2CC9D9}"/>
            </a:ext>
          </a:extLst>
        </p:cNvPr>
        <p:cNvGrpSpPr/>
        <p:nvPr/>
      </p:nvGrpSpPr>
      <p:grpSpPr>
        <a:xfrm>
          <a:off x="0" y="0"/>
          <a:ext cx="0" cy="0"/>
          <a:chOff x="0" y="0"/>
          <a:chExt cx="0" cy="0"/>
        </a:xfrm>
      </p:grpSpPr>
      <p:sp>
        <p:nvSpPr>
          <p:cNvPr id="80" name="Google Shape;80;g36c5cf13a95_0_24:notes">
            <a:extLst>
              <a:ext uri="{FF2B5EF4-FFF2-40B4-BE49-F238E27FC236}">
                <a16:creationId xmlns:a16="http://schemas.microsoft.com/office/drawing/2014/main" id="{E04D192E-BFEF-85B0-70F9-CB5F0D307A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81" name="Google Shape;81;g36c5cf13a95_0_24:notes">
            <a:extLst>
              <a:ext uri="{FF2B5EF4-FFF2-40B4-BE49-F238E27FC236}">
                <a16:creationId xmlns:a16="http://schemas.microsoft.com/office/drawing/2014/main" id="{AB8C0CC3-7277-F9CA-0B51-8EBF53E8F9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55481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51C562DE-C240-3EA8-0CC5-E90B2CD95847}"/>
            </a:ext>
          </a:extLst>
        </p:cNvPr>
        <p:cNvGrpSpPr/>
        <p:nvPr/>
      </p:nvGrpSpPr>
      <p:grpSpPr>
        <a:xfrm>
          <a:off x="0" y="0"/>
          <a:ext cx="0" cy="0"/>
          <a:chOff x="0" y="0"/>
          <a:chExt cx="0" cy="0"/>
        </a:xfrm>
      </p:grpSpPr>
      <p:sp>
        <p:nvSpPr>
          <p:cNvPr id="69" name="Google Shape;69;g36c5cf13a95_0_10:notes">
            <a:extLst>
              <a:ext uri="{FF2B5EF4-FFF2-40B4-BE49-F238E27FC236}">
                <a16:creationId xmlns:a16="http://schemas.microsoft.com/office/drawing/2014/main" id="{BA30395B-170B-CA20-8A32-96614B5C15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70" name="Google Shape;70;g36c5cf13a95_0_10:notes">
            <a:extLst>
              <a:ext uri="{FF2B5EF4-FFF2-40B4-BE49-F238E27FC236}">
                <a16:creationId xmlns:a16="http://schemas.microsoft.com/office/drawing/2014/main" id="{1C1AB7D4-F540-60D6-3BFD-F3177476DC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41776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BEB31962-6E63-D9F7-5DE5-DA6562288DC4}"/>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E826472A-B06B-FB55-7BA8-CFA2D40E85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64581CD8-998A-F0DB-7C95-F8993980B2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36582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C623016B-36C5-AD5F-3DFB-D59AE68AEF3E}"/>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FE1D1390-4304-7C00-BC38-D5AC9F0139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EE24B9B1-089C-CD90-78AA-D4A628D8C3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16285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8D8129AB-4FE7-1966-706C-664E3BCE6E1F}"/>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DCB963AB-EA27-CC4F-3707-EE7D31EDF9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634A071E-06C3-1047-C5D8-D81E9C9CFA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16277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4A1E3015-F19A-813E-3458-CA3C1ABA516B}"/>
            </a:ext>
          </a:extLst>
        </p:cNvPr>
        <p:cNvGrpSpPr/>
        <p:nvPr/>
      </p:nvGrpSpPr>
      <p:grpSpPr>
        <a:xfrm>
          <a:off x="0" y="0"/>
          <a:ext cx="0" cy="0"/>
          <a:chOff x="0" y="0"/>
          <a:chExt cx="0" cy="0"/>
        </a:xfrm>
      </p:grpSpPr>
      <p:sp>
        <p:nvSpPr>
          <p:cNvPr id="109" name="Google Shape;109;g363291458c1_0_129:notes">
            <a:extLst>
              <a:ext uri="{FF2B5EF4-FFF2-40B4-BE49-F238E27FC236}">
                <a16:creationId xmlns:a16="http://schemas.microsoft.com/office/drawing/2014/main" id="{CDBDDA0A-7511-EF5E-3D3F-78D4FCBA63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10" name="Google Shape;110;g363291458c1_0_129:notes">
            <a:extLst>
              <a:ext uri="{FF2B5EF4-FFF2-40B4-BE49-F238E27FC236}">
                <a16:creationId xmlns:a16="http://schemas.microsoft.com/office/drawing/2014/main" id="{EF6C14DD-5F16-C0B3-E3AE-870A078EA3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96414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a:extLst>
            <a:ext uri="{FF2B5EF4-FFF2-40B4-BE49-F238E27FC236}">
              <a16:creationId xmlns:a16="http://schemas.microsoft.com/office/drawing/2014/main" id="{C9D3F41B-2A54-6BB0-4D65-A4D019475735}"/>
            </a:ext>
          </a:extLst>
        </p:cNvPr>
        <p:cNvGrpSpPr/>
        <p:nvPr/>
      </p:nvGrpSpPr>
      <p:grpSpPr>
        <a:xfrm>
          <a:off x="0" y="0"/>
          <a:ext cx="0" cy="0"/>
          <a:chOff x="0" y="0"/>
          <a:chExt cx="0" cy="0"/>
        </a:xfrm>
      </p:grpSpPr>
      <p:sp>
        <p:nvSpPr>
          <p:cNvPr id="90" name="Google Shape;90;g36c5cf13a95_0_38:notes">
            <a:extLst>
              <a:ext uri="{FF2B5EF4-FFF2-40B4-BE49-F238E27FC236}">
                <a16:creationId xmlns:a16="http://schemas.microsoft.com/office/drawing/2014/main" id="{B7BF22EA-EECF-142A-AE3B-CDF67E7BC21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91" name="Google Shape;91;g36c5cf13a95_0_38:notes">
            <a:extLst>
              <a:ext uri="{FF2B5EF4-FFF2-40B4-BE49-F238E27FC236}">
                <a16:creationId xmlns:a16="http://schemas.microsoft.com/office/drawing/2014/main" id="{0D6A966A-9EC8-9FFF-84A7-0E347BFEFD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7386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a:extLst>
            <a:ext uri="{FF2B5EF4-FFF2-40B4-BE49-F238E27FC236}">
              <a16:creationId xmlns:a16="http://schemas.microsoft.com/office/drawing/2014/main" id="{71005AE2-6BA9-B977-BC2F-D45BBF55BA9E}"/>
            </a:ext>
          </a:extLst>
        </p:cNvPr>
        <p:cNvGrpSpPr/>
        <p:nvPr/>
      </p:nvGrpSpPr>
      <p:grpSpPr>
        <a:xfrm>
          <a:off x="0" y="0"/>
          <a:ext cx="0" cy="0"/>
          <a:chOff x="0" y="0"/>
          <a:chExt cx="0" cy="0"/>
        </a:xfrm>
      </p:grpSpPr>
      <p:sp>
        <p:nvSpPr>
          <p:cNvPr id="175" name="Google Shape;175;g36c5cf13a95_0_66:notes">
            <a:extLst>
              <a:ext uri="{FF2B5EF4-FFF2-40B4-BE49-F238E27FC236}">
                <a16:creationId xmlns:a16="http://schemas.microsoft.com/office/drawing/2014/main" id="{24D37EC0-E74C-07A0-F0AF-5E3B85A35EC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fr-FR"/>
          </a:p>
        </p:txBody>
      </p:sp>
      <p:sp>
        <p:nvSpPr>
          <p:cNvPr id="176" name="Google Shape;176;g36c5cf13a95_0_66:notes">
            <a:extLst>
              <a:ext uri="{FF2B5EF4-FFF2-40B4-BE49-F238E27FC236}">
                <a16:creationId xmlns:a16="http://schemas.microsoft.com/office/drawing/2014/main" id="{F8BEE37A-01A0-5ECF-0706-FA28BFD550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83496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636097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8451624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75749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697135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4423178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28966241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4202857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1192656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1796048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13AFB"/>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13AFB"/>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fr"/>
              <a:t>‹N°›</a:t>
            </a:fld>
            <a:endParaRPr/>
          </a:p>
        </p:txBody>
      </p:sp>
    </p:spTree>
    <p:extLst>
      <p:ext uri="{BB962C8B-B14F-4D97-AF65-F5344CB8AC3E}">
        <p14:creationId xmlns:p14="http://schemas.microsoft.com/office/powerpoint/2010/main" val="3790725384"/>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png"/><Relationship Id="rId9"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innovation.epitech.eu/"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innovation.epitech.eu/"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hyperlink" Target="mailto:paris-adm@epitech.eu" TargetMode="External"/><Relationship Id="rId4" Type="http://schemas.openxmlformats.org/officeDocument/2006/relationships/hyperlink" Target="https://help.epitech.eu/"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299975" y="3357125"/>
            <a:ext cx="8520600" cy="1055700"/>
          </a:xfrm>
          <a:prstGeom prst="rect">
            <a:avLst/>
          </a:prstGeom>
        </p:spPr>
        <p:txBody>
          <a:bodyPr spcFirstLastPara="1" wrap="square" lIns="91425" tIns="91425" rIns="91425" bIns="91425" anchor="t" anchorCtr="0">
            <a:noAutofit/>
          </a:bodyPr>
          <a:lstStyle/>
          <a:p>
            <a:pPr algn="l">
              <a:buSzPts val="990"/>
            </a:pPr>
            <a:r>
              <a:rPr lang="fr-FR" sz="5600" noProof="0" dirty="0">
                <a:solidFill>
                  <a:schemeClr val="lt1"/>
                </a:solidFill>
                <a:latin typeface="Anton"/>
                <a:ea typeface="Anton"/>
                <a:cs typeface="Anton"/>
                <a:sym typeface="Anton"/>
              </a:rPr>
              <a:t>Kick-off EIP</a:t>
            </a:r>
            <a:r>
              <a:rPr lang="fr-FR" sz="5600" noProof="0" dirty="0">
                <a:solidFill>
                  <a:srgbClr val="FF5F3A"/>
                </a:solidFill>
                <a:latin typeface="Anton"/>
                <a:ea typeface="Anton"/>
                <a:cs typeface="Anton"/>
                <a:sym typeface="Anton"/>
              </a:rPr>
              <a:t>_</a:t>
            </a:r>
          </a:p>
        </p:txBody>
      </p:sp>
      <p:sp>
        <p:nvSpPr>
          <p:cNvPr id="55" name="Google Shape;55;p13"/>
          <p:cNvSpPr txBox="1">
            <a:spLocks noGrp="1"/>
          </p:cNvSpPr>
          <p:nvPr>
            <p:ph type="subTitle" idx="1"/>
          </p:nvPr>
        </p:nvSpPr>
        <p:spPr>
          <a:xfrm>
            <a:off x="352675" y="4255600"/>
            <a:ext cx="8651100" cy="677700"/>
          </a:xfrm>
          <a:prstGeom prst="rect">
            <a:avLst/>
          </a:prstGeom>
        </p:spPr>
        <p:txBody>
          <a:bodyPr spcFirstLastPara="1" wrap="square" lIns="91425" tIns="91425" rIns="91425" bIns="91425" anchor="t" anchorCtr="0">
            <a:noAutofit/>
          </a:bodyPr>
          <a:lstStyle/>
          <a:p>
            <a:pPr marL="0" indent="0" algn="l"/>
            <a:r>
              <a:rPr lang="fr-FR" sz="2500" noProof="0" dirty="0">
                <a:solidFill>
                  <a:schemeClr val="lt1"/>
                </a:solidFill>
                <a:latin typeface="IBM Plex Sans"/>
                <a:ea typeface="IBM Plex Sans"/>
                <a:cs typeface="IBM Plex Sans"/>
                <a:sym typeface="IBM Plex Sans"/>
              </a:rPr>
              <a:t>&lt;PGE4 – 31/08/2026&gt;</a:t>
            </a:r>
          </a:p>
        </p:txBody>
      </p:sp>
      <p:pic>
        <p:nvPicPr>
          <p:cNvPr id="56" name="Google Shape;56;p13" title="logo-blanc.png"/>
          <p:cNvPicPr preferRelativeResize="0"/>
          <p:nvPr/>
        </p:nvPicPr>
        <p:blipFill>
          <a:blip r:embed="rId3">
            <a:alphaModFix/>
          </a:blip>
          <a:stretch>
            <a:fillRect/>
          </a:stretch>
        </p:blipFill>
        <p:spPr>
          <a:xfrm>
            <a:off x="381917" y="387811"/>
            <a:ext cx="2292276" cy="553950"/>
          </a:xfrm>
          <a:prstGeom prst="rect">
            <a:avLst/>
          </a:prstGeom>
          <a:noFill/>
          <a:ln>
            <a:noFill/>
          </a:ln>
        </p:spPr>
      </p:pic>
      <p:sp>
        <p:nvSpPr>
          <p:cNvPr id="57" name="Google Shape;57;p13"/>
          <p:cNvSpPr/>
          <p:nvPr/>
        </p:nvSpPr>
        <p:spPr>
          <a:xfrm rot="10800000">
            <a:off x="5043600" y="1367050"/>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58" name="Google Shape;58;p13"/>
          <p:cNvSpPr/>
          <p:nvPr/>
        </p:nvSpPr>
        <p:spPr>
          <a:xfrm rot="10800000">
            <a:off x="6410409" y="9"/>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62"/>
        <p:cNvGrpSpPr/>
        <p:nvPr/>
      </p:nvGrpSpPr>
      <p:grpSpPr>
        <a:xfrm>
          <a:off x="0" y="0"/>
          <a:ext cx="0" cy="0"/>
          <a:chOff x="0" y="0"/>
          <a:chExt cx="0" cy="0"/>
        </a:xfrm>
      </p:grpSpPr>
      <p:sp>
        <p:nvSpPr>
          <p:cNvPr id="67" name="Google Shape;67;p14"/>
          <p:cNvSpPr txBox="1">
            <a:spLocks noGrp="1"/>
          </p:cNvSpPr>
          <p:nvPr>
            <p:ph type="ctrTitle"/>
          </p:nvPr>
        </p:nvSpPr>
        <p:spPr>
          <a:xfrm>
            <a:off x="1095126" y="45076"/>
            <a:ext cx="5867400" cy="158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sz="5600" noProof="0" dirty="0">
                <a:solidFill>
                  <a:srgbClr val="013AFB"/>
                </a:solidFill>
                <a:latin typeface="Anton"/>
                <a:ea typeface="Anton"/>
                <a:cs typeface="Anton"/>
                <a:sym typeface="Anton"/>
              </a:rPr>
              <a:t>Sommaire</a:t>
            </a:r>
            <a:r>
              <a:rPr lang="fr-FR" sz="8600" noProof="0" dirty="0">
                <a:solidFill>
                  <a:srgbClr val="00FF97"/>
                </a:solidFill>
                <a:latin typeface="Anton"/>
                <a:ea typeface="Anton"/>
                <a:cs typeface="Anton"/>
                <a:sym typeface="Anton"/>
              </a:rPr>
              <a:t>_</a:t>
            </a:r>
            <a:endParaRPr lang="fr-FR" sz="8600" noProof="0" dirty="0">
              <a:solidFill>
                <a:srgbClr val="013AFB"/>
              </a:solidFill>
              <a:latin typeface="Anton"/>
              <a:ea typeface="Anton"/>
              <a:cs typeface="Anton"/>
              <a:sym typeface="Anton"/>
            </a:endParaRPr>
          </a:p>
        </p:txBody>
      </p:sp>
      <p:sp>
        <p:nvSpPr>
          <p:cNvPr id="63" name="Google Shape;63;p14"/>
          <p:cNvSpPr txBox="1">
            <a:spLocks noGrp="1"/>
          </p:cNvSpPr>
          <p:nvPr>
            <p:ph type="subTitle" idx="1"/>
          </p:nvPr>
        </p:nvSpPr>
        <p:spPr>
          <a:xfrm>
            <a:off x="1193901" y="1725283"/>
            <a:ext cx="6217200" cy="3106500"/>
          </a:xfrm>
          <a:prstGeom prst="rect">
            <a:avLst/>
          </a:prstGeom>
        </p:spPr>
        <p:txBody>
          <a:bodyPr spcFirstLastPara="1" wrap="square" lIns="91425" tIns="91425" rIns="91425" bIns="91425" anchor="t" anchorCtr="0">
            <a:normAutofit/>
          </a:bodyPr>
          <a:lstStyle/>
          <a:p>
            <a:pPr algn="l"/>
            <a:r>
              <a:rPr lang="fr-FR" sz="2000" noProof="0" dirty="0">
                <a:solidFill>
                  <a:srgbClr val="013AFB"/>
                </a:solidFill>
                <a:latin typeface="IBM Plex Sans"/>
                <a:ea typeface="IBM Plex Sans"/>
                <a:cs typeface="IBM Plex Sans"/>
                <a:sym typeface="IBM Plex Sans"/>
              </a:rPr>
              <a:t>&lt;01_ Accompagnement /&gt;</a:t>
            </a:r>
            <a:endParaRPr lang="fr-FR" sz="2000" noProof="0" dirty="0"/>
          </a:p>
          <a:p>
            <a:pPr algn="l"/>
            <a:r>
              <a:rPr lang="fr-FR" sz="2000" noProof="0" dirty="0">
                <a:solidFill>
                  <a:srgbClr val="013AFB"/>
                </a:solidFill>
                <a:latin typeface="IBM Plex Sans"/>
                <a:ea typeface="IBM Plex Sans"/>
                <a:cs typeface="IBM Plex Sans"/>
                <a:sym typeface="IBM Plex Sans"/>
              </a:rPr>
              <a:t>&lt;02_ Objectifs de l’EIP /&gt;</a:t>
            </a:r>
            <a:endParaRPr lang="fr-FR" sz="2000" noProof="0" dirty="0"/>
          </a:p>
          <a:p>
            <a:pPr algn="l"/>
            <a:r>
              <a:rPr lang="fr-FR" sz="2000" noProof="0" dirty="0">
                <a:solidFill>
                  <a:srgbClr val="013AFB"/>
                </a:solidFill>
                <a:latin typeface="IBM Plex Sans"/>
                <a:ea typeface="IBM Plex Sans"/>
                <a:cs typeface="IBM Plex Sans"/>
                <a:sym typeface="IBM Plex Sans"/>
              </a:rPr>
              <a:t>&lt;03_ Suivi pédagogique /&gt;</a:t>
            </a:r>
            <a:endParaRPr lang="fr-FR" sz="2000" noProof="0" dirty="0"/>
          </a:p>
          <a:p>
            <a:pPr algn="l"/>
            <a:r>
              <a:rPr lang="fr-FR" sz="2000" noProof="0" dirty="0">
                <a:solidFill>
                  <a:srgbClr val="013AFB"/>
                </a:solidFill>
                <a:latin typeface="IBM Plex Sans"/>
              </a:rPr>
              <a:t>&lt;04_ Mentorat /&gt;</a:t>
            </a:r>
            <a:endParaRPr lang="fr-FR" sz="2000" noProof="0" dirty="0"/>
          </a:p>
          <a:p>
            <a:pPr algn="l"/>
            <a:r>
              <a:rPr lang="fr-FR" sz="2000" noProof="0" dirty="0">
                <a:solidFill>
                  <a:srgbClr val="013AFB"/>
                </a:solidFill>
                <a:latin typeface="IBM Plex Sans"/>
                <a:ea typeface="IBM Plex Sans"/>
                <a:cs typeface="IBM Plex Sans"/>
                <a:sym typeface="IBM Plex Sans"/>
              </a:rPr>
              <a:t>&lt;05_ Calendrier /&gt;</a:t>
            </a:r>
            <a:endParaRPr lang="fr-FR" sz="2000" noProof="0" dirty="0"/>
          </a:p>
          <a:p>
            <a:pPr algn="l"/>
            <a:r>
              <a:rPr lang="fr-FR" sz="2000" noProof="0" dirty="0">
                <a:solidFill>
                  <a:srgbClr val="013AFB"/>
                </a:solidFill>
                <a:latin typeface="IBM Plex Sans"/>
                <a:ea typeface="IBM Plex Sans"/>
                <a:cs typeface="IBM Plex Sans"/>
                <a:sym typeface="IBM Plex Sans"/>
              </a:rPr>
              <a:t>&lt;06_ Soutenances /&gt;</a:t>
            </a:r>
            <a:endParaRPr lang="fr-FR" noProof="0" dirty="0">
              <a:sym typeface="IBM Plex Sans"/>
            </a:endParaRPr>
          </a:p>
          <a:p>
            <a:pPr algn="l"/>
            <a:r>
              <a:rPr lang="fr-FR" sz="2000" noProof="0" dirty="0">
                <a:solidFill>
                  <a:srgbClr val="013AFB"/>
                </a:solidFill>
                <a:latin typeface="IBM Plex Sans"/>
                <a:ea typeface="IBM Plex Sans"/>
                <a:cs typeface="IBM Plex Sans"/>
                <a:sym typeface="IBM Plex Sans"/>
              </a:rPr>
              <a:t>&lt;07_ Procédures /&gt;</a:t>
            </a:r>
            <a:endParaRPr lang="fr-FR" sz="2000" noProof="0" dirty="0"/>
          </a:p>
        </p:txBody>
      </p:sp>
      <p:sp>
        <p:nvSpPr>
          <p:cNvPr id="64" name="Google Shape;64;p14"/>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65" name="Google Shape;65;p14" title="Icône 1.png"/>
          <p:cNvPicPr preferRelativeResize="0"/>
          <p:nvPr/>
        </p:nvPicPr>
        <p:blipFill rotWithShape="1">
          <a:blip r:embed="rId3">
            <a:alphaModFix/>
          </a:blip>
          <a:srcRect l="10992" t="8600"/>
          <a:stretch/>
        </p:blipFill>
        <p:spPr>
          <a:xfrm>
            <a:off x="0" y="0"/>
            <a:ext cx="1045926" cy="1913376"/>
          </a:xfrm>
          <a:prstGeom prst="rect">
            <a:avLst/>
          </a:prstGeom>
          <a:noFill/>
          <a:ln>
            <a:noFill/>
          </a:ln>
        </p:spPr>
      </p:pic>
      <p:sp>
        <p:nvSpPr>
          <p:cNvPr id="66" name="Google Shape;66;p14"/>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&lt;2&gt;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0DCDDA1-CDF9-7BAD-1080-4BB59C699C36}"/>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4E09F2E1-5F2E-B866-53A2-6B2FEF552A78}"/>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Accompagnement</a:t>
            </a:r>
            <a:r>
              <a:rPr lang="fr-FR" sz="5600" noProof="0" dirty="0">
                <a:solidFill>
                  <a:srgbClr val="FF1EF7"/>
                </a:solidFill>
                <a:latin typeface="Anton"/>
                <a:ea typeface="Anton"/>
                <a:cs typeface="Anton"/>
                <a:sym typeface="Anton"/>
              </a:rPr>
              <a:t>_</a:t>
            </a:r>
            <a:endParaRPr lang="fr-FR" noProof="0" dirty="0"/>
          </a:p>
        </p:txBody>
      </p:sp>
      <p:sp>
        <p:nvSpPr>
          <p:cNvPr id="77" name="Google Shape;77;p15">
            <a:extLst>
              <a:ext uri="{FF2B5EF4-FFF2-40B4-BE49-F238E27FC236}">
                <a16:creationId xmlns:a16="http://schemas.microsoft.com/office/drawing/2014/main" id="{56B0A7A2-E95C-EE36-D9BF-6DA1DB765C13}"/>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01</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5B86DE1F-EDB2-085A-D7FA-B615A4E2FC37}"/>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1770F5A9-538B-4259-AC78-AF7A62427BE3}"/>
              </a:ext>
            </a:extLst>
          </p:cNvPr>
          <p:cNvSpPr/>
          <p:nvPr/>
        </p:nvSpPr>
        <p:spPr>
          <a:xfrm rot="5400000">
            <a:off x="-683400"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D3716C5F-A368-AB2A-CA17-B55AE626BF8F}"/>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74429AE5-8F64-FE9F-6067-421CB297A36A}"/>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&lt;3&gt;</a:t>
            </a:r>
          </a:p>
        </p:txBody>
      </p:sp>
    </p:spTree>
    <p:extLst>
      <p:ext uri="{BB962C8B-B14F-4D97-AF65-F5344CB8AC3E}">
        <p14:creationId xmlns:p14="http://schemas.microsoft.com/office/powerpoint/2010/main" val="37447462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2">
          <a:extLst>
            <a:ext uri="{FF2B5EF4-FFF2-40B4-BE49-F238E27FC236}">
              <a16:creationId xmlns:a16="http://schemas.microsoft.com/office/drawing/2014/main" id="{F1FD66D2-37E9-84BD-F34C-0CD5E95AB818}"/>
            </a:ext>
          </a:extLst>
        </p:cNvPr>
        <p:cNvGrpSpPr/>
        <p:nvPr/>
      </p:nvGrpSpPr>
      <p:grpSpPr>
        <a:xfrm>
          <a:off x="0" y="0"/>
          <a:ext cx="0" cy="0"/>
          <a:chOff x="0" y="0"/>
          <a:chExt cx="0" cy="0"/>
        </a:xfrm>
      </p:grpSpPr>
      <p:sp>
        <p:nvSpPr>
          <p:cNvPr id="84" name="Google Shape;84;p16">
            <a:extLst>
              <a:ext uri="{FF2B5EF4-FFF2-40B4-BE49-F238E27FC236}">
                <a16:creationId xmlns:a16="http://schemas.microsoft.com/office/drawing/2014/main" id="{F176C744-258A-CA38-2D1C-37FF98A6030A}"/>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500" b="0" i="0" u="none" strike="noStrike" kern="0" cap="none" spc="0" normalizeH="0" baseline="0" noProof="0" dirty="0">
                <a:ln>
                  <a:noFill/>
                </a:ln>
                <a:solidFill>
                  <a:srgbClr val="013AFB"/>
                </a:solidFill>
                <a:effectLst/>
                <a:uLnTx/>
                <a:uFillTx/>
                <a:latin typeface="IBM Plex Sans"/>
                <a:ea typeface="IBM Plex Sans"/>
                <a:cs typeface="IBM Plex Sans"/>
                <a:sym typeface="IBM Plex Sans"/>
              </a:rPr>
              <a:t>&lt;4&gt;</a:t>
            </a:r>
          </a:p>
        </p:txBody>
      </p:sp>
      <p:sp>
        <p:nvSpPr>
          <p:cNvPr id="85" name="Google Shape;85;p16">
            <a:extLst>
              <a:ext uri="{FF2B5EF4-FFF2-40B4-BE49-F238E27FC236}">
                <a16:creationId xmlns:a16="http://schemas.microsoft.com/office/drawing/2014/main" id="{55F04BD4-4BF9-158C-A4A3-DD9E454991F4}"/>
              </a:ext>
            </a:extLst>
          </p:cNvPr>
          <p:cNvSpPr txBox="1">
            <a:spLocks noGrp="1"/>
          </p:cNvSpPr>
          <p:nvPr>
            <p:ph type="ctrTitle"/>
          </p:nvPr>
        </p:nvSpPr>
        <p:spPr>
          <a:xfrm>
            <a:off x="233449" y="152075"/>
            <a:ext cx="6795503" cy="1069500"/>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PGE4 – </a:t>
            </a:r>
            <a:r>
              <a:rPr lang="fr-FR" sz="5600" noProof="0" dirty="0" err="1">
                <a:solidFill>
                  <a:srgbClr val="013AFB"/>
                </a:solidFill>
                <a:latin typeface="Anton"/>
                <a:ea typeface="Anton"/>
                <a:cs typeface="Anton"/>
                <a:sym typeface="Anton"/>
              </a:rPr>
              <a:t>Supervisors</a:t>
            </a:r>
            <a:r>
              <a:rPr lang="fr-FR" sz="6200" noProof="0" dirty="0">
                <a:solidFill>
                  <a:srgbClr val="013AFB"/>
                </a:solidFill>
                <a:latin typeface="Anton"/>
                <a:ea typeface="Anton"/>
                <a:cs typeface="Anton"/>
                <a:sym typeface="Anton"/>
              </a:rPr>
              <a:t>_</a:t>
            </a:r>
          </a:p>
          <a:p>
            <a:pPr algn="l"/>
            <a:endParaRPr lang="fr-FR" sz="5600" noProof="0" dirty="0">
              <a:solidFill>
                <a:srgbClr val="013AFB"/>
              </a:solidFill>
              <a:latin typeface="Anton"/>
              <a:ea typeface="Anton"/>
              <a:cs typeface="Anton"/>
              <a:sym typeface="Anton"/>
            </a:endParaRPr>
          </a:p>
          <a:p>
            <a:pPr marL="0" lvl="0" indent="0" algn="l">
              <a:spcBef>
                <a:spcPts val="0"/>
              </a:spcBef>
              <a:spcAft>
                <a:spcPts val="0"/>
              </a:spcAft>
              <a:buNone/>
            </a:pPr>
            <a:endParaRPr lang="fr-FR" sz="5000" noProof="0" dirty="0">
              <a:solidFill>
                <a:srgbClr val="013AFB"/>
              </a:solidFill>
              <a:latin typeface="Anton"/>
              <a:ea typeface="Anton"/>
              <a:cs typeface="Anton"/>
            </a:endParaRPr>
          </a:p>
        </p:txBody>
      </p:sp>
      <p:sp>
        <p:nvSpPr>
          <p:cNvPr id="88" name="Google Shape;88;p16">
            <a:extLst>
              <a:ext uri="{FF2B5EF4-FFF2-40B4-BE49-F238E27FC236}">
                <a16:creationId xmlns:a16="http://schemas.microsoft.com/office/drawing/2014/main" id="{6E60C353-3738-C5F6-ACD2-ED70B81DFC5C}"/>
              </a:ext>
            </a:extLst>
          </p:cNvPr>
          <p:cNvSpPr txBox="1">
            <a:spLocks noGrp="1"/>
          </p:cNvSpPr>
          <p:nvPr>
            <p:ph type="subTitle" idx="1"/>
          </p:nvPr>
        </p:nvSpPr>
        <p:spPr>
          <a:xfrm>
            <a:off x="223184" y="1055200"/>
            <a:ext cx="57621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&lt;International </a:t>
            </a:r>
            <a:r>
              <a:rPr lang="fr-FR" sz="2500" noProof="0" dirty="0" err="1">
                <a:solidFill>
                  <a:srgbClr val="013AFB"/>
                </a:solidFill>
                <a:latin typeface="IBM Plex Sans"/>
                <a:ea typeface="IBM Plex Sans"/>
                <a:cs typeface="IBM Plex Sans"/>
                <a:sym typeface="IBM Plex Sans"/>
              </a:rPr>
              <a:t>Affairs</a:t>
            </a:r>
            <a:r>
              <a:rPr lang="fr-FR" sz="2500" noProof="0" dirty="0">
                <a:solidFill>
                  <a:srgbClr val="013AFB"/>
                </a:solidFill>
                <a:latin typeface="IBM Plex Sans"/>
                <a:ea typeface="IBM Plex Sans"/>
                <a:cs typeface="IBM Plex Sans"/>
                <a:sym typeface="IBM Plex Sans"/>
              </a:rPr>
              <a:t>&gt;</a:t>
            </a:r>
          </a:p>
        </p:txBody>
      </p:sp>
      <p:sp>
        <p:nvSpPr>
          <p:cNvPr id="87" name="Google Shape;87;p16">
            <a:extLst>
              <a:ext uri="{FF2B5EF4-FFF2-40B4-BE49-F238E27FC236}">
                <a16:creationId xmlns:a16="http://schemas.microsoft.com/office/drawing/2014/main" id="{1DFD5F06-96E4-0FC5-1CB2-B1BA7BFDF78D}"/>
              </a:ext>
            </a:extLst>
          </p:cNvPr>
          <p:cNvSpPr/>
          <p:nvPr/>
        </p:nvSpPr>
        <p:spPr>
          <a:xfrm>
            <a:off x="7039216" y="0"/>
            <a:ext cx="2104783"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2" name="Picture 1">
            <a:extLst>
              <a:ext uri="{FF2B5EF4-FFF2-40B4-BE49-F238E27FC236}">
                <a16:creationId xmlns:a16="http://schemas.microsoft.com/office/drawing/2014/main" id="{EF730376-F6C9-77C6-B1BD-045DA13C076F}"/>
              </a:ext>
            </a:extLst>
          </p:cNvPr>
          <p:cNvPicPr>
            <a:picLocks noChangeAspect="1"/>
          </p:cNvPicPr>
          <p:nvPr/>
        </p:nvPicPr>
        <p:blipFill>
          <a:blip r:embed="rId3"/>
          <a:stretch>
            <a:fillRect/>
          </a:stretch>
        </p:blipFill>
        <p:spPr>
          <a:xfrm>
            <a:off x="230016" y="1977080"/>
            <a:ext cx="1524772" cy="1706777"/>
          </a:xfrm>
          <a:prstGeom prst="rect">
            <a:avLst/>
          </a:prstGeom>
        </p:spPr>
      </p:pic>
      <p:pic>
        <p:nvPicPr>
          <p:cNvPr id="3" name="Picture 2">
            <a:extLst>
              <a:ext uri="{FF2B5EF4-FFF2-40B4-BE49-F238E27FC236}">
                <a16:creationId xmlns:a16="http://schemas.microsoft.com/office/drawing/2014/main" id="{E65CD582-4815-5CDD-4266-A9E1B1298DD3}"/>
              </a:ext>
            </a:extLst>
          </p:cNvPr>
          <p:cNvPicPr>
            <a:picLocks noChangeAspect="1"/>
          </p:cNvPicPr>
          <p:nvPr/>
        </p:nvPicPr>
        <p:blipFill>
          <a:blip r:embed="rId4"/>
          <a:stretch>
            <a:fillRect/>
          </a:stretch>
        </p:blipFill>
        <p:spPr>
          <a:xfrm>
            <a:off x="3364515" y="1974763"/>
            <a:ext cx="1519108" cy="1695965"/>
          </a:xfrm>
          <a:prstGeom prst="rect">
            <a:avLst/>
          </a:prstGeom>
        </p:spPr>
      </p:pic>
      <p:pic>
        <p:nvPicPr>
          <p:cNvPr id="8" name="Picture 7">
            <a:extLst>
              <a:ext uri="{FF2B5EF4-FFF2-40B4-BE49-F238E27FC236}">
                <a16:creationId xmlns:a16="http://schemas.microsoft.com/office/drawing/2014/main" id="{56E13A15-EEA4-F19B-D354-F89A67C1776A}"/>
              </a:ext>
            </a:extLst>
          </p:cNvPr>
          <p:cNvPicPr>
            <a:picLocks noChangeAspect="1"/>
          </p:cNvPicPr>
          <p:nvPr/>
        </p:nvPicPr>
        <p:blipFill>
          <a:blip r:embed="rId5"/>
          <a:stretch>
            <a:fillRect/>
          </a:stretch>
        </p:blipFill>
        <p:spPr>
          <a:xfrm>
            <a:off x="6476099" y="2002695"/>
            <a:ext cx="1621053" cy="1678717"/>
          </a:xfrm>
          <a:prstGeom prst="rect">
            <a:avLst/>
          </a:prstGeom>
        </p:spPr>
      </p:pic>
      <p:sp>
        <p:nvSpPr>
          <p:cNvPr id="13" name="Google Shape;88;p16">
            <a:extLst>
              <a:ext uri="{FF2B5EF4-FFF2-40B4-BE49-F238E27FC236}">
                <a16:creationId xmlns:a16="http://schemas.microsoft.com/office/drawing/2014/main" id="{86193110-B698-CBE3-F2B4-2E550CF0AFB7}"/>
              </a:ext>
            </a:extLst>
          </p:cNvPr>
          <p:cNvSpPr txBox="1">
            <a:spLocks/>
          </p:cNvSpPr>
          <p:nvPr/>
        </p:nvSpPr>
        <p:spPr>
          <a:xfrm>
            <a:off x="3279421" y="3779351"/>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a:ln>
                  <a:noFill/>
                </a:ln>
                <a:solidFill>
                  <a:srgbClr val="013AFB"/>
                </a:solidFill>
                <a:effectLst/>
                <a:uLnTx/>
                <a:uFillTx/>
                <a:latin typeface="IBM Plex Sans"/>
                <a:cs typeface="Arial"/>
                <a:sym typeface="IBM Plex Sans"/>
              </a:rPr>
              <a:t>Katherine Safon</a:t>
            </a:r>
            <a:endParaRPr kumimoji="0" lang="fr-FR" sz="1400" b="0" i="0" u="none" strike="noStrike" kern="0" cap="none" spc="0" normalizeH="0" baseline="0" noProof="0" dirty="0">
              <a:ln>
                <a:noFill/>
              </a:ln>
              <a:solidFill>
                <a:srgbClr val="013AFB"/>
              </a:solidFill>
              <a:effectLst/>
              <a:uLnTx/>
              <a:uFillTx/>
              <a:latin typeface="IBM Plex Sans"/>
              <a:cs typeface="Arial"/>
              <a:sym typeface="Arial"/>
            </a:endParaRP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a:ln>
                  <a:noFill/>
                </a:ln>
                <a:solidFill>
                  <a:srgbClr val="013AFB"/>
                </a:solidFill>
                <a:effectLst/>
                <a:uLnTx/>
                <a:uFillTx/>
                <a:latin typeface="IBM Plex Sans"/>
                <a:cs typeface="Arial"/>
                <a:sym typeface="Arial"/>
              </a:rPr>
              <a:t>Deputy </a:t>
            </a:r>
            <a:r>
              <a:rPr kumimoji="0" lang="fr-FR" sz="1400" b="0" i="0" u="none" strike="noStrike" kern="0" cap="none" spc="0" normalizeH="0" baseline="0" noProof="0" dirty="0" err="1">
                <a:ln>
                  <a:noFill/>
                </a:ln>
                <a:solidFill>
                  <a:srgbClr val="013AFB"/>
                </a:solidFill>
                <a:effectLst/>
                <a:uLnTx/>
                <a:uFillTx/>
                <a:latin typeface="IBM Plex Sans"/>
                <a:cs typeface="Arial"/>
                <a:sym typeface="Arial"/>
              </a:rPr>
              <a:t>Director</a:t>
            </a:r>
            <a:endParaRPr kumimoji="0" lang="fr-FR" sz="1400" b="0" i="0" u="none" strike="noStrike" kern="0" cap="none" spc="0" normalizeH="0" baseline="0" noProof="0" dirty="0">
              <a:ln>
                <a:noFill/>
              </a:ln>
              <a:solidFill>
                <a:srgbClr val="013AFB"/>
              </a:solidFill>
              <a:effectLst/>
              <a:uLnTx/>
              <a:uFillTx/>
              <a:latin typeface="IBM Plex Sans"/>
              <a:cs typeface="Arial"/>
              <a:sym typeface="Arial"/>
            </a:endParaRPr>
          </a:p>
        </p:txBody>
      </p:sp>
      <p:sp>
        <p:nvSpPr>
          <p:cNvPr id="14" name="Google Shape;88;p16">
            <a:extLst>
              <a:ext uri="{FF2B5EF4-FFF2-40B4-BE49-F238E27FC236}">
                <a16:creationId xmlns:a16="http://schemas.microsoft.com/office/drawing/2014/main" id="{19654FD6-C182-0F2E-E810-AB9D019C1B50}"/>
              </a:ext>
            </a:extLst>
          </p:cNvPr>
          <p:cNvSpPr txBox="1">
            <a:spLocks/>
          </p:cNvSpPr>
          <p:nvPr/>
        </p:nvSpPr>
        <p:spPr>
          <a:xfrm>
            <a:off x="236569" y="3779351"/>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a:ln>
                  <a:noFill/>
                </a:ln>
                <a:solidFill>
                  <a:srgbClr val="013AFB"/>
                </a:solidFill>
                <a:effectLst/>
                <a:uLnTx/>
                <a:uFillTx/>
                <a:latin typeface="IBM Plex Sans"/>
                <a:cs typeface="Arial"/>
                <a:sym typeface="IBM Plex Sans"/>
              </a:rPr>
              <a:t>Yannick Tremblay</a:t>
            </a: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err="1">
                <a:ln>
                  <a:noFill/>
                </a:ln>
                <a:solidFill>
                  <a:srgbClr val="013AFB"/>
                </a:solidFill>
                <a:effectLst/>
                <a:uLnTx/>
                <a:uFillTx/>
                <a:latin typeface="IBM Plex Sans"/>
                <a:cs typeface="Arial"/>
                <a:sym typeface="Arial"/>
              </a:rPr>
              <a:t>Director</a:t>
            </a:r>
            <a:endParaRPr kumimoji="0" lang="fr-FR" sz="1400" b="0" i="0" u="none" strike="noStrike" kern="0" cap="none" spc="0" normalizeH="0" baseline="0" noProof="0" dirty="0">
              <a:ln>
                <a:noFill/>
              </a:ln>
              <a:solidFill>
                <a:srgbClr val="013AFB"/>
              </a:solidFill>
              <a:effectLst/>
              <a:uLnTx/>
              <a:uFillTx/>
              <a:latin typeface="IBM Plex Sans"/>
              <a:cs typeface="Arial"/>
              <a:sym typeface="Arial"/>
            </a:endParaRPr>
          </a:p>
        </p:txBody>
      </p:sp>
      <p:sp>
        <p:nvSpPr>
          <p:cNvPr id="15" name="Google Shape;88;p16">
            <a:extLst>
              <a:ext uri="{FF2B5EF4-FFF2-40B4-BE49-F238E27FC236}">
                <a16:creationId xmlns:a16="http://schemas.microsoft.com/office/drawing/2014/main" id="{4E739262-77C9-66FF-136E-63C3B84E6ED1}"/>
              </a:ext>
            </a:extLst>
          </p:cNvPr>
          <p:cNvSpPr txBox="1">
            <a:spLocks/>
          </p:cNvSpPr>
          <p:nvPr/>
        </p:nvSpPr>
        <p:spPr>
          <a:xfrm>
            <a:off x="6360886" y="3779351"/>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a:ln>
                  <a:noFill/>
                </a:ln>
                <a:solidFill>
                  <a:srgbClr val="013AFB"/>
                </a:solidFill>
                <a:effectLst/>
                <a:uLnTx/>
                <a:uFillTx/>
                <a:latin typeface="IBM Plex Sans"/>
                <a:cs typeface="Arial"/>
                <a:sym typeface="IBM Plex Sans"/>
              </a:rPr>
              <a:t>Cyril Meyer</a:t>
            </a:r>
            <a:endParaRPr kumimoji="0" lang="fr-FR" sz="2800" b="0" i="0" u="none" strike="noStrike" kern="0" cap="none" spc="0" normalizeH="0" baseline="0" noProof="0" dirty="0">
              <a:ln>
                <a:noFill/>
              </a:ln>
              <a:solidFill>
                <a:srgbClr val="595959"/>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400" b="0" i="0" u="none" strike="noStrike" kern="0" cap="none" spc="0" normalizeH="0" baseline="0" noProof="0" dirty="0" err="1">
                <a:ln>
                  <a:noFill/>
                </a:ln>
                <a:solidFill>
                  <a:srgbClr val="013AFB"/>
                </a:solidFill>
                <a:effectLst/>
                <a:uLnTx/>
                <a:uFillTx/>
                <a:latin typeface="IBM Plex Sans"/>
                <a:cs typeface="Arial"/>
                <a:sym typeface="Arial"/>
              </a:rPr>
              <a:t>Pedagogical</a:t>
            </a:r>
            <a:r>
              <a:rPr kumimoji="0" lang="fr-FR" sz="1400" b="0" i="0" u="none" strike="noStrike" kern="0" cap="none" spc="0" normalizeH="0" baseline="0" noProof="0" dirty="0">
                <a:ln>
                  <a:noFill/>
                </a:ln>
                <a:solidFill>
                  <a:srgbClr val="013AFB"/>
                </a:solidFill>
                <a:effectLst/>
                <a:uLnTx/>
                <a:uFillTx/>
                <a:latin typeface="IBM Plex Sans"/>
                <a:cs typeface="Arial"/>
                <a:sym typeface="Arial"/>
              </a:rPr>
              <a:t> </a:t>
            </a:r>
            <a:r>
              <a:rPr kumimoji="0" lang="fr-FR" sz="1400" b="0" i="0" u="none" strike="noStrike" kern="0" cap="none" spc="0" normalizeH="0" baseline="0" noProof="0" dirty="0" err="1">
                <a:ln>
                  <a:noFill/>
                </a:ln>
                <a:solidFill>
                  <a:srgbClr val="013AFB"/>
                </a:solidFill>
                <a:effectLst/>
                <a:uLnTx/>
                <a:uFillTx/>
                <a:latin typeface="IBM Plex Sans"/>
                <a:cs typeface="Arial"/>
                <a:sym typeface="Arial"/>
              </a:rPr>
              <a:t>Supervisor</a:t>
            </a:r>
            <a:r>
              <a:rPr kumimoji="0" lang="fr-FR" sz="1400" b="0" i="0" u="none" strike="noStrike" kern="0" cap="none" spc="0" normalizeH="0" baseline="0" noProof="0" dirty="0">
                <a:ln>
                  <a:noFill/>
                </a:ln>
                <a:solidFill>
                  <a:srgbClr val="013AFB"/>
                </a:solidFill>
                <a:effectLst/>
                <a:uLnTx/>
                <a:uFillTx/>
                <a:latin typeface="IBM Plex Sans"/>
                <a:cs typeface="Arial"/>
                <a:sym typeface="Arial"/>
              </a:rPr>
              <a:t> of International </a:t>
            </a:r>
            <a:r>
              <a:rPr kumimoji="0" lang="fr-FR" sz="1400" b="0" i="0" u="none" strike="noStrike" kern="0" cap="none" spc="0" normalizeH="0" baseline="0" noProof="0" dirty="0" err="1">
                <a:ln>
                  <a:noFill/>
                </a:ln>
                <a:solidFill>
                  <a:srgbClr val="013AFB"/>
                </a:solidFill>
                <a:effectLst/>
                <a:uLnTx/>
                <a:uFillTx/>
                <a:latin typeface="IBM Plex Sans"/>
                <a:cs typeface="Arial"/>
                <a:sym typeface="Arial"/>
              </a:rPr>
              <a:t>Mobility</a:t>
            </a:r>
            <a:endParaRPr kumimoji="0" lang="fr-FR" sz="2800" b="0" i="0" u="none" strike="noStrike" kern="0" cap="none" spc="0" normalizeH="0" baseline="0" noProof="0" dirty="0">
              <a:ln>
                <a:noFill/>
              </a:ln>
              <a:solidFill>
                <a:srgbClr val="595959"/>
              </a:solidFill>
              <a:effectLst/>
              <a:uLnTx/>
              <a:uFillTx/>
              <a:latin typeface="Arial"/>
              <a:cs typeface="Arial"/>
              <a:sym typeface="Arial"/>
            </a:endParaRPr>
          </a:p>
        </p:txBody>
      </p:sp>
    </p:spTree>
    <p:extLst>
      <p:ext uri="{BB962C8B-B14F-4D97-AF65-F5344CB8AC3E}">
        <p14:creationId xmlns:p14="http://schemas.microsoft.com/office/powerpoint/2010/main" val="177622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2">
          <a:extLst>
            <a:ext uri="{FF2B5EF4-FFF2-40B4-BE49-F238E27FC236}">
              <a16:creationId xmlns:a16="http://schemas.microsoft.com/office/drawing/2014/main" id="{27956E70-A112-32C2-47BA-3BFDAC5F4559}"/>
            </a:ext>
          </a:extLst>
        </p:cNvPr>
        <p:cNvGrpSpPr/>
        <p:nvPr/>
      </p:nvGrpSpPr>
      <p:grpSpPr>
        <a:xfrm>
          <a:off x="0" y="0"/>
          <a:ext cx="0" cy="0"/>
          <a:chOff x="0" y="0"/>
          <a:chExt cx="0" cy="0"/>
        </a:xfrm>
      </p:grpSpPr>
      <p:sp>
        <p:nvSpPr>
          <p:cNvPr id="84" name="Google Shape;84;p16">
            <a:extLst>
              <a:ext uri="{FF2B5EF4-FFF2-40B4-BE49-F238E27FC236}">
                <a16:creationId xmlns:a16="http://schemas.microsoft.com/office/drawing/2014/main" id="{6113B0F0-903E-336C-06EE-4A0DF857D652}"/>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500" b="0" i="0" u="none" strike="noStrike" kern="0" cap="none" spc="0" normalizeH="0" baseline="0" noProof="0" dirty="0">
                <a:ln>
                  <a:noFill/>
                </a:ln>
                <a:solidFill>
                  <a:srgbClr val="013AFB"/>
                </a:solidFill>
                <a:effectLst/>
                <a:uLnTx/>
                <a:uFillTx/>
                <a:latin typeface="IBM Plex Sans"/>
                <a:ea typeface="IBM Plex Sans"/>
                <a:cs typeface="IBM Plex Sans"/>
                <a:sym typeface="IBM Plex Sans"/>
              </a:rPr>
              <a:t>&lt;5&gt;</a:t>
            </a:r>
          </a:p>
        </p:txBody>
      </p:sp>
      <p:sp>
        <p:nvSpPr>
          <p:cNvPr id="85" name="Google Shape;85;p16">
            <a:extLst>
              <a:ext uri="{FF2B5EF4-FFF2-40B4-BE49-F238E27FC236}">
                <a16:creationId xmlns:a16="http://schemas.microsoft.com/office/drawing/2014/main" id="{EAA58F41-4128-5C38-A86C-B44AC3768F86}"/>
              </a:ext>
            </a:extLst>
          </p:cNvPr>
          <p:cNvSpPr txBox="1">
            <a:spLocks noGrp="1"/>
          </p:cNvSpPr>
          <p:nvPr>
            <p:ph type="ctrTitle"/>
          </p:nvPr>
        </p:nvSpPr>
        <p:spPr>
          <a:xfrm>
            <a:off x="233449" y="152075"/>
            <a:ext cx="6795503" cy="1069500"/>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PGE4 – </a:t>
            </a:r>
            <a:r>
              <a:rPr lang="fr-FR" sz="5600" noProof="0" dirty="0" err="1">
                <a:solidFill>
                  <a:srgbClr val="013AFB"/>
                </a:solidFill>
                <a:latin typeface="Anton"/>
                <a:ea typeface="Anton"/>
                <a:cs typeface="Anton"/>
                <a:sym typeface="Anton"/>
              </a:rPr>
              <a:t>Supervisors</a:t>
            </a:r>
            <a:r>
              <a:rPr lang="fr-FR" sz="6200" noProof="0" dirty="0">
                <a:solidFill>
                  <a:srgbClr val="013AFB"/>
                </a:solidFill>
                <a:latin typeface="Anton"/>
                <a:ea typeface="Anton"/>
                <a:cs typeface="Anton"/>
                <a:sym typeface="Anton"/>
              </a:rPr>
              <a:t>_</a:t>
            </a:r>
          </a:p>
          <a:p>
            <a:pPr algn="l"/>
            <a:endParaRPr lang="fr-FR" sz="5600" noProof="0" dirty="0">
              <a:solidFill>
                <a:srgbClr val="013AFB"/>
              </a:solidFill>
              <a:latin typeface="Anton"/>
              <a:ea typeface="Anton"/>
              <a:cs typeface="Anton"/>
              <a:sym typeface="Anton"/>
            </a:endParaRPr>
          </a:p>
          <a:p>
            <a:pPr algn="l"/>
            <a:endParaRPr lang="fr-FR" sz="5000" noProof="0" dirty="0">
              <a:solidFill>
                <a:srgbClr val="013AFB"/>
              </a:solidFill>
              <a:latin typeface="Anton"/>
              <a:ea typeface="Anton"/>
              <a:cs typeface="Anton"/>
              <a:sym typeface="Anton"/>
            </a:endParaRPr>
          </a:p>
          <a:p>
            <a:pPr marL="0" lvl="0" indent="0" algn="l">
              <a:spcBef>
                <a:spcPts val="0"/>
              </a:spcBef>
              <a:spcAft>
                <a:spcPts val="0"/>
              </a:spcAft>
              <a:buNone/>
            </a:pPr>
            <a:endParaRPr lang="fr-FR" sz="5000" noProof="0" dirty="0">
              <a:solidFill>
                <a:srgbClr val="013AFB"/>
              </a:solidFill>
              <a:latin typeface="Anton"/>
              <a:ea typeface="Anton"/>
              <a:cs typeface="Anton"/>
            </a:endParaRPr>
          </a:p>
        </p:txBody>
      </p:sp>
      <p:sp>
        <p:nvSpPr>
          <p:cNvPr id="88" name="Google Shape;88;p16">
            <a:extLst>
              <a:ext uri="{FF2B5EF4-FFF2-40B4-BE49-F238E27FC236}">
                <a16:creationId xmlns:a16="http://schemas.microsoft.com/office/drawing/2014/main" id="{B186599C-B666-70BF-5A62-919C9ABC341B}"/>
              </a:ext>
            </a:extLst>
          </p:cNvPr>
          <p:cNvSpPr txBox="1">
            <a:spLocks noGrp="1"/>
          </p:cNvSpPr>
          <p:nvPr>
            <p:ph type="subTitle" idx="1"/>
          </p:nvPr>
        </p:nvSpPr>
        <p:spPr>
          <a:xfrm>
            <a:off x="223184" y="1055200"/>
            <a:ext cx="57621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&lt;International </a:t>
            </a:r>
            <a:r>
              <a:rPr lang="fr-FR" sz="2500" noProof="0" dirty="0" err="1">
                <a:solidFill>
                  <a:srgbClr val="013AFB"/>
                </a:solidFill>
                <a:latin typeface="IBM Plex Sans"/>
                <a:ea typeface="IBM Plex Sans"/>
                <a:cs typeface="IBM Plex Sans"/>
                <a:sym typeface="IBM Plex Sans"/>
              </a:rPr>
              <a:t>Affairs</a:t>
            </a:r>
            <a:r>
              <a:rPr lang="fr-FR" sz="2500" noProof="0" dirty="0">
                <a:solidFill>
                  <a:srgbClr val="013AFB"/>
                </a:solidFill>
                <a:latin typeface="IBM Plex Sans"/>
                <a:ea typeface="IBM Plex Sans"/>
                <a:cs typeface="IBM Plex Sans"/>
                <a:sym typeface="IBM Plex Sans"/>
              </a:rPr>
              <a:t>&gt;</a:t>
            </a:r>
          </a:p>
        </p:txBody>
      </p:sp>
      <p:sp>
        <p:nvSpPr>
          <p:cNvPr id="87" name="Google Shape;87;p16">
            <a:extLst>
              <a:ext uri="{FF2B5EF4-FFF2-40B4-BE49-F238E27FC236}">
                <a16:creationId xmlns:a16="http://schemas.microsoft.com/office/drawing/2014/main" id="{9201E817-3D00-5E1C-4C5A-2853EA1FA7B4}"/>
              </a:ext>
            </a:extLst>
          </p:cNvPr>
          <p:cNvSpPr/>
          <p:nvPr/>
        </p:nvSpPr>
        <p:spPr>
          <a:xfrm>
            <a:off x="7039216" y="0"/>
            <a:ext cx="2104783"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4" name="Picture 3">
            <a:extLst>
              <a:ext uri="{FF2B5EF4-FFF2-40B4-BE49-F238E27FC236}">
                <a16:creationId xmlns:a16="http://schemas.microsoft.com/office/drawing/2014/main" id="{D2A509A1-9361-D9AE-3079-32A6587EC1B0}"/>
              </a:ext>
            </a:extLst>
          </p:cNvPr>
          <p:cNvPicPr>
            <a:picLocks noChangeAspect="1"/>
          </p:cNvPicPr>
          <p:nvPr/>
        </p:nvPicPr>
        <p:blipFill>
          <a:blip r:embed="rId3"/>
          <a:stretch>
            <a:fillRect/>
          </a:stretch>
        </p:blipFill>
        <p:spPr>
          <a:xfrm>
            <a:off x="2394377" y="2141580"/>
            <a:ext cx="1412789" cy="1725312"/>
          </a:xfrm>
          <a:prstGeom prst="rect">
            <a:avLst/>
          </a:prstGeom>
        </p:spPr>
      </p:pic>
      <p:pic>
        <p:nvPicPr>
          <p:cNvPr id="5" name="Picture 4">
            <a:extLst>
              <a:ext uri="{FF2B5EF4-FFF2-40B4-BE49-F238E27FC236}">
                <a16:creationId xmlns:a16="http://schemas.microsoft.com/office/drawing/2014/main" id="{1CD6B172-3426-4011-74BD-524CB5FBC53A}"/>
              </a:ext>
            </a:extLst>
          </p:cNvPr>
          <p:cNvPicPr>
            <a:picLocks noChangeAspect="1"/>
          </p:cNvPicPr>
          <p:nvPr/>
        </p:nvPicPr>
        <p:blipFill>
          <a:blip r:embed="rId4"/>
          <a:stretch>
            <a:fillRect/>
          </a:stretch>
        </p:blipFill>
        <p:spPr>
          <a:xfrm>
            <a:off x="231946" y="2076835"/>
            <a:ext cx="1420512" cy="1731234"/>
          </a:xfrm>
          <a:prstGeom prst="rect">
            <a:avLst/>
          </a:prstGeom>
        </p:spPr>
      </p:pic>
      <p:pic>
        <p:nvPicPr>
          <p:cNvPr id="6" name="Picture 5">
            <a:extLst>
              <a:ext uri="{FF2B5EF4-FFF2-40B4-BE49-F238E27FC236}">
                <a16:creationId xmlns:a16="http://schemas.microsoft.com/office/drawing/2014/main" id="{EB6CE240-CD68-D4D2-9160-8CCE2176823E}"/>
              </a:ext>
            </a:extLst>
          </p:cNvPr>
          <p:cNvPicPr>
            <a:picLocks noChangeAspect="1"/>
          </p:cNvPicPr>
          <p:nvPr/>
        </p:nvPicPr>
        <p:blipFill>
          <a:blip r:embed="rId5"/>
          <a:stretch>
            <a:fillRect/>
          </a:stretch>
        </p:blipFill>
        <p:spPr>
          <a:xfrm>
            <a:off x="7042837" y="2139136"/>
            <a:ext cx="1514732" cy="1745648"/>
          </a:xfrm>
          <a:prstGeom prst="rect">
            <a:avLst/>
          </a:prstGeom>
        </p:spPr>
      </p:pic>
      <p:pic>
        <p:nvPicPr>
          <p:cNvPr id="7" name="Picture 6">
            <a:extLst>
              <a:ext uri="{FF2B5EF4-FFF2-40B4-BE49-F238E27FC236}">
                <a16:creationId xmlns:a16="http://schemas.microsoft.com/office/drawing/2014/main" id="{EF307667-F59B-5A1F-8A92-453D2ED6FBA4}"/>
              </a:ext>
            </a:extLst>
          </p:cNvPr>
          <p:cNvPicPr>
            <a:picLocks noChangeAspect="1"/>
          </p:cNvPicPr>
          <p:nvPr/>
        </p:nvPicPr>
        <p:blipFill>
          <a:blip r:embed="rId6"/>
          <a:stretch>
            <a:fillRect/>
          </a:stretch>
        </p:blipFill>
        <p:spPr>
          <a:xfrm>
            <a:off x="4693250" y="2139135"/>
            <a:ext cx="1518336" cy="1730203"/>
          </a:xfrm>
          <a:prstGeom prst="rect">
            <a:avLst/>
          </a:prstGeom>
        </p:spPr>
      </p:pic>
      <p:sp>
        <p:nvSpPr>
          <p:cNvPr id="9" name="Google Shape;88;p16">
            <a:extLst>
              <a:ext uri="{FF2B5EF4-FFF2-40B4-BE49-F238E27FC236}">
                <a16:creationId xmlns:a16="http://schemas.microsoft.com/office/drawing/2014/main" id="{AEB30349-B52D-DF9D-DB07-A3E75ADCBE43}"/>
              </a:ext>
            </a:extLst>
          </p:cNvPr>
          <p:cNvSpPr txBox="1">
            <a:spLocks/>
          </p:cNvSpPr>
          <p:nvPr/>
        </p:nvSpPr>
        <p:spPr>
          <a:xfrm>
            <a:off x="-2843" y="3779351"/>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Camille Toussaint</a:t>
            </a: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Asia/Oceania Manager</a:t>
            </a:r>
          </a:p>
        </p:txBody>
      </p:sp>
      <p:sp>
        <p:nvSpPr>
          <p:cNvPr id="10" name="Google Shape;88;p16">
            <a:extLst>
              <a:ext uri="{FF2B5EF4-FFF2-40B4-BE49-F238E27FC236}">
                <a16:creationId xmlns:a16="http://schemas.microsoft.com/office/drawing/2014/main" id="{CAFAAAEF-EBEC-F38E-3FA4-C94C9B81EFC8}"/>
              </a:ext>
            </a:extLst>
          </p:cNvPr>
          <p:cNvSpPr txBox="1">
            <a:spLocks/>
          </p:cNvSpPr>
          <p:nvPr/>
        </p:nvSpPr>
        <p:spPr>
          <a:xfrm>
            <a:off x="2283156" y="3779350"/>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Marianne Moufakkir</a:t>
            </a: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Europe, Middle East, </a:t>
            </a:r>
            <a:r>
              <a:rPr kumimoji="0" lang="fr-FR" sz="1200" b="0" i="0" u="none" strike="noStrike" kern="0" cap="none" spc="0" normalizeH="0" baseline="0" noProof="0" dirty="0" err="1">
                <a:ln>
                  <a:noFill/>
                </a:ln>
                <a:solidFill>
                  <a:srgbClr val="013AFB"/>
                </a:solidFill>
                <a:effectLst/>
                <a:uLnTx/>
                <a:uFillTx/>
                <a:latin typeface="IBM Plex Sans"/>
                <a:cs typeface="Arial"/>
                <a:sym typeface="Arial"/>
              </a:rPr>
              <a:t>Africa</a:t>
            </a:r>
            <a:r>
              <a:rPr kumimoji="0" lang="fr-FR" sz="1200" b="0" i="0" u="none" strike="noStrike" kern="0" cap="none" spc="0" normalizeH="0" baseline="0" noProof="0" dirty="0">
                <a:ln>
                  <a:noFill/>
                </a:ln>
                <a:solidFill>
                  <a:srgbClr val="013AFB"/>
                </a:solidFill>
                <a:effectLst/>
                <a:uLnTx/>
                <a:uFillTx/>
                <a:latin typeface="IBM Plex Sans"/>
                <a:cs typeface="Arial"/>
                <a:sym typeface="Arial"/>
              </a:rPr>
              <a:t> Manager</a:t>
            </a:r>
          </a:p>
        </p:txBody>
      </p:sp>
      <p:sp>
        <p:nvSpPr>
          <p:cNvPr id="11" name="Google Shape;88;p16">
            <a:extLst>
              <a:ext uri="{FF2B5EF4-FFF2-40B4-BE49-F238E27FC236}">
                <a16:creationId xmlns:a16="http://schemas.microsoft.com/office/drawing/2014/main" id="{949D5D6E-7D47-3DE2-072C-4C9729BCC4FD}"/>
              </a:ext>
            </a:extLst>
          </p:cNvPr>
          <p:cNvSpPr txBox="1">
            <a:spLocks/>
          </p:cNvSpPr>
          <p:nvPr/>
        </p:nvSpPr>
        <p:spPr>
          <a:xfrm>
            <a:off x="4623217" y="3810242"/>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Solène Brandstetter</a:t>
            </a: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Americas Manager</a:t>
            </a:r>
          </a:p>
        </p:txBody>
      </p:sp>
      <p:sp>
        <p:nvSpPr>
          <p:cNvPr id="12" name="Google Shape;88;p16">
            <a:extLst>
              <a:ext uri="{FF2B5EF4-FFF2-40B4-BE49-F238E27FC236}">
                <a16:creationId xmlns:a16="http://schemas.microsoft.com/office/drawing/2014/main" id="{FBA41BD2-3C82-2920-AE85-73F6C011EF31}"/>
              </a:ext>
            </a:extLst>
          </p:cNvPr>
          <p:cNvSpPr txBox="1">
            <a:spLocks/>
          </p:cNvSpPr>
          <p:nvPr/>
        </p:nvSpPr>
        <p:spPr>
          <a:xfrm>
            <a:off x="7249027" y="3808212"/>
            <a:ext cx="2410330" cy="67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L="914400" marR="0" lvl="1"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L="1371600" marR="0" lvl="2"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L="1828800" marR="0" lvl="3"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L="2286000" marR="0" lvl="4"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L="2743200" marR="0" lvl="5"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L="3200400" marR="0" lvl="6"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L="3657600" marR="0" lvl="7"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L="4114800" marR="0" lvl="8" indent="-31750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Lola </a:t>
            </a:r>
            <a:r>
              <a:rPr kumimoji="0" lang="fr-FR" sz="1200" b="0" i="0" u="none" strike="noStrike" kern="0" cap="none" spc="0" normalizeH="0" baseline="0" noProof="0" dirty="0" err="1">
                <a:ln>
                  <a:noFill/>
                </a:ln>
                <a:solidFill>
                  <a:srgbClr val="013AFB"/>
                </a:solidFill>
                <a:effectLst/>
                <a:uLnTx/>
                <a:uFillTx/>
                <a:latin typeface="IBM Plex Sans"/>
                <a:cs typeface="Arial"/>
                <a:sym typeface="Arial"/>
              </a:rPr>
              <a:t>Monfroy</a:t>
            </a:r>
            <a:endParaRPr kumimoji="0" lang="fr-FR" sz="1200" b="0" i="0" u="none" strike="noStrike" kern="0" cap="none" spc="0" normalizeH="0" baseline="0" noProof="0" dirty="0">
              <a:ln>
                <a:noFill/>
              </a:ln>
              <a:solidFill>
                <a:srgbClr val="013AFB"/>
              </a:solidFill>
              <a:effectLst/>
              <a:uLnTx/>
              <a:uFillTx/>
              <a:latin typeface="IBM Plex Sans"/>
              <a:cs typeface="Arial"/>
              <a:sym typeface="Arial"/>
            </a:endParaRP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err="1">
                <a:ln>
                  <a:noFill/>
                </a:ln>
                <a:solidFill>
                  <a:srgbClr val="013AFB"/>
                </a:solidFill>
                <a:effectLst/>
                <a:uLnTx/>
                <a:uFillTx/>
                <a:latin typeface="IBM Plex Sans"/>
                <a:cs typeface="Arial"/>
                <a:sym typeface="Arial"/>
              </a:rPr>
              <a:t>Mobility</a:t>
            </a:r>
            <a:r>
              <a:rPr kumimoji="0" lang="fr-FR" sz="1200" b="0" i="0" u="none" strike="noStrike" kern="0" cap="none" spc="0" normalizeH="0" baseline="0" noProof="0" dirty="0">
                <a:ln>
                  <a:noFill/>
                </a:ln>
                <a:solidFill>
                  <a:srgbClr val="013AFB"/>
                </a:solidFill>
                <a:effectLst/>
                <a:uLnTx/>
                <a:uFillTx/>
                <a:latin typeface="IBM Plex Sans"/>
                <a:cs typeface="Arial"/>
                <a:sym typeface="Arial"/>
              </a:rPr>
              <a:t> </a:t>
            </a:r>
            <a:r>
              <a:rPr kumimoji="0" lang="fr-FR" sz="1200" b="0" i="0" u="none" strike="noStrike" kern="0" cap="none" spc="0" normalizeH="0" baseline="0" noProof="0" dirty="0" err="1">
                <a:ln>
                  <a:noFill/>
                </a:ln>
                <a:solidFill>
                  <a:srgbClr val="013AFB"/>
                </a:solidFill>
                <a:effectLst/>
                <a:uLnTx/>
                <a:uFillTx/>
                <a:latin typeface="IBM Plex Sans"/>
                <a:cs typeface="Arial"/>
                <a:sym typeface="Arial"/>
              </a:rPr>
              <a:t>Coordinator</a:t>
            </a:r>
            <a:r>
              <a:rPr kumimoji="0" lang="fr-FR" sz="1200" b="0" i="0" u="none" strike="noStrike" kern="0" cap="none" spc="0" normalizeH="0" baseline="0" noProof="0" dirty="0">
                <a:ln>
                  <a:noFill/>
                </a:ln>
                <a:solidFill>
                  <a:srgbClr val="013AFB"/>
                </a:solidFill>
                <a:effectLst/>
                <a:uLnTx/>
                <a:uFillTx/>
                <a:latin typeface="IBM Plex Sans"/>
                <a:cs typeface="Arial"/>
                <a:sym typeface="Arial"/>
              </a:rPr>
              <a:t> for </a:t>
            </a: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a:ln>
                  <a:noFill/>
                </a:ln>
                <a:solidFill>
                  <a:srgbClr val="013AFB"/>
                </a:solidFill>
                <a:effectLst/>
                <a:uLnTx/>
                <a:uFillTx/>
                <a:latin typeface="IBM Plex Sans"/>
                <a:cs typeface="Arial"/>
                <a:sym typeface="Arial"/>
              </a:rPr>
              <a:t>Europe, Middle East, </a:t>
            </a:r>
            <a:endParaRPr kumimoji="0" lang="fr-FR" sz="2800" b="0" i="0" u="none" strike="noStrike" kern="0" cap="none" spc="0" normalizeH="0" baseline="0" noProof="0" dirty="0">
              <a:ln>
                <a:noFill/>
              </a:ln>
              <a:solidFill>
                <a:srgbClr val="595959"/>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595959"/>
              </a:buClr>
              <a:buSzPts val="2800"/>
              <a:buFont typeface="Arial"/>
              <a:buNone/>
              <a:tabLst/>
              <a:defRPr/>
            </a:pPr>
            <a:r>
              <a:rPr kumimoji="0" lang="fr-FR" sz="1200" b="0" i="0" u="none" strike="noStrike" kern="0" cap="none" spc="0" normalizeH="0" baseline="0" noProof="0" dirty="0" err="1">
                <a:ln>
                  <a:noFill/>
                </a:ln>
                <a:solidFill>
                  <a:srgbClr val="013AFB"/>
                </a:solidFill>
                <a:effectLst/>
                <a:uLnTx/>
                <a:uFillTx/>
                <a:latin typeface="IBM Plex Sans"/>
                <a:cs typeface="Arial"/>
                <a:sym typeface="Arial"/>
              </a:rPr>
              <a:t>Africa</a:t>
            </a:r>
            <a:r>
              <a:rPr kumimoji="0" lang="fr-FR" sz="1200" b="0" i="0" u="none" strike="noStrike" kern="0" cap="none" spc="0" normalizeH="0" baseline="0" noProof="0" dirty="0">
                <a:ln>
                  <a:noFill/>
                </a:ln>
                <a:solidFill>
                  <a:srgbClr val="013AFB"/>
                </a:solidFill>
                <a:effectLst/>
                <a:uLnTx/>
                <a:uFillTx/>
                <a:latin typeface="IBM Plex Sans"/>
                <a:cs typeface="Arial"/>
                <a:sym typeface="Arial"/>
              </a:rPr>
              <a:t> and Canada</a:t>
            </a:r>
            <a:endParaRPr kumimoji="0" lang="fr-FR" sz="2800" b="0" i="0" u="none" strike="noStrike" kern="0" cap="none" spc="0" normalizeH="0" baseline="0" noProof="0" dirty="0">
              <a:ln>
                <a:noFill/>
              </a:ln>
              <a:solidFill>
                <a:srgbClr val="595959"/>
              </a:solidFill>
              <a:effectLst/>
              <a:uLnTx/>
              <a:uFillTx/>
              <a:latin typeface="Arial"/>
              <a:cs typeface="Arial"/>
              <a:sym typeface="Arial"/>
            </a:endParaRPr>
          </a:p>
        </p:txBody>
      </p:sp>
    </p:spTree>
    <p:extLst>
      <p:ext uri="{BB962C8B-B14F-4D97-AF65-F5344CB8AC3E}">
        <p14:creationId xmlns:p14="http://schemas.microsoft.com/office/powerpoint/2010/main" val="1504607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82">
          <a:extLst>
            <a:ext uri="{FF2B5EF4-FFF2-40B4-BE49-F238E27FC236}">
              <a16:creationId xmlns:a16="http://schemas.microsoft.com/office/drawing/2014/main" id="{093E4C86-7AB5-1EAF-5162-A742C878E77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EF4904D-5A57-EA2A-0BAA-9C35ED18B9AD}"/>
              </a:ext>
            </a:extLst>
          </p:cNvPr>
          <p:cNvSpPr/>
          <p:nvPr/>
        </p:nvSpPr>
        <p:spPr>
          <a:xfrm>
            <a:off x="1299260" y="3671962"/>
            <a:ext cx="5762100" cy="1421866"/>
          </a:xfrm>
          <a:prstGeom prst="rect">
            <a:avLst/>
          </a:prstGeom>
          <a:solidFill>
            <a:schemeClr val="bg1"/>
          </a:solidFill>
          <a:ln>
            <a:solidFill>
              <a:srgbClr val="FF5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noProof="0" dirty="0"/>
          </a:p>
        </p:txBody>
      </p:sp>
      <p:sp>
        <p:nvSpPr>
          <p:cNvPr id="85" name="Google Shape;85;p16">
            <a:extLst>
              <a:ext uri="{FF2B5EF4-FFF2-40B4-BE49-F238E27FC236}">
                <a16:creationId xmlns:a16="http://schemas.microsoft.com/office/drawing/2014/main" id="{97736E38-DA64-9922-002B-049A85D208DF}"/>
              </a:ext>
            </a:extLst>
          </p:cNvPr>
          <p:cNvSpPr txBox="1">
            <a:spLocks noGrp="1"/>
          </p:cNvSpPr>
          <p:nvPr>
            <p:ph type="ctrTitle"/>
          </p:nvPr>
        </p:nvSpPr>
        <p:spPr>
          <a:xfrm>
            <a:off x="233450" y="152075"/>
            <a:ext cx="6177000" cy="1069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sz="5000" noProof="0" dirty="0">
                <a:solidFill>
                  <a:srgbClr val="013AFB"/>
                </a:solidFill>
                <a:latin typeface="Anton"/>
                <a:ea typeface="Anton"/>
                <a:cs typeface="Anton"/>
                <a:sym typeface="Anton"/>
              </a:rPr>
              <a:t>L’équipe pédagogique</a:t>
            </a:r>
            <a:endParaRPr lang="fr-FR" sz="5600" noProof="0" dirty="0">
              <a:solidFill>
                <a:srgbClr val="FF5F3A"/>
              </a:solidFill>
              <a:latin typeface="Anton"/>
              <a:ea typeface="Anton"/>
              <a:cs typeface="Anton"/>
              <a:sym typeface="Anton"/>
            </a:endParaRPr>
          </a:p>
        </p:txBody>
      </p:sp>
      <p:sp>
        <p:nvSpPr>
          <p:cNvPr id="87" name="Google Shape;87;p16">
            <a:extLst>
              <a:ext uri="{FF2B5EF4-FFF2-40B4-BE49-F238E27FC236}">
                <a16:creationId xmlns:a16="http://schemas.microsoft.com/office/drawing/2014/main" id="{F924A8E1-B53D-4942-D5B1-9B2CBB587306}"/>
              </a:ext>
            </a:extLst>
          </p:cNvPr>
          <p:cNvSpPr/>
          <p:nvPr/>
        </p:nvSpPr>
        <p:spPr>
          <a:xfrm>
            <a:off x="6410400" y="0"/>
            <a:ext cx="27336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88" name="Google Shape;88;p16">
            <a:extLst>
              <a:ext uri="{FF2B5EF4-FFF2-40B4-BE49-F238E27FC236}">
                <a16:creationId xmlns:a16="http://schemas.microsoft.com/office/drawing/2014/main" id="{A4E2F869-4F19-86C1-8732-BBADEFAD271E}"/>
              </a:ext>
            </a:extLst>
          </p:cNvPr>
          <p:cNvSpPr txBox="1">
            <a:spLocks noGrp="1"/>
          </p:cNvSpPr>
          <p:nvPr>
            <p:ph type="subTitle" idx="1"/>
          </p:nvPr>
        </p:nvSpPr>
        <p:spPr>
          <a:xfrm>
            <a:off x="223184" y="1055200"/>
            <a:ext cx="5762100" cy="677700"/>
          </a:xfrm>
          <a:prstGeom prst="rect">
            <a:avLst/>
          </a:prstGeom>
        </p:spPr>
        <p:txBody>
          <a:bodyPr spcFirstLastPara="1" wrap="square" lIns="91425" tIns="91425" rIns="91425" bIns="91425" anchor="t" anchorCtr="0">
            <a:noAutofit/>
          </a:bodyPr>
          <a:lstStyle/>
          <a:p>
            <a:pPr marL="0" lvl="0" indent="0" algn="l"/>
            <a:r>
              <a:rPr lang="fr-FR" sz="1400" noProof="0" dirty="0">
                <a:solidFill>
                  <a:srgbClr val="013AFB"/>
                </a:solidFill>
                <a:latin typeface="IBM Plex Sans"/>
                <a:ea typeface="IBM Plex Sans"/>
                <a:cs typeface="IBM Plex Sans"/>
                <a:sym typeface="IBM Plex Sans"/>
              </a:rPr>
              <a:t>&lt;Vos référents de votre PGE4 /&gt;</a:t>
            </a:r>
          </a:p>
        </p:txBody>
      </p:sp>
      <p:sp>
        <p:nvSpPr>
          <p:cNvPr id="29" name="Rectangle 28">
            <a:extLst>
              <a:ext uri="{FF2B5EF4-FFF2-40B4-BE49-F238E27FC236}">
                <a16:creationId xmlns:a16="http://schemas.microsoft.com/office/drawing/2014/main" id="{6FB1CE7D-2892-842C-4986-435B10B52B5D}"/>
              </a:ext>
            </a:extLst>
          </p:cNvPr>
          <p:cNvSpPr/>
          <p:nvPr/>
        </p:nvSpPr>
        <p:spPr>
          <a:xfrm>
            <a:off x="2525062" y="3003248"/>
            <a:ext cx="2110998" cy="261610"/>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David</a:t>
            </a:r>
            <a:r>
              <a:rPr kumimoji="0" lang="fr-FR" sz="1100" b="1" i="0" u="none" strike="noStrike" kern="0" cap="all" spc="0" normalizeH="0" baseline="0" noProof="0" dirty="0">
                <a:ln>
                  <a:noFill/>
                </a:ln>
                <a:solidFill>
                  <a:srgbClr val="013AFB"/>
                </a:solidFill>
                <a:effectLst/>
                <a:uLnTx/>
                <a:uFillTx/>
                <a:latin typeface="Arial"/>
                <a:cs typeface="Arial"/>
                <a:sym typeface="Arial"/>
              </a:rPr>
              <a:t> </a:t>
            </a:r>
            <a:r>
              <a:rPr kumimoji="0" lang="fr-FR" sz="1000" b="1" i="0" u="none" strike="noStrike" kern="0" cap="all" spc="0" normalizeH="0" baseline="0" noProof="0" dirty="0">
                <a:ln>
                  <a:noFill/>
                </a:ln>
                <a:solidFill>
                  <a:srgbClr val="013AFB"/>
                </a:solidFill>
                <a:effectLst/>
                <a:uLnTx/>
                <a:uFillTx/>
                <a:latin typeface="Arial"/>
                <a:cs typeface="Arial"/>
                <a:sym typeface="Arial"/>
              </a:rPr>
              <a:t>ivanovic</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30" name="Rectangle 29">
            <a:extLst>
              <a:ext uri="{FF2B5EF4-FFF2-40B4-BE49-F238E27FC236}">
                <a16:creationId xmlns:a16="http://schemas.microsoft.com/office/drawing/2014/main" id="{A18B2F2E-1371-150D-D034-FC6E1D7458A4}"/>
              </a:ext>
            </a:extLst>
          </p:cNvPr>
          <p:cNvSpPr/>
          <p:nvPr/>
        </p:nvSpPr>
        <p:spPr>
          <a:xfrm>
            <a:off x="2525062" y="3195803"/>
            <a:ext cx="1275776" cy="338554"/>
          </a:xfrm>
          <a:prstGeom prst="rect">
            <a:avLst/>
          </a:prstGeom>
        </p:spPr>
        <p:txBody>
          <a:bodyPr wrap="square" lIns="0" rIns="0">
            <a:spAutoFit/>
          </a:bodyPr>
          <a:lstStyle/>
          <a:p>
            <a:pPr marL="0" marR="0" lvl="0" indent="0" algn="just" defTabSz="914400" rtl="0" eaLnBrk="1" fontAlgn="auto" latinLnBrk="0" hangingPunct="1">
              <a:lnSpc>
                <a:spcPct val="100000"/>
              </a:lnSpc>
              <a:spcBef>
                <a:spcPts val="0"/>
              </a:spcBef>
              <a:spcAft>
                <a:spcPts val="900"/>
              </a:spcAft>
              <a:buClr>
                <a:srgbClr val="000000"/>
              </a:buClr>
              <a:buSzTx/>
              <a:buFont typeface="Arial"/>
              <a:buNone/>
              <a:tabLst/>
              <a:defRPr/>
            </a:pPr>
            <a:r>
              <a:rPr kumimoji="0" lang="fr-FR" sz="800" b="0" i="0" u="none" strike="noStrike" kern="0" cap="all" spc="0" normalizeH="0" baseline="0" noProof="0" dirty="0">
                <a:ln>
                  <a:noFill/>
                </a:ln>
                <a:solidFill>
                  <a:srgbClr val="013AFB"/>
                </a:solidFill>
                <a:effectLst/>
                <a:uLnTx/>
                <a:uFillTx/>
                <a:latin typeface="Arial"/>
                <a:cs typeface="Arial"/>
                <a:sym typeface="Arial"/>
              </a:rPr>
              <a:t>Directeur Pédagogique Adjoint</a:t>
            </a:r>
          </a:p>
        </p:txBody>
      </p:sp>
      <p:sp>
        <p:nvSpPr>
          <p:cNvPr id="37" name="Rectangle 36">
            <a:extLst>
              <a:ext uri="{FF2B5EF4-FFF2-40B4-BE49-F238E27FC236}">
                <a16:creationId xmlns:a16="http://schemas.microsoft.com/office/drawing/2014/main" id="{941DFA9D-99CE-1AD0-2E93-009253EEB048}"/>
              </a:ext>
            </a:extLst>
          </p:cNvPr>
          <p:cNvSpPr/>
          <p:nvPr/>
        </p:nvSpPr>
        <p:spPr>
          <a:xfrm>
            <a:off x="6950962" y="3003248"/>
            <a:ext cx="2110998"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Marc dupovac</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38" name="Rectangle 37">
            <a:extLst>
              <a:ext uri="{FF2B5EF4-FFF2-40B4-BE49-F238E27FC236}">
                <a16:creationId xmlns:a16="http://schemas.microsoft.com/office/drawing/2014/main" id="{7C757418-BB8B-E986-4F21-DD2E58283C19}"/>
              </a:ext>
            </a:extLst>
          </p:cNvPr>
          <p:cNvSpPr/>
          <p:nvPr/>
        </p:nvSpPr>
        <p:spPr>
          <a:xfrm>
            <a:off x="6950962" y="3195803"/>
            <a:ext cx="1657866" cy="215444"/>
          </a:xfrm>
          <a:prstGeom prst="rect">
            <a:avLst/>
          </a:prstGeom>
        </p:spPr>
        <p:txBody>
          <a:bodyPr wrap="square" lIns="0" rIns="0">
            <a:spAutoFit/>
          </a:bodyPr>
          <a:lstStyle/>
          <a:p>
            <a:pPr marL="0" marR="0" lvl="0" indent="0" algn="just" defTabSz="914400" rtl="0" eaLnBrk="1" fontAlgn="auto" latinLnBrk="0" hangingPunct="1">
              <a:lnSpc>
                <a:spcPct val="100000"/>
              </a:lnSpc>
              <a:spcBef>
                <a:spcPts val="0"/>
              </a:spcBef>
              <a:spcAft>
                <a:spcPts val="900"/>
              </a:spcAft>
              <a:buClr>
                <a:srgbClr val="000000"/>
              </a:buClr>
              <a:buSzTx/>
              <a:buFont typeface="Arial"/>
              <a:buNone/>
              <a:tabLst/>
              <a:defRPr/>
            </a:pPr>
            <a:r>
              <a:rPr kumimoji="0" lang="fr-FR" sz="800" b="0" i="0" u="none" strike="noStrike" kern="0" cap="all" spc="0" normalizeH="0" baseline="0" noProof="0" dirty="0">
                <a:ln>
                  <a:noFill/>
                </a:ln>
                <a:solidFill>
                  <a:srgbClr val="013AFB"/>
                </a:solidFill>
                <a:effectLst/>
                <a:uLnTx/>
                <a:uFillTx/>
                <a:latin typeface="Arial"/>
                <a:cs typeface="Arial"/>
                <a:sym typeface="Arial"/>
              </a:rPr>
              <a:t>Administrative </a:t>
            </a:r>
            <a:r>
              <a:rPr kumimoji="0" lang="fr-FR" sz="800" b="0" i="0" u="none" strike="noStrike" kern="0" cap="all" spc="0" normalizeH="0" baseline="0" noProof="0" dirty="0" err="1">
                <a:ln>
                  <a:noFill/>
                </a:ln>
                <a:solidFill>
                  <a:srgbClr val="013AFB"/>
                </a:solidFill>
                <a:effectLst/>
                <a:uLnTx/>
                <a:uFillTx/>
                <a:latin typeface="Arial"/>
                <a:cs typeface="Arial"/>
                <a:sym typeface="Arial"/>
              </a:rPr>
              <a:t>coordinator</a:t>
            </a:r>
            <a:endParaRPr kumimoji="0" lang="fr-FR" sz="800" b="0" i="0" u="none" strike="noStrike" kern="0" cap="all" spc="0" normalizeH="0" baseline="0" noProof="0" dirty="0">
              <a:ln>
                <a:noFill/>
              </a:ln>
              <a:solidFill>
                <a:srgbClr val="013AFB"/>
              </a:solidFill>
              <a:effectLst/>
              <a:uLnTx/>
              <a:uFillTx/>
              <a:latin typeface="Arial"/>
              <a:cs typeface="Arial"/>
              <a:sym typeface="Arial"/>
            </a:endParaRPr>
          </a:p>
        </p:txBody>
      </p:sp>
      <p:cxnSp>
        <p:nvCxnSpPr>
          <p:cNvPr id="39" name="Straight Connector 61">
            <a:extLst>
              <a:ext uri="{FF2B5EF4-FFF2-40B4-BE49-F238E27FC236}">
                <a16:creationId xmlns:a16="http://schemas.microsoft.com/office/drawing/2014/main" id="{929687C3-C444-B287-BE08-AB01E77F76B4}"/>
              </a:ext>
            </a:extLst>
          </p:cNvPr>
          <p:cNvCxnSpPr>
            <a:cxnSpLocks/>
          </p:cNvCxnSpPr>
          <p:nvPr/>
        </p:nvCxnSpPr>
        <p:spPr>
          <a:xfrm>
            <a:off x="4849187" y="3422221"/>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1" name="Rectangle 40">
            <a:extLst>
              <a:ext uri="{FF2B5EF4-FFF2-40B4-BE49-F238E27FC236}">
                <a16:creationId xmlns:a16="http://schemas.microsoft.com/office/drawing/2014/main" id="{E77128E5-5AD3-6954-83C8-7FE252E04708}"/>
              </a:ext>
            </a:extLst>
          </p:cNvPr>
          <p:cNvSpPr/>
          <p:nvPr/>
        </p:nvSpPr>
        <p:spPr>
          <a:xfrm>
            <a:off x="292167" y="3003248"/>
            <a:ext cx="2110998"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Joffrey RIELA</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42" name="Rectangle 41">
            <a:extLst>
              <a:ext uri="{FF2B5EF4-FFF2-40B4-BE49-F238E27FC236}">
                <a16:creationId xmlns:a16="http://schemas.microsoft.com/office/drawing/2014/main" id="{4D228B34-955A-C4D6-D554-19A576290BC9}"/>
              </a:ext>
            </a:extLst>
          </p:cNvPr>
          <p:cNvSpPr/>
          <p:nvPr/>
        </p:nvSpPr>
        <p:spPr>
          <a:xfrm>
            <a:off x="292166" y="3195803"/>
            <a:ext cx="1893903" cy="215444"/>
          </a:xfrm>
          <a:prstGeom prst="rect">
            <a:avLst/>
          </a:prstGeom>
        </p:spPr>
        <p:txBody>
          <a:bodyPr wrap="square" lIns="0" rIns="0">
            <a:spAutoFit/>
          </a:bodyPr>
          <a:lstStyle/>
          <a:p>
            <a:pPr marL="0" marR="0" lvl="0" indent="0" algn="just" defTabSz="914400" rtl="0" eaLnBrk="1" fontAlgn="auto" latinLnBrk="0" hangingPunct="1">
              <a:lnSpc>
                <a:spcPct val="100000"/>
              </a:lnSpc>
              <a:spcBef>
                <a:spcPts val="0"/>
              </a:spcBef>
              <a:spcAft>
                <a:spcPts val="900"/>
              </a:spcAft>
              <a:buClr>
                <a:srgbClr val="000000"/>
              </a:buClr>
              <a:buSzTx/>
              <a:buFont typeface="Arial"/>
              <a:buNone/>
              <a:tabLst/>
              <a:defRPr/>
            </a:pPr>
            <a:r>
              <a:rPr kumimoji="0" lang="fr-FR" sz="800" b="0" i="0" u="none" strike="noStrike" kern="0" cap="all" spc="0" normalizeH="0" baseline="0" noProof="0" dirty="0">
                <a:ln>
                  <a:noFill/>
                </a:ln>
                <a:solidFill>
                  <a:srgbClr val="013AFB"/>
                </a:solidFill>
                <a:effectLst/>
                <a:uLnTx/>
                <a:uFillTx/>
                <a:latin typeface="Arial"/>
                <a:cs typeface="Arial"/>
                <a:sym typeface="Arial"/>
              </a:rPr>
              <a:t>Directeur Pédagogique</a:t>
            </a:r>
          </a:p>
        </p:txBody>
      </p:sp>
      <p:cxnSp>
        <p:nvCxnSpPr>
          <p:cNvPr id="43" name="Straight Connector 61">
            <a:extLst>
              <a:ext uri="{FF2B5EF4-FFF2-40B4-BE49-F238E27FC236}">
                <a16:creationId xmlns:a16="http://schemas.microsoft.com/office/drawing/2014/main" id="{733A4787-65E1-3568-6ECE-6B21DD55DDA0}"/>
              </a:ext>
            </a:extLst>
          </p:cNvPr>
          <p:cNvCxnSpPr>
            <a:cxnSpLocks/>
          </p:cNvCxnSpPr>
          <p:nvPr/>
        </p:nvCxnSpPr>
        <p:spPr>
          <a:xfrm>
            <a:off x="292166" y="3411247"/>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89EB5D15-0179-1F19-DB25-734AEF1FE64A}"/>
              </a:ext>
            </a:extLst>
          </p:cNvPr>
          <p:cNvSpPr/>
          <p:nvPr/>
        </p:nvSpPr>
        <p:spPr>
          <a:xfrm>
            <a:off x="4849187" y="3006511"/>
            <a:ext cx="2110998"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Louis Clément</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46" name="Rectangle 45">
            <a:extLst>
              <a:ext uri="{FF2B5EF4-FFF2-40B4-BE49-F238E27FC236}">
                <a16:creationId xmlns:a16="http://schemas.microsoft.com/office/drawing/2014/main" id="{8B134B33-24E4-764C-6B74-D1777E969FDD}"/>
              </a:ext>
            </a:extLst>
          </p:cNvPr>
          <p:cNvSpPr/>
          <p:nvPr/>
        </p:nvSpPr>
        <p:spPr>
          <a:xfrm>
            <a:off x="4849187" y="3199066"/>
            <a:ext cx="1657866" cy="215444"/>
          </a:xfrm>
          <a:prstGeom prst="rect">
            <a:avLst/>
          </a:prstGeom>
        </p:spPr>
        <p:txBody>
          <a:bodyPr wrap="square" lIns="0" rIns="0">
            <a:spAutoFit/>
          </a:bodyPr>
          <a:lstStyle/>
          <a:p>
            <a:pPr marL="0" marR="0" lvl="0" indent="0" algn="just" defTabSz="914400" rtl="0" eaLnBrk="1" fontAlgn="auto" latinLnBrk="0" hangingPunct="1">
              <a:lnSpc>
                <a:spcPct val="100000"/>
              </a:lnSpc>
              <a:spcBef>
                <a:spcPts val="0"/>
              </a:spcBef>
              <a:spcAft>
                <a:spcPts val="900"/>
              </a:spcAft>
              <a:buClr>
                <a:srgbClr val="000000"/>
              </a:buClr>
              <a:buSzTx/>
              <a:buFont typeface="Arial"/>
              <a:buNone/>
              <a:tabLst/>
              <a:defRPr/>
            </a:pPr>
            <a:r>
              <a:rPr kumimoji="0" lang="fr-FR" sz="800" b="0" i="0" u="none" strike="noStrike" kern="0" cap="all" spc="0" normalizeH="0" baseline="0" noProof="0" dirty="0">
                <a:ln>
                  <a:noFill/>
                </a:ln>
                <a:solidFill>
                  <a:srgbClr val="013AFB"/>
                </a:solidFill>
                <a:effectLst/>
                <a:uLnTx/>
                <a:uFillTx/>
                <a:latin typeface="Arial"/>
                <a:cs typeface="Arial"/>
                <a:sym typeface="Arial"/>
              </a:rPr>
              <a:t>Academic </a:t>
            </a:r>
            <a:r>
              <a:rPr kumimoji="0" lang="fr-FR" sz="800" b="0" i="0" u="none" strike="noStrike" kern="0" cap="all" spc="0" normalizeH="0" baseline="0" noProof="0" dirty="0" err="1">
                <a:ln>
                  <a:noFill/>
                </a:ln>
                <a:solidFill>
                  <a:srgbClr val="013AFB"/>
                </a:solidFill>
                <a:effectLst/>
                <a:uLnTx/>
                <a:uFillTx/>
                <a:latin typeface="Arial"/>
                <a:cs typeface="Arial"/>
                <a:sym typeface="Arial"/>
              </a:rPr>
              <a:t>coordinator</a:t>
            </a:r>
            <a:endParaRPr kumimoji="0" lang="fr-FR" sz="800" b="0" i="0" u="none" strike="noStrike" kern="0" cap="all" spc="0" normalizeH="0" baseline="0" noProof="0" dirty="0">
              <a:ln>
                <a:noFill/>
              </a:ln>
              <a:solidFill>
                <a:srgbClr val="013AFB"/>
              </a:solidFill>
              <a:effectLst/>
              <a:uLnTx/>
              <a:uFillTx/>
              <a:latin typeface="Arial"/>
              <a:cs typeface="Arial"/>
              <a:sym typeface="Arial"/>
            </a:endParaRPr>
          </a:p>
        </p:txBody>
      </p:sp>
      <p:cxnSp>
        <p:nvCxnSpPr>
          <p:cNvPr id="47" name="Straight Connector 61">
            <a:extLst>
              <a:ext uri="{FF2B5EF4-FFF2-40B4-BE49-F238E27FC236}">
                <a16:creationId xmlns:a16="http://schemas.microsoft.com/office/drawing/2014/main" id="{62CBDDA1-641D-2B9A-96D3-F8F12D899B29}"/>
              </a:ext>
            </a:extLst>
          </p:cNvPr>
          <p:cNvCxnSpPr>
            <a:cxnSpLocks/>
          </p:cNvCxnSpPr>
          <p:nvPr/>
        </p:nvCxnSpPr>
        <p:spPr>
          <a:xfrm>
            <a:off x="6958666" y="3422221"/>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B7114F38-B54E-6131-CBC1-FCCA21EC9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845" t="11751" r="16394" b="40737"/>
          <a:stretch>
            <a:fillRect/>
          </a:stretch>
        </p:blipFill>
        <p:spPr bwMode="auto">
          <a:xfrm>
            <a:off x="4849187" y="1727472"/>
            <a:ext cx="1230902" cy="1275775"/>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7">
            <a:extLst>
              <a:ext uri="{FF2B5EF4-FFF2-40B4-BE49-F238E27FC236}">
                <a16:creationId xmlns:a16="http://schemas.microsoft.com/office/drawing/2014/main" id="{FB58FC13-2D3A-4061-2897-015E9E280968}"/>
              </a:ext>
            </a:extLst>
          </p:cNvPr>
          <p:cNvGrpSpPr>
            <a:grpSpLocks noChangeAspect="1"/>
          </p:cNvGrpSpPr>
          <p:nvPr/>
        </p:nvGrpSpPr>
        <p:grpSpPr>
          <a:xfrm>
            <a:off x="292166" y="1675776"/>
            <a:ext cx="1281792" cy="1293005"/>
            <a:chOff x="0" y="125046"/>
            <a:chExt cx="6381204" cy="6437027"/>
          </a:xfrm>
        </p:grpSpPr>
        <p:sp>
          <p:nvSpPr>
            <p:cNvPr id="3" name="Freeform 8">
              <a:extLst>
                <a:ext uri="{FF2B5EF4-FFF2-40B4-BE49-F238E27FC236}">
                  <a16:creationId xmlns:a16="http://schemas.microsoft.com/office/drawing/2014/main" id="{FEADCB95-BBEA-FDCD-5936-4E9A98F63F41}"/>
                </a:ext>
              </a:extLst>
            </p:cNvPr>
            <p:cNvSpPr/>
            <p:nvPr/>
          </p:nvSpPr>
          <p:spPr>
            <a:xfrm>
              <a:off x="0" y="125046"/>
              <a:ext cx="6381204" cy="6437027"/>
            </a:xfrm>
            <a:custGeom>
              <a:avLst/>
              <a:gdLst/>
              <a:ahLst/>
              <a:cxnLst/>
              <a:rect l="l" t="t" r="r" b="b"/>
              <a:pathLst>
                <a:path w="6350000" h="6351270">
                  <a:moveTo>
                    <a:pt x="0" y="5955030"/>
                  </a:moveTo>
                  <a:lnTo>
                    <a:pt x="0" y="394970"/>
                  </a:lnTo>
                  <a:cubicBezTo>
                    <a:pt x="0" y="176530"/>
                    <a:pt x="176530" y="0"/>
                    <a:pt x="394970" y="0"/>
                  </a:cubicBezTo>
                  <a:lnTo>
                    <a:pt x="5956300" y="0"/>
                  </a:lnTo>
                  <a:cubicBezTo>
                    <a:pt x="6173470" y="0"/>
                    <a:pt x="6350000" y="176530"/>
                    <a:pt x="6350000" y="394970"/>
                  </a:cubicBezTo>
                  <a:cubicBezTo>
                    <a:pt x="6350000" y="394970"/>
                    <a:pt x="6350000" y="394970"/>
                    <a:pt x="6350000" y="394970"/>
                  </a:cubicBezTo>
                  <a:lnTo>
                    <a:pt x="6350000" y="5956300"/>
                  </a:lnTo>
                  <a:cubicBezTo>
                    <a:pt x="6350000" y="6174740"/>
                    <a:pt x="6173470" y="6351270"/>
                    <a:pt x="5955030" y="6351270"/>
                  </a:cubicBezTo>
                  <a:lnTo>
                    <a:pt x="5955030" y="6351270"/>
                  </a:lnTo>
                  <a:lnTo>
                    <a:pt x="394970" y="6351270"/>
                  </a:lnTo>
                  <a:cubicBezTo>
                    <a:pt x="176530" y="6350000"/>
                    <a:pt x="0" y="6173470"/>
                    <a:pt x="0" y="5955030"/>
                  </a:cubicBezTo>
                  <a:cubicBezTo>
                    <a:pt x="0" y="5955030"/>
                    <a:pt x="0" y="5955030"/>
                    <a:pt x="0" y="5955030"/>
                  </a:cubicBezTo>
                  <a:close/>
                </a:path>
              </a:pathLst>
            </a:custGeom>
            <a:blipFill>
              <a:blip r:embed="rId4"/>
              <a:stretch>
                <a:fillRect t="-430" b="-430"/>
              </a:stretch>
            </a:blipFill>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grpSp>
      <p:pic>
        <p:nvPicPr>
          <p:cNvPr id="2050" name="Picture 2" descr="Photo de profil">
            <a:extLst>
              <a:ext uri="{FF2B5EF4-FFF2-40B4-BE49-F238E27FC236}">
                <a16:creationId xmlns:a16="http://schemas.microsoft.com/office/drawing/2014/main" id="{0B9286C8-7849-6DD6-B81C-F07F114440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45365" y="1670832"/>
            <a:ext cx="1332415" cy="133241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61">
            <a:extLst>
              <a:ext uri="{FF2B5EF4-FFF2-40B4-BE49-F238E27FC236}">
                <a16:creationId xmlns:a16="http://schemas.microsoft.com/office/drawing/2014/main" id="{3280C2E9-6D9B-21B5-B908-14886BA212DE}"/>
              </a:ext>
            </a:extLst>
          </p:cNvPr>
          <p:cNvCxnSpPr>
            <a:cxnSpLocks/>
          </p:cNvCxnSpPr>
          <p:nvPr/>
        </p:nvCxnSpPr>
        <p:spPr>
          <a:xfrm>
            <a:off x="2525062" y="3534357"/>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Espace réservé du numéro de diapositive 5">
            <a:extLst>
              <a:ext uri="{FF2B5EF4-FFF2-40B4-BE49-F238E27FC236}">
                <a16:creationId xmlns:a16="http://schemas.microsoft.com/office/drawing/2014/main" id="{E8C475CF-565E-BCB7-7C86-66402B71B591}"/>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000" b="0" i="0" u="none" strike="noStrike" kern="0" cap="none" spc="0" normalizeH="0" baseline="0" noProof="0" smtClean="0">
                <a:ln>
                  <a:noFill/>
                </a:ln>
                <a:solidFill>
                  <a:srgbClr val="595959"/>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fr-FR" sz="1000" b="0" i="0" u="none" strike="noStrike" kern="0" cap="none" spc="0" normalizeH="0" baseline="0" noProof="0" dirty="0">
              <a:ln>
                <a:noFill/>
              </a:ln>
              <a:solidFill>
                <a:srgbClr val="595959"/>
              </a:solidFill>
              <a:effectLst/>
              <a:uLnTx/>
              <a:uFillTx/>
              <a:latin typeface="Arial"/>
              <a:cs typeface="Arial"/>
              <a:sym typeface="Arial"/>
            </a:endParaRPr>
          </a:p>
        </p:txBody>
      </p:sp>
      <p:pic>
        <p:nvPicPr>
          <p:cNvPr id="1026" name="Picture 2">
            <a:extLst>
              <a:ext uri="{FF2B5EF4-FFF2-40B4-BE49-F238E27FC236}">
                <a16:creationId xmlns:a16="http://schemas.microsoft.com/office/drawing/2014/main" id="{8AB768B8-411C-C439-F8B3-AD8EA9D8BE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8666" y="1734635"/>
            <a:ext cx="1274231" cy="127187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9B810EA-228D-7331-1D41-8BB34101F680}"/>
              </a:ext>
            </a:extLst>
          </p:cNvPr>
          <p:cNvSpPr/>
          <p:nvPr/>
        </p:nvSpPr>
        <p:spPr>
          <a:xfrm>
            <a:off x="2361317" y="4082550"/>
            <a:ext cx="2110998"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LISA NAY</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7" name="Rectangle 6">
            <a:extLst>
              <a:ext uri="{FF2B5EF4-FFF2-40B4-BE49-F238E27FC236}">
                <a16:creationId xmlns:a16="http://schemas.microsoft.com/office/drawing/2014/main" id="{2BB0803F-CF38-98D0-EF6F-6515B4233E03}"/>
              </a:ext>
            </a:extLst>
          </p:cNvPr>
          <p:cNvSpPr/>
          <p:nvPr/>
        </p:nvSpPr>
        <p:spPr>
          <a:xfrm>
            <a:off x="2361317" y="4275105"/>
            <a:ext cx="1574406" cy="215444"/>
          </a:xfrm>
          <a:prstGeom prst="rect">
            <a:avLst/>
          </a:prstGeom>
        </p:spPr>
        <p:txBody>
          <a:bodyPr wrap="square" lIns="0" rIns="0">
            <a:spAutoFit/>
          </a:bodyPr>
          <a:lstStyle/>
          <a:p>
            <a:pPr marL="0" marR="0" lvl="0" indent="0" algn="just" defTabSz="914400" rtl="0" eaLnBrk="1" fontAlgn="auto" latinLnBrk="0" hangingPunct="1">
              <a:lnSpc>
                <a:spcPct val="100000"/>
              </a:lnSpc>
              <a:spcBef>
                <a:spcPts val="0"/>
              </a:spcBef>
              <a:spcAft>
                <a:spcPts val="900"/>
              </a:spcAft>
              <a:buClr>
                <a:srgbClr val="000000"/>
              </a:buClr>
              <a:buSzTx/>
              <a:buFont typeface="Arial"/>
              <a:buNone/>
              <a:tabLst/>
              <a:defRPr/>
            </a:pPr>
            <a:r>
              <a:rPr kumimoji="0" lang="fr-FR" sz="800" b="0" i="0" u="none" strike="noStrike" kern="0" cap="all" spc="0" normalizeH="0" baseline="0" noProof="0" dirty="0">
                <a:ln>
                  <a:noFill/>
                </a:ln>
                <a:solidFill>
                  <a:srgbClr val="013AFB"/>
                </a:solidFill>
                <a:effectLst/>
                <a:uLnTx/>
                <a:uFillTx/>
                <a:latin typeface="Arial"/>
                <a:cs typeface="Arial"/>
                <a:sym typeface="Arial"/>
              </a:rPr>
              <a:t>Coordinateur EIP</a:t>
            </a:r>
          </a:p>
        </p:txBody>
      </p:sp>
      <p:cxnSp>
        <p:nvCxnSpPr>
          <p:cNvPr id="8" name="Straight Connector 61">
            <a:extLst>
              <a:ext uri="{FF2B5EF4-FFF2-40B4-BE49-F238E27FC236}">
                <a16:creationId xmlns:a16="http://schemas.microsoft.com/office/drawing/2014/main" id="{A74657BD-1D7E-80D0-021C-9FA477DD39D7}"/>
              </a:ext>
            </a:extLst>
          </p:cNvPr>
          <p:cNvCxnSpPr>
            <a:cxnSpLocks/>
          </p:cNvCxnSpPr>
          <p:nvPr/>
        </p:nvCxnSpPr>
        <p:spPr>
          <a:xfrm>
            <a:off x="2361317" y="4624068"/>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6583E0D6-6381-32DE-A345-D606BA61442A}"/>
              </a:ext>
            </a:extLst>
          </p:cNvPr>
          <p:cNvSpPr/>
          <p:nvPr/>
        </p:nvSpPr>
        <p:spPr>
          <a:xfrm>
            <a:off x="5854762" y="4082550"/>
            <a:ext cx="2110998" cy="246221"/>
          </a:xfrm>
          <a:prstGeom prst="rect">
            <a:avLst/>
          </a:prstGeom>
        </p:spPr>
        <p:txBody>
          <a:bodyPr wrap="square" lIns="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000" b="1" i="0" u="none" strike="noStrike" kern="0" cap="all" spc="0" normalizeH="0" baseline="0" noProof="0" dirty="0">
                <a:ln>
                  <a:noFill/>
                </a:ln>
                <a:solidFill>
                  <a:srgbClr val="013AFB"/>
                </a:solidFill>
                <a:effectLst/>
                <a:uLnTx/>
                <a:uFillTx/>
                <a:latin typeface="Arial"/>
                <a:cs typeface="Arial"/>
                <a:sym typeface="Arial"/>
              </a:rPr>
              <a:t>Faizal Nguyen</a:t>
            </a:r>
            <a:endParaRPr kumimoji="0" lang="fr-FR" sz="1100" b="1" i="0" u="none" strike="noStrike" kern="0" cap="all" spc="0" normalizeH="0" baseline="0" noProof="0" dirty="0">
              <a:ln>
                <a:noFill/>
              </a:ln>
              <a:solidFill>
                <a:srgbClr val="013AFB"/>
              </a:solidFill>
              <a:effectLst/>
              <a:uLnTx/>
              <a:uFillTx/>
              <a:latin typeface="Arial"/>
              <a:cs typeface="Arial"/>
              <a:sym typeface="Arial"/>
            </a:endParaRPr>
          </a:p>
        </p:txBody>
      </p:sp>
      <p:sp>
        <p:nvSpPr>
          <p:cNvPr id="10" name="Rectangle 9">
            <a:extLst>
              <a:ext uri="{FF2B5EF4-FFF2-40B4-BE49-F238E27FC236}">
                <a16:creationId xmlns:a16="http://schemas.microsoft.com/office/drawing/2014/main" id="{B9F8FD9A-E9A0-7404-E6A7-B555C3AFE4C8}"/>
              </a:ext>
            </a:extLst>
          </p:cNvPr>
          <p:cNvSpPr/>
          <p:nvPr/>
        </p:nvSpPr>
        <p:spPr>
          <a:xfrm>
            <a:off x="5854762" y="4275105"/>
            <a:ext cx="1589699" cy="215444"/>
          </a:xfrm>
          <a:prstGeom prst="rect">
            <a:avLst/>
          </a:prstGeom>
        </p:spPr>
        <p:txBody>
          <a:bodyPr wrap="square" lIns="0" rIns="0">
            <a:spAutoFit/>
          </a:bodyPr>
          <a:lstStyle/>
          <a:p>
            <a:pPr lvl="0" algn="just">
              <a:spcAft>
                <a:spcPts val="900"/>
              </a:spcAft>
              <a:defRPr/>
            </a:pPr>
            <a:r>
              <a:rPr lang="fr-FR" sz="800" cap="all" dirty="0">
                <a:solidFill>
                  <a:srgbClr val="013AFB"/>
                </a:solidFill>
              </a:rPr>
              <a:t>Coordinateur EIP</a:t>
            </a:r>
          </a:p>
        </p:txBody>
      </p:sp>
      <p:cxnSp>
        <p:nvCxnSpPr>
          <p:cNvPr id="11" name="Straight Connector 61">
            <a:extLst>
              <a:ext uri="{FF2B5EF4-FFF2-40B4-BE49-F238E27FC236}">
                <a16:creationId xmlns:a16="http://schemas.microsoft.com/office/drawing/2014/main" id="{9DC38DD6-EB57-D90B-7D18-E585CB03D0C0}"/>
              </a:ext>
            </a:extLst>
          </p:cNvPr>
          <p:cNvCxnSpPr>
            <a:cxnSpLocks/>
          </p:cNvCxnSpPr>
          <p:nvPr/>
        </p:nvCxnSpPr>
        <p:spPr>
          <a:xfrm>
            <a:off x="5854762" y="4639557"/>
            <a:ext cx="1007094"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2" name="Image 11">
            <a:extLst>
              <a:ext uri="{FF2B5EF4-FFF2-40B4-BE49-F238E27FC236}">
                <a16:creationId xmlns:a16="http://schemas.microsoft.com/office/drawing/2014/main" id="{A97CEDA8-C55F-4AF5-C7B4-706796697596}"/>
              </a:ext>
            </a:extLst>
          </p:cNvPr>
          <p:cNvPicPr>
            <a:picLocks noChangeAspect="1"/>
          </p:cNvPicPr>
          <p:nvPr/>
        </p:nvPicPr>
        <p:blipFill>
          <a:blip r:embed="rId7"/>
          <a:stretch>
            <a:fillRect/>
          </a:stretch>
        </p:blipFill>
        <p:spPr>
          <a:xfrm>
            <a:off x="1360819" y="3730086"/>
            <a:ext cx="829207" cy="1326731"/>
          </a:xfrm>
          <a:prstGeom prst="rect">
            <a:avLst/>
          </a:prstGeom>
        </p:spPr>
      </p:pic>
      <p:pic>
        <p:nvPicPr>
          <p:cNvPr id="13" name="Image 12">
            <a:extLst>
              <a:ext uri="{FF2B5EF4-FFF2-40B4-BE49-F238E27FC236}">
                <a16:creationId xmlns:a16="http://schemas.microsoft.com/office/drawing/2014/main" id="{D4355C4C-ACA6-7ED3-A99E-BBD69FE0E068}"/>
              </a:ext>
            </a:extLst>
          </p:cNvPr>
          <p:cNvPicPr>
            <a:picLocks noChangeAspect="1"/>
          </p:cNvPicPr>
          <p:nvPr/>
        </p:nvPicPr>
        <p:blipFill>
          <a:blip r:embed="rId8">
            <a:extLst>
              <a:ext uri="{BEBA8EAE-BF5A-486C-A8C5-ECC9F3942E4B}">
                <a14:imgProps xmlns:a14="http://schemas.microsoft.com/office/drawing/2010/main">
                  <a14:imgLayer r:embed="rId9">
                    <a14:imgEffect>
                      <a14:saturation sat="0"/>
                    </a14:imgEffect>
                  </a14:imgLayer>
                </a14:imgProps>
              </a:ext>
            </a:extLst>
          </a:blip>
          <a:stretch>
            <a:fillRect/>
          </a:stretch>
        </p:blipFill>
        <p:spPr>
          <a:xfrm>
            <a:off x="4671687" y="3740101"/>
            <a:ext cx="986383" cy="1277413"/>
          </a:xfrm>
          <a:prstGeom prst="rect">
            <a:avLst/>
          </a:prstGeom>
        </p:spPr>
      </p:pic>
    </p:spTree>
    <p:extLst>
      <p:ext uri="{BB962C8B-B14F-4D97-AF65-F5344CB8AC3E}">
        <p14:creationId xmlns:p14="http://schemas.microsoft.com/office/powerpoint/2010/main" val="37598468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2"/>
        <p:cNvGrpSpPr/>
        <p:nvPr/>
      </p:nvGrpSpPr>
      <p:grpSpPr>
        <a:xfrm>
          <a:off x="0" y="0"/>
          <a:ext cx="0" cy="0"/>
          <a:chOff x="0" y="0"/>
          <a:chExt cx="0" cy="0"/>
        </a:xfrm>
      </p:grpSpPr>
      <p:sp>
        <p:nvSpPr>
          <p:cNvPr id="24" name="Google Shape;200;p25">
            <a:extLst>
              <a:ext uri="{FF2B5EF4-FFF2-40B4-BE49-F238E27FC236}">
                <a16:creationId xmlns:a16="http://schemas.microsoft.com/office/drawing/2014/main" id="{494E8B41-24EE-35D3-A69D-F6676342D291}"/>
              </a:ext>
            </a:extLst>
          </p:cNvPr>
          <p:cNvSpPr/>
          <p:nvPr/>
        </p:nvSpPr>
        <p:spPr>
          <a:xfrm>
            <a:off x="1138146" y="1893041"/>
            <a:ext cx="2305939" cy="353002"/>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84" name="Google Shape;84;p16"/>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&lt;4&gt;</a:t>
            </a:r>
          </a:p>
        </p:txBody>
      </p:sp>
      <p:sp>
        <p:nvSpPr>
          <p:cNvPr id="85" name="Google Shape;85;p16"/>
          <p:cNvSpPr txBox="1">
            <a:spLocks noGrp="1"/>
          </p:cNvSpPr>
          <p:nvPr>
            <p:ph type="ctrTitle"/>
          </p:nvPr>
        </p:nvSpPr>
        <p:spPr>
          <a:xfrm>
            <a:off x="233449" y="152075"/>
            <a:ext cx="6795503" cy="1069500"/>
          </a:xfrm>
          <a:prstGeom prst="rect">
            <a:avLst/>
          </a:prstGeom>
        </p:spPr>
        <p:txBody>
          <a:bodyPr spcFirstLastPara="1" wrap="square" lIns="91425" tIns="91425" rIns="91425" bIns="91425" anchor="t" anchorCtr="0">
            <a:normAutofit/>
          </a:bodyPr>
          <a:lstStyle/>
          <a:p>
            <a:pPr algn="l"/>
            <a:r>
              <a:rPr lang="fr-FR" sz="5000" noProof="0" dirty="0">
                <a:solidFill>
                  <a:srgbClr val="013AFB"/>
                </a:solidFill>
                <a:latin typeface="Anton"/>
                <a:sym typeface="Anton"/>
              </a:rPr>
              <a:t>Accompagnement</a:t>
            </a:r>
            <a:r>
              <a:rPr lang="fr-FR" sz="5600" noProof="0" dirty="0">
                <a:solidFill>
                  <a:srgbClr val="013AFB"/>
                </a:solidFill>
                <a:latin typeface="Anton"/>
                <a:sym typeface="Anton"/>
              </a:rPr>
              <a:t>_</a:t>
            </a:r>
            <a:endParaRPr lang="fr-FR" noProof="0" dirty="0"/>
          </a:p>
        </p:txBody>
      </p:sp>
      <p:sp>
        <p:nvSpPr>
          <p:cNvPr id="88" name="Google Shape;88;p16"/>
          <p:cNvSpPr txBox="1">
            <a:spLocks noGrp="1"/>
          </p:cNvSpPr>
          <p:nvPr>
            <p:ph type="subTitle" idx="1"/>
          </p:nvPr>
        </p:nvSpPr>
        <p:spPr>
          <a:xfrm>
            <a:off x="223184" y="1055200"/>
            <a:ext cx="5762100" cy="677700"/>
          </a:xfrm>
          <a:prstGeom prst="rect">
            <a:avLst/>
          </a:prstGeom>
        </p:spPr>
        <p:txBody>
          <a:bodyPr spcFirstLastPara="1" wrap="square" lIns="91425" tIns="91425" rIns="91425" bIns="91425" anchor="t" anchorCtr="0">
            <a:noAutofit/>
          </a:bodyPr>
          <a:lstStyle/>
          <a:p>
            <a:pPr algn="l"/>
            <a:r>
              <a:rPr lang="fr-FR" sz="2500" noProof="0" dirty="0">
                <a:solidFill>
                  <a:srgbClr val="013AFB"/>
                </a:solidFill>
                <a:latin typeface="IBM Plex Sans"/>
                <a:ea typeface="IBM Plex Sans"/>
                <a:cs typeface="IBM Plex Sans"/>
                <a:sym typeface="IBM Plex Sans"/>
              </a:rPr>
              <a:t>&lt;Suivi EIP&gt;</a:t>
            </a:r>
            <a:endParaRPr lang="fr-FR" noProof="0" dirty="0">
              <a:sym typeface="IBM Plex Sans"/>
            </a:endParaRPr>
          </a:p>
          <a:p>
            <a:pPr marL="0" lvl="0" indent="0" algn="l"/>
            <a:endParaRPr lang="fr-FR" sz="2500" noProof="0" dirty="0">
              <a:solidFill>
                <a:srgbClr val="013AFB"/>
              </a:solidFill>
              <a:latin typeface="IBM Plex Sans"/>
              <a:ea typeface="IBM Plex Sans"/>
              <a:cs typeface="IBM Plex Sans"/>
            </a:endParaRPr>
          </a:p>
        </p:txBody>
      </p:sp>
      <p:sp>
        <p:nvSpPr>
          <p:cNvPr id="87" name="Google Shape;87;p16"/>
          <p:cNvSpPr/>
          <p:nvPr/>
        </p:nvSpPr>
        <p:spPr>
          <a:xfrm>
            <a:off x="7039216" y="0"/>
            <a:ext cx="2104783"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1" name="Google Shape;206;p25">
            <a:extLst>
              <a:ext uri="{FF2B5EF4-FFF2-40B4-BE49-F238E27FC236}">
                <a16:creationId xmlns:a16="http://schemas.microsoft.com/office/drawing/2014/main" id="{49629893-3C27-8D0D-E10D-D8453CF362DD}"/>
              </a:ext>
            </a:extLst>
          </p:cNvPr>
          <p:cNvSpPr/>
          <p:nvPr/>
        </p:nvSpPr>
        <p:spPr>
          <a:xfrm>
            <a:off x="576123" y="2060881"/>
            <a:ext cx="3416609" cy="2080232"/>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2" name="Google Shape;236;p27">
            <a:extLst>
              <a:ext uri="{FF2B5EF4-FFF2-40B4-BE49-F238E27FC236}">
                <a16:creationId xmlns:a16="http://schemas.microsoft.com/office/drawing/2014/main" id="{EEF0D547-95A5-1E57-49EE-55D2E4D70409}"/>
              </a:ext>
            </a:extLst>
          </p:cNvPr>
          <p:cNvSpPr txBox="1"/>
          <p:nvPr/>
        </p:nvSpPr>
        <p:spPr>
          <a:xfrm>
            <a:off x="1085806" y="1831604"/>
            <a:ext cx="2305939" cy="327070"/>
          </a:xfrm>
          <a:prstGeom prst="rect">
            <a:avLst/>
          </a:prstGeom>
          <a:noFill/>
          <a:ln>
            <a:noFill/>
          </a:ln>
        </p:spPr>
        <p:txBody>
          <a:bodyPr spcFirstLastPara="1" wrap="square" lIns="91425" tIns="91425" rIns="91425" bIns="91425" anchor="t" anchorCtr="0">
            <a:noAutofit/>
          </a:bodyPr>
          <a:lstStyle/>
          <a:p>
            <a:pPr algn="ctr"/>
            <a:r>
              <a:rPr lang="fr-FR" sz="1800" b="1" noProof="0" dirty="0">
                <a:solidFill>
                  <a:schemeClr val="bg1"/>
                </a:solidFill>
                <a:latin typeface="IBM Plex Sans"/>
                <a:ea typeface="IBM Plex Sans"/>
                <a:cs typeface="IBM Plex Sans"/>
                <a:sym typeface="IBM Plex Sans"/>
              </a:rPr>
              <a:t>Référent EIP</a:t>
            </a:r>
            <a:endParaRPr lang="fr-FR" sz="1800" b="1" noProof="0" dirty="0">
              <a:solidFill>
                <a:schemeClr val="bg1"/>
              </a:solidFill>
              <a:latin typeface="IBM Plex Sans"/>
              <a:ea typeface="IBM Plex Sans"/>
              <a:cs typeface="IBM Plex Sans"/>
            </a:endParaRPr>
          </a:p>
        </p:txBody>
      </p:sp>
      <p:sp>
        <p:nvSpPr>
          <p:cNvPr id="23" name="Google Shape;236;p27">
            <a:extLst>
              <a:ext uri="{FF2B5EF4-FFF2-40B4-BE49-F238E27FC236}">
                <a16:creationId xmlns:a16="http://schemas.microsoft.com/office/drawing/2014/main" id="{F37D692B-9CDF-1918-F3E9-86B0F67719F3}"/>
              </a:ext>
            </a:extLst>
          </p:cNvPr>
          <p:cNvSpPr txBox="1"/>
          <p:nvPr/>
        </p:nvSpPr>
        <p:spPr>
          <a:xfrm>
            <a:off x="879292" y="2170132"/>
            <a:ext cx="2823643" cy="1458062"/>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rPr>
              <a:t>Rôle de PO/PM</a:t>
            </a:r>
          </a:p>
          <a:p>
            <a:pPr marL="285750" indent="-285750">
              <a:buFont typeface="Wingdings" pitchFamily="2" charset="2"/>
              <a:buChar char="§"/>
            </a:pPr>
            <a:r>
              <a:rPr lang="fr-FR" sz="1450" b="1" noProof="0" dirty="0">
                <a:solidFill>
                  <a:schemeClr val="bg1"/>
                </a:solidFill>
                <a:latin typeface="IBM Plex Sans"/>
                <a:ea typeface="IBM Plex Sans"/>
              </a:rPr>
              <a:t>Soutient la collaboration en équipe</a:t>
            </a:r>
          </a:p>
          <a:p>
            <a:pPr marL="285750" indent="-285750">
              <a:buFont typeface="Wingdings" pitchFamily="2" charset="2"/>
              <a:buChar char="§"/>
            </a:pPr>
            <a:r>
              <a:rPr lang="fr-FR" sz="1450" b="1" noProof="0" dirty="0">
                <a:solidFill>
                  <a:schemeClr val="bg1"/>
                </a:solidFill>
                <a:latin typeface="IBM Plex Sans"/>
                <a:sym typeface="IBM Plex Sans"/>
              </a:rPr>
              <a:t>Gestion de conflit</a:t>
            </a:r>
            <a:endParaRPr lang="fr-FR" sz="1450" b="1" noProof="0" dirty="0">
              <a:solidFill>
                <a:schemeClr val="bg1"/>
              </a:solidFill>
              <a:latin typeface="IBM Plex Sans"/>
            </a:endParaRPr>
          </a:p>
          <a:p>
            <a:pPr marL="285750" indent="-285750">
              <a:buFont typeface="Wingdings" pitchFamily="2" charset="2"/>
              <a:buChar char="§"/>
            </a:pPr>
            <a:r>
              <a:rPr lang="fr-FR" sz="1450" b="1" noProof="0" dirty="0">
                <a:solidFill>
                  <a:schemeClr val="bg1"/>
                </a:solidFill>
                <a:latin typeface="IBM Plex Sans"/>
                <a:ea typeface="IBM Plex Sans"/>
                <a:cs typeface="IBM Plex Sans"/>
              </a:rPr>
              <a:t>Suit l’avancement du projet</a:t>
            </a:r>
          </a:p>
        </p:txBody>
      </p:sp>
      <p:sp>
        <p:nvSpPr>
          <p:cNvPr id="25" name="Google Shape;200;p25">
            <a:extLst>
              <a:ext uri="{FF2B5EF4-FFF2-40B4-BE49-F238E27FC236}">
                <a16:creationId xmlns:a16="http://schemas.microsoft.com/office/drawing/2014/main" id="{2D0209B0-24A7-ABAF-6F1C-815435BBAD83}"/>
              </a:ext>
            </a:extLst>
          </p:cNvPr>
          <p:cNvSpPr/>
          <p:nvPr/>
        </p:nvSpPr>
        <p:spPr>
          <a:xfrm>
            <a:off x="5652041" y="1893040"/>
            <a:ext cx="2305939" cy="353002"/>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6" name="Google Shape;206;p25">
            <a:extLst>
              <a:ext uri="{FF2B5EF4-FFF2-40B4-BE49-F238E27FC236}">
                <a16:creationId xmlns:a16="http://schemas.microsoft.com/office/drawing/2014/main" id="{4DA4E3BE-4359-B2DE-D7A2-AEF1AF1EB607}"/>
              </a:ext>
            </a:extLst>
          </p:cNvPr>
          <p:cNvSpPr/>
          <p:nvPr/>
        </p:nvSpPr>
        <p:spPr>
          <a:xfrm>
            <a:off x="5096705" y="2056141"/>
            <a:ext cx="3416609" cy="2084972"/>
          </a:xfrm>
          <a:prstGeom prst="rect">
            <a:avLst/>
          </a:prstGeom>
          <a:solidFill>
            <a:srgbClr val="013AFB">
              <a:alpha val="50000"/>
            </a:srgbClr>
          </a:solidFill>
          <a:ln>
            <a:noFill/>
          </a:ln>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endParaRPr lang="fr-FR" noProof="0" dirty="0"/>
          </a:p>
        </p:txBody>
      </p:sp>
      <p:sp>
        <p:nvSpPr>
          <p:cNvPr id="27" name="Google Shape;236;p27">
            <a:extLst>
              <a:ext uri="{FF2B5EF4-FFF2-40B4-BE49-F238E27FC236}">
                <a16:creationId xmlns:a16="http://schemas.microsoft.com/office/drawing/2014/main" id="{38139C3F-E0F8-0C44-8FE0-BEB3FC328956}"/>
              </a:ext>
            </a:extLst>
          </p:cNvPr>
          <p:cNvSpPr txBox="1"/>
          <p:nvPr/>
        </p:nvSpPr>
        <p:spPr>
          <a:xfrm>
            <a:off x="5652041" y="1833295"/>
            <a:ext cx="2305939" cy="267286"/>
          </a:xfrm>
          <a:prstGeom prst="rect">
            <a:avLst/>
          </a:prstGeom>
          <a:noFill/>
          <a:ln>
            <a:noFill/>
          </a:ln>
        </p:spPr>
        <p:txBody>
          <a:bodyPr spcFirstLastPara="1" wrap="square" lIns="91425" tIns="91425" rIns="91425" bIns="91425" anchor="t" anchorCtr="0">
            <a:noAutofit/>
          </a:bodyPr>
          <a:lstStyle/>
          <a:p>
            <a:pPr algn="ctr"/>
            <a:r>
              <a:rPr lang="fr-FR" sz="1800" b="1" noProof="0" dirty="0">
                <a:solidFill>
                  <a:schemeClr val="bg1"/>
                </a:solidFill>
                <a:latin typeface="IBM Plex Sans"/>
                <a:ea typeface="IBM Plex Sans"/>
                <a:cs typeface="IBM Plex Sans"/>
                <a:sym typeface="IBM Plex Sans"/>
              </a:rPr>
              <a:t>Mentor</a:t>
            </a:r>
            <a:endParaRPr lang="fr-FR" noProof="0" dirty="0">
              <a:sym typeface="IBM Plex Sans"/>
            </a:endParaRPr>
          </a:p>
          <a:p>
            <a:pPr marL="0" lvl="0" indent="0" algn="ctr">
              <a:spcBef>
                <a:spcPts val="0"/>
              </a:spcBef>
              <a:spcAft>
                <a:spcPts val="0"/>
              </a:spcAft>
              <a:buNone/>
            </a:pPr>
            <a:endParaRPr lang="fr-FR" sz="1800" b="1" noProof="0" dirty="0">
              <a:solidFill>
                <a:schemeClr val="bg1"/>
              </a:solidFill>
              <a:latin typeface="IBM Plex Sans"/>
              <a:ea typeface="IBM Plex Sans"/>
              <a:cs typeface="IBM Plex Sans"/>
            </a:endParaRPr>
          </a:p>
        </p:txBody>
      </p:sp>
      <p:sp>
        <p:nvSpPr>
          <p:cNvPr id="28" name="Google Shape;236;p27">
            <a:extLst>
              <a:ext uri="{FF2B5EF4-FFF2-40B4-BE49-F238E27FC236}">
                <a16:creationId xmlns:a16="http://schemas.microsoft.com/office/drawing/2014/main" id="{593993A3-8FB5-A09D-1FF7-FB3B22CAD501}"/>
              </a:ext>
            </a:extLst>
          </p:cNvPr>
          <p:cNvSpPr txBox="1"/>
          <p:nvPr/>
        </p:nvSpPr>
        <p:spPr>
          <a:xfrm>
            <a:off x="5393191" y="2246042"/>
            <a:ext cx="2823643" cy="1692443"/>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Challenge sur la stratégie à adopter selon votre track</a:t>
            </a:r>
          </a:p>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Suit l’avancement des objectifs de track</a:t>
            </a:r>
            <a:endParaRPr lang="fr-FR" sz="1450" b="1" noProof="0" dirty="0">
              <a:solidFill>
                <a:schemeClr val="bg1"/>
              </a:solidFill>
              <a:latin typeface="IBM Plex Sans"/>
              <a:ea typeface="IBM Plex Sans"/>
              <a:cs typeface="IBM Plex Sans"/>
            </a:endParaRPr>
          </a:p>
        </p:txBody>
      </p:sp>
      <p:cxnSp>
        <p:nvCxnSpPr>
          <p:cNvPr id="33" name="Straight Arrow Connector 30">
            <a:extLst>
              <a:ext uri="{FF2B5EF4-FFF2-40B4-BE49-F238E27FC236}">
                <a16:creationId xmlns:a16="http://schemas.microsoft.com/office/drawing/2014/main" id="{31282745-4545-5B6E-50C8-1A953E800DC2}"/>
              </a:ext>
            </a:extLst>
          </p:cNvPr>
          <p:cNvCxnSpPr>
            <a:cxnSpLocks/>
          </p:cNvCxnSpPr>
          <p:nvPr/>
        </p:nvCxnSpPr>
        <p:spPr>
          <a:xfrm>
            <a:off x="4548063" y="2293623"/>
            <a:ext cx="0" cy="1628106"/>
          </a:xfrm>
          <a:prstGeom prst="straightConnector1">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2" name="Google Shape;236;p27">
            <a:extLst>
              <a:ext uri="{FF2B5EF4-FFF2-40B4-BE49-F238E27FC236}">
                <a16:creationId xmlns:a16="http://schemas.microsoft.com/office/drawing/2014/main" id="{D391CE76-B47F-8FF1-E345-8F51A14B7476}"/>
              </a:ext>
            </a:extLst>
          </p:cNvPr>
          <p:cNvSpPr txBox="1"/>
          <p:nvPr/>
        </p:nvSpPr>
        <p:spPr>
          <a:xfrm>
            <a:off x="879292" y="3542036"/>
            <a:ext cx="2823643" cy="562891"/>
          </a:xfrm>
          <a:prstGeom prst="rect">
            <a:avLst/>
          </a:prstGeom>
          <a:noFill/>
          <a:ln>
            <a:noFill/>
          </a:ln>
        </p:spPr>
        <p:txBody>
          <a:bodyPr spcFirstLastPara="1" wrap="square" lIns="91425" tIns="91425" rIns="91425" bIns="91425" anchor="t" anchorCtr="0">
            <a:noAutofit/>
          </a:bodyPr>
          <a:lstStyle/>
          <a:p>
            <a:r>
              <a:rPr lang="fr-FR" sz="1450" b="1" noProof="0" dirty="0">
                <a:solidFill>
                  <a:schemeClr val="bg1"/>
                </a:solidFill>
                <a:latin typeface="IBM Plex Sans"/>
                <a:ea typeface="IBM Plex Sans"/>
                <a:cs typeface="IBM Plex Sans"/>
              </a:rPr>
              <a:t>C’est votre interlocuteur principal sur l’EIP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F53B72FA-6199-F5AB-C01A-05BC47276659}"/>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117B7308-2527-6EC4-8C30-C7366C6429E5}"/>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sym typeface="Anton"/>
              </a:rPr>
              <a:t>Objectifs de l’EIP</a:t>
            </a:r>
            <a:endParaRPr lang="fr-FR" noProof="0" dirty="0">
              <a:solidFill>
                <a:schemeClr val="lt1"/>
              </a:solidFill>
            </a:endParaRPr>
          </a:p>
        </p:txBody>
      </p:sp>
      <p:sp>
        <p:nvSpPr>
          <p:cNvPr id="77" name="Google Shape;77;p15">
            <a:extLst>
              <a:ext uri="{FF2B5EF4-FFF2-40B4-BE49-F238E27FC236}">
                <a16:creationId xmlns:a16="http://schemas.microsoft.com/office/drawing/2014/main" id="{29AA6373-123A-A3AB-255F-90C37C34F135}"/>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02</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3AC25980-A27F-3A64-4680-FBFBD8159541}"/>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18F9DC5F-FA4F-6E50-C62B-52FF8B080EEB}"/>
              </a:ext>
            </a:extLst>
          </p:cNvPr>
          <p:cNvSpPr/>
          <p:nvPr/>
        </p:nvSpPr>
        <p:spPr>
          <a:xfrm rot="5400000">
            <a:off x="-683381"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5F619DEE-C1BD-2612-E22A-3B17BA22DFC3}"/>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017F0A31-BC86-1366-DF4D-C28AEB491180}"/>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&lt;5&gt;</a:t>
            </a:r>
          </a:p>
        </p:txBody>
      </p:sp>
    </p:spTree>
    <p:extLst>
      <p:ext uri="{BB962C8B-B14F-4D97-AF65-F5344CB8AC3E}">
        <p14:creationId xmlns:p14="http://schemas.microsoft.com/office/powerpoint/2010/main" val="2568559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111">
          <a:extLst>
            <a:ext uri="{FF2B5EF4-FFF2-40B4-BE49-F238E27FC236}">
              <a16:creationId xmlns:a16="http://schemas.microsoft.com/office/drawing/2014/main" id="{9E5E6605-EA16-2BDD-BC4C-EB1645A11BBB}"/>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7463C74E-1463-C3AC-D3DB-273C3971E1E1}"/>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&lt;6&gt;</a:t>
            </a:r>
          </a:p>
        </p:txBody>
      </p:sp>
      <p:sp>
        <p:nvSpPr>
          <p:cNvPr id="113" name="Google Shape;113;p18">
            <a:extLst>
              <a:ext uri="{FF2B5EF4-FFF2-40B4-BE49-F238E27FC236}">
                <a16:creationId xmlns:a16="http://schemas.microsoft.com/office/drawing/2014/main" id="{331F2FBF-BC74-E657-36B8-F3331A4553A9}"/>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Objectifs de l’EIP</a:t>
            </a:r>
            <a:r>
              <a:rPr lang="fr-FR" sz="5600" noProof="0" dirty="0">
                <a:solidFill>
                  <a:srgbClr val="013AFB"/>
                </a:solidFill>
                <a:latin typeface="Anton"/>
                <a:ea typeface="Anton"/>
                <a:cs typeface="Anton"/>
                <a:sym typeface="Anton"/>
              </a:rPr>
              <a:t>_</a:t>
            </a:r>
          </a:p>
        </p:txBody>
      </p:sp>
      <p:sp>
        <p:nvSpPr>
          <p:cNvPr id="125" name="Google Shape;125;p18">
            <a:extLst>
              <a:ext uri="{FF2B5EF4-FFF2-40B4-BE49-F238E27FC236}">
                <a16:creationId xmlns:a16="http://schemas.microsoft.com/office/drawing/2014/main" id="{E0220E64-FF51-DA0E-468E-492001F4656C}"/>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&lt;Ce qui est attendu de vous&gt;</a:t>
            </a:r>
          </a:p>
        </p:txBody>
      </p:sp>
      <p:sp>
        <p:nvSpPr>
          <p:cNvPr id="115" name="Google Shape;115;p18">
            <a:extLst>
              <a:ext uri="{FF2B5EF4-FFF2-40B4-BE49-F238E27FC236}">
                <a16:creationId xmlns:a16="http://schemas.microsoft.com/office/drawing/2014/main" id="{787760BB-9AC2-97F3-575F-205C3BDEB2B9}"/>
              </a:ext>
            </a:extLst>
          </p:cNvPr>
          <p:cNvSpPr txBox="1"/>
          <p:nvPr/>
        </p:nvSpPr>
        <p:spPr>
          <a:xfrm>
            <a:off x="604743" y="2179132"/>
            <a:ext cx="7604218"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sym typeface="IBM Plex Sans"/>
              </a:rPr>
              <a:t>Travail de groupe : gestion de projet, communication et organisation, documentation et développement de votre projet</a:t>
            </a:r>
            <a:endParaRPr lang="fr-FR" noProof="0" dirty="0">
              <a:solidFill>
                <a:schemeClr val="dk1"/>
              </a:solidFill>
              <a:latin typeface="IBM Plex Sans"/>
            </a:endParaRPr>
          </a:p>
        </p:txBody>
      </p:sp>
      <p:sp>
        <p:nvSpPr>
          <p:cNvPr id="116" name="Google Shape;116;p18">
            <a:extLst>
              <a:ext uri="{FF2B5EF4-FFF2-40B4-BE49-F238E27FC236}">
                <a16:creationId xmlns:a16="http://schemas.microsoft.com/office/drawing/2014/main" id="{FFB1CF0F-5DDB-1A8E-2EC7-84B916E3FE03}"/>
              </a:ext>
            </a:extLst>
          </p:cNvPr>
          <p:cNvSpPr txBox="1"/>
          <p:nvPr/>
        </p:nvSpPr>
        <p:spPr>
          <a:xfrm>
            <a:off x="604743" y="2687132"/>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Transformer votre idée en un produit testable et commercialisable</a:t>
            </a:r>
            <a:endParaRPr lang="fr-FR" noProof="0" dirty="0">
              <a:solidFill>
                <a:schemeClr val="dk1"/>
              </a:solidFill>
            </a:endParaRPr>
          </a:p>
        </p:txBody>
      </p:sp>
      <p:sp>
        <p:nvSpPr>
          <p:cNvPr id="117" name="Google Shape;117;p18">
            <a:extLst>
              <a:ext uri="{FF2B5EF4-FFF2-40B4-BE49-F238E27FC236}">
                <a16:creationId xmlns:a16="http://schemas.microsoft.com/office/drawing/2014/main" id="{4FE2F465-1CD9-9D93-5590-E2F583562F4C}"/>
              </a:ext>
            </a:extLst>
          </p:cNvPr>
          <p:cNvSpPr txBox="1"/>
          <p:nvPr/>
        </p:nvSpPr>
        <p:spPr>
          <a:xfrm>
            <a:off x="604743" y="3068132"/>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Préparer vos défenses devant un jury professionnel</a:t>
            </a:r>
            <a:endParaRPr lang="fr-FR" noProof="0" dirty="0">
              <a:solidFill>
                <a:schemeClr val="dk1"/>
              </a:solidFill>
            </a:endParaRPr>
          </a:p>
          <a:p>
            <a:endParaRPr lang="fr-FR" noProof="0" dirty="0">
              <a:solidFill>
                <a:schemeClr val="dk1"/>
              </a:solidFill>
              <a:latin typeface="IBM Plex Sans"/>
            </a:endParaRPr>
          </a:p>
        </p:txBody>
      </p:sp>
      <p:sp>
        <p:nvSpPr>
          <p:cNvPr id="119" name="Google Shape;119;p18">
            <a:extLst>
              <a:ext uri="{FF2B5EF4-FFF2-40B4-BE49-F238E27FC236}">
                <a16:creationId xmlns:a16="http://schemas.microsoft.com/office/drawing/2014/main" id="{774BDE50-7B45-B2B8-10DD-4A7ACBF29CFF}"/>
              </a:ext>
            </a:extLst>
          </p:cNvPr>
          <p:cNvSpPr/>
          <p:nvPr/>
        </p:nvSpPr>
        <p:spPr>
          <a:xfrm>
            <a:off x="358300" y="2343039"/>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0" name="Google Shape;120;p18">
            <a:extLst>
              <a:ext uri="{FF2B5EF4-FFF2-40B4-BE49-F238E27FC236}">
                <a16:creationId xmlns:a16="http://schemas.microsoft.com/office/drawing/2014/main" id="{B2BD482F-19DE-1C42-0872-AD70DBAE0BCF}"/>
              </a:ext>
            </a:extLst>
          </p:cNvPr>
          <p:cNvSpPr/>
          <p:nvPr/>
        </p:nvSpPr>
        <p:spPr>
          <a:xfrm>
            <a:off x="358300" y="284423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1" name="Google Shape;121;p18">
            <a:extLst>
              <a:ext uri="{FF2B5EF4-FFF2-40B4-BE49-F238E27FC236}">
                <a16:creationId xmlns:a16="http://schemas.microsoft.com/office/drawing/2014/main" id="{7E1F62A2-9EDB-1EE7-A4D3-5A0EC388D179}"/>
              </a:ext>
            </a:extLst>
          </p:cNvPr>
          <p:cNvSpPr/>
          <p:nvPr/>
        </p:nvSpPr>
        <p:spPr>
          <a:xfrm>
            <a:off x="358300" y="3232039"/>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005277FC-074C-90DF-6020-786931555F6C}"/>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117;p18">
            <a:extLst>
              <a:ext uri="{FF2B5EF4-FFF2-40B4-BE49-F238E27FC236}">
                <a16:creationId xmlns:a16="http://schemas.microsoft.com/office/drawing/2014/main" id="{0E0BFB07-A2EF-ACBB-D21C-0B0DF0688D30}"/>
              </a:ext>
            </a:extLst>
          </p:cNvPr>
          <p:cNvSpPr txBox="1"/>
          <p:nvPr/>
        </p:nvSpPr>
        <p:spPr>
          <a:xfrm>
            <a:off x="603207" y="3714677"/>
            <a:ext cx="7373309"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rPr>
              <a:t>C’est votre projet : </a:t>
            </a:r>
            <a:r>
              <a:rPr lang="fr-FR" noProof="0" dirty="0">
                <a:solidFill>
                  <a:schemeClr val="dk1"/>
                </a:solidFill>
                <a:latin typeface="IBM Plex Sans"/>
              </a:rPr>
              <a:t>on attend de vous un travail en </a:t>
            </a:r>
            <a:r>
              <a:rPr lang="fr-FR" b="1" noProof="0" dirty="0">
                <a:solidFill>
                  <a:schemeClr val="dk1"/>
                </a:solidFill>
                <a:latin typeface="IBM Plex Sans"/>
              </a:rPr>
              <a:t>autonomie</a:t>
            </a:r>
            <a:r>
              <a:rPr lang="fr-FR" noProof="0" dirty="0">
                <a:solidFill>
                  <a:schemeClr val="dk1"/>
                </a:solidFill>
                <a:latin typeface="IBM Plex Sans"/>
              </a:rPr>
              <a:t>, votre référent EIP et votre mentor sont là pour vous accompagner et vous guider tout au long de ce parcours</a:t>
            </a:r>
          </a:p>
        </p:txBody>
      </p:sp>
    </p:spTree>
    <p:extLst>
      <p:ext uri="{BB962C8B-B14F-4D97-AF65-F5344CB8AC3E}">
        <p14:creationId xmlns:p14="http://schemas.microsoft.com/office/powerpoint/2010/main" val="83696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40A1746F-ECEC-70A1-A476-7419BBD9CE84}"/>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7D8DF53D-F487-4EA8-BE4E-9E2B5F7EF035}"/>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&lt;7&gt;</a:t>
            </a:r>
          </a:p>
        </p:txBody>
      </p:sp>
      <p:sp>
        <p:nvSpPr>
          <p:cNvPr id="113" name="Google Shape;113;p18">
            <a:extLst>
              <a:ext uri="{FF2B5EF4-FFF2-40B4-BE49-F238E27FC236}">
                <a16:creationId xmlns:a16="http://schemas.microsoft.com/office/drawing/2014/main" id="{70A2FA39-CB74-0962-1D78-D2EAF3FE31BE}"/>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Objectifs de l’EIP</a:t>
            </a:r>
            <a:r>
              <a:rPr lang="fr-FR" sz="5600" noProof="0" dirty="0">
                <a:solidFill>
                  <a:srgbClr val="013AFB"/>
                </a:solidFill>
                <a:latin typeface="Anton"/>
                <a:ea typeface="Anton"/>
                <a:cs typeface="Anton"/>
                <a:sym typeface="Anton"/>
              </a:rPr>
              <a:t>_</a:t>
            </a:r>
            <a:endParaRPr lang="fr-FR" sz="5600" noProof="0" dirty="0">
              <a:solidFill>
                <a:srgbClr val="013AFB"/>
              </a:solidFill>
              <a:latin typeface="Anton"/>
              <a:ea typeface="Anton"/>
              <a:cs typeface="Anton"/>
            </a:endParaRPr>
          </a:p>
        </p:txBody>
      </p:sp>
      <p:sp>
        <p:nvSpPr>
          <p:cNvPr id="125" name="Google Shape;125;p18">
            <a:extLst>
              <a:ext uri="{FF2B5EF4-FFF2-40B4-BE49-F238E27FC236}">
                <a16:creationId xmlns:a16="http://schemas.microsoft.com/office/drawing/2014/main" id="{5771BF3B-B21F-CC48-A1E5-408BC53B384E}"/>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&lt;Dates clés PGE4&gt;</a:t>
            </a:r>
          </a:p>
        </p:txBody>
      </p:sp>
      <p:sp>
        <p:nvSpPr>
          <p:cNvPr id="115" name="Google Shape;115;p18">
            <a:extLst>
              <a:ext uri="{FF2B5EF4-FFF2-40B4-BE49-F238E27FC236}">
                <a16:creationId xmlns:a16="http://schemas.microsoft.com/office/drawing/2014/main" id="{49506657-2E48-DFA9-961C-6730B6AA68C5}"/>
              </a:ext>
            </a:extLst>
          </p:cNvPr>
          <p:cNvSpPr txBox="1"/>
          <p:nvPr/>
        </p:nvSpPr>
        <p:spPr>
          <a:xfrm>
            <a:off x="598971" y="2114964"/>
            <a:ext cx="8280334"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cs typeface="IBM Plex Sans"/>
                <a:sym typeface="IBM Plex Sans"/>
              </a:rPr>
              <a:t>Rendu du Beta Test Plan (BTP) : première version le </a:t>
            </a:r>
            <a:r>
              <a:rPr lang="fr-FR" b="1" noProof="0" dirty="0">
                <a:solidFill>
                  <a:schemeClr val="accent1">
                    <a:lumMod val="76000"/>
                  </a:schemeClr>
                </a:solidFill>
                <a:latin typeface="IBM Plex Sans"/>
                <a:ea typeface="IBM Plex Sans"/>
                <a:cs typeface="IBM Plex Sans"/>
                <a:sym typeface="IBM Plex Sans"/>
              </a:rPr>
              <a:t>07/02/2027 à 23h42</a:t>
            </a:r>
            <a:r>
              <a:rPr lang="fr-FR" noProof="0" dirty="0">
                <a:solidFill>
                  <a:schemeClr val="tx1"/>
                </a:solidFill>
                <a:latin typeface="IBM Plex Sans"/>
                <a:ea typeface="IBM Plex Sans"/>
                <a:cs typeface="IBM Plex Sans"/>
                <a:sym typeface="IBM Plex Sans"/>
              </a:rPr>
              <a:t>, version finale après correction du référent</a:t>
            </a:r>
            <a:r>
              <a:rPr lang="fr-FR" b="1" noProof="0" dirty="0">
                <a:solidFill>
                  <a:schemeClr val="accent1">
                    <a:lumMod val="76000"/>
                  </a:schemeClr>
                </a:solidFill>
                <a:latin typeface="IBM Plex Sans"/>
                <a:ea typeface="IBM Plex Sans"/>
                <a:cs typeface="IBM Plex Sans"/>
                <a:sym typeface="IBM Plex Sans"/>
              </a:rPr>
              <a:t> </a:t>
            </a:r>
            <a:r>
              <a:rPr lang="fr-FR" noProof="0" dirty="0">
                <a:solidFill>
                  <a:schemeClr val="tx1"/>
                </a:solidFill>
                <a:latin typeface="IBM Plex Sans"/>
                <a:ea typeface="IBM Plex Sans"/>
                <a:cs typeface="IBM Plex Sans"/>
                <a:sym typeface="IBM Plex Sans"/>
              </a:rPr>
              <a:t>EIP le </a:t>
            </a:r>
            <a:r>
              <a:rPr lang="fr-FR" b="1" noProof="0" dirty="0">
                <a:solidFill>
                  <a:schemeClr val="accent1">
                    <a:lumMod val="76000"/>
                  </a:schemeClr>
                </a:solidFill>
                <a:latin typeface="IBM Plex Sans"/>
                <a:ea typeface="IBM Plex Sans"/>
                <a:cs typeface="IBM Plex Sans"/>
                <a:sym typeface="IBM Plex Sans"/>
              </a:rPr>
              <a:t>04/04/2027</a:t>
            </a:r>
            <a:endParaRPr lang="fr-FR" noProof="0" dirty="0">
              <a:solidFill>
                <a:schemeClr val="accent1">
                  <a:lumMod val="76000"/>
                </a:schemeClr>
              </a:solidFill>
              <a:latin typeface="IBM Plex Sans"/>
            </a:endParaRPr>
          </a:p>
          <a:p>
            <a:endParaRPr lang="fr-FR" b="1" noProof="0" dirty="0">
              <a:solidFill>
                <a:schemeClr val="accent1">
                  <a:lumMod val="76000"/>
                </a:schemeClr>
              </a:solidFill>
              <a:latin typeface="IBM Plex Sans"/>
              <a:ea typeface="IBM Plex Sans"/>
              <a:cs typeface="IBM Plex Sans"/>
            </a:endParaRPr>
          </a:p>
        </p:txBody>
      </p:sp>
      <p:sp>
        <p:nvSpPr>
          <p:cNvPr id="116" name="Google Shape;116;p18">
            <a:extLst>
              <a:ext uri="{FF2B5EF4-FFF2-40B4-BE49-F238E27FC236}">
                <a16:creationId xmlns:a16="http://schemas.microsoft.com/office/drawing/2014/main" id="{01CC6868-245C-6344-7007-EB798F460375}"/>
              </a:ext>
            </a:extLst>
          </p:cNvPr>
          <p:cNvSpPr txBox="1"/>
          <p:nvPr/>
        </p:nvSpPr>
        <p:spPr>
          <a:xfrm>
            <a:off x="598971" y="1798137"/>
            <a:ext cx="5674608"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Choix des Objectifs de Track : </a:t>
            </a:r>
            <a:r>
              <a:rPr lang="fr-FR" b="1" noProof="0" dirty="0">
                <a:solidFill>
                  <a:schemeClr val="accent1">
                    <a:lumMod val="76000"/>
                  </a:schemeClr>
                </a:solidFill>
                <a:latin typeface="IBM Plex Sans"/>
              </a:rPr>
              <a:t>sur la semaine du 19/10/2026</a:t>
            </a:r>
          </a:p>
        </p:txBody>
      </p:sp>
      <p:sp>
        <p:nvSpPr>
          <p:cNvPr id="117" name="Google Shape;117;p18">
            <a:extLst>
              <a:ext uri="{FF2B5EF4-FFF2-40B4-BE49-F238E27FC236}">
                <a16:creationId xmlns:a16="http://schemas.microsoft.com/office/drawing/2014/main" id="{B997EF47-63E3-4808-27D0-1B46DEA93324}"/>
              </a:ext>
            </a:extLst>
          </p:cNvPr>
          <p:cNvSpPr txBox="1"/>
          <p:nvPr/>
        </p:nvSpPr>
        <p:spPr>
          <a:xfrm>
            <a:off x="597010" y="3414059"/>
            <a:ext cx="7517627"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ea typeface="IBM Plex Sans"/>
                <a:cs typeface="IBM Plex Sans"/>
              </a:rPr>
              <a:t>Greenlight Jury blanc : </a:t>
            </a:r>
            <a:r>
              <a:rPr lang="fr-FR" noProof="0" dirty="0">
                <a:solidFill>
                  <a:schemeClr val="dk1"/>
                </a:solidFill>
                <a:latin typeface="IBM Plex Sans"/>
                <a:ea typeface="IBM Plex Sans"/>
                <a:cs typeface="IBM Plex Sans"/>
              </a:rPr>
              <a:t>1 soutenance orale de 1 heure, </a:t>
            </a:r>
            <a:r>
              <a:rPr lang="fr-FR" b="1" noProof="0" dirty="0">
                <a:solidFill>
                  <a:schemeClr val="accent1">
                    <a:lumMod val="76000"/>
                  </a:schemeClr>
                </a:solidFill>
                <a:latin typeface="IBM Plex Sans"/>
                <a:ea typeface="IBM Plex Sans"/>
                <a:cs typeface="IBM Plex Sans"/>
              </a:rPr>
              <a:t>entre-le 05/04 et le 16/05 (visio, le jury sera composé du référent EIP et du mentor)</a:t>
            </a:r>
            <a:endParaRPr lang="fr-FR" noProof="0" dirty="0">
              <a:solidFill>
                <a:schemeClr val="accent1">
                  <a:lumMod val="76000"/>
                </a:schemeClr>
              </a:solidFill>
            </a:endParaRPr>
          </a:p>
          <a:p>
            <a:endParaRPr lang="fr-FR" b="1" noProof="0" dirty="0">
              <a:solidFill>
                <a:schemeClr val="accent1">
                  <a:lumMod val="76000"/>
                </a:schemeClr>
              </a:solidFill>
              <a:latin typeface="IBM Plex Sans"/>
              <a:ea typeface="IBM Plex Sans"/>
              <a:cs typeface="IBM Plex Sans"/>
            </a:endParaRPr>
          </a:p>
        </p:txBody>
      </p:sp>
      <p:sp>
        <p:nvSpPr>
          <p:cNvPr id="118" name="Google Shape;118;p18">
            <a:extLst>
              <a:ext uri="{FF2B5EF4-FFF2-40B4-BE49-F238E27FC236}">
                <a16:creationId xmlns:a16="http://schemas.microsoft.com/office/drawing/2014/main" id="{22168BF4-F1EB-A0C5-B20B-E3A179CBC790}"/>
              </a:ext>
            </a:extLst>
          </p:cNvPr>
          <p:cNvSpPr txBox="1"/>
          <p:nvPr/>
        </p:nvSpPr>
        <p:spPr>
          <a:xfrm>
            <a:off x="597010" y="3995584"/>
            <a:ext cx="7517627"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sym typeface="IBM Plex Sans"/>
              </a:rPr>
              <a:t>Greenlight Jury : </a:t>
            </a:r>
            <a:r>
              <a:rPr lang="fr-FR" noProof="0" dirty="0">
                <a:solidFill>
                  <a:schemeClr val="dk1"/>
                </a:solidFill>
                <a:latin typeface="IBM Plex Sans"/>
                <a:ea typeface="IBM Plex Sans"/>
                <a:cs typeface="IBM Plex Sans"/>
              </a:rPr>
              <a:t>1 soutenance orale de 1 heure, </a:t>
            </a:r>
            <a:r>
              <a:rPr lang="fr-FR" b="1" noProof="0" dirty="0">
                <a:solidFill>
                  <a:schemeClr val="accent1">
                    <a:lumMod val="76000"/>
                  </a:schemeClr>
                </a:solidFill>
                <a:latin typeface="IBM Plex Sans"/>
                <a:sym typeface="IBM Plex Sans"/>
              </a:rPr>
              <a:t>entre-le 05/07 et le 16/07 (présentiel sur le campus de Paris)</a:t>
            </a:r>
            <a:endParaRPr lang="fr-FR" noProof="0" dirty="0">
              <a:solidFill>
                <a:schemeClr val="accent1">
                  <a:lumMod val="76000"/>
                </a:schemeClr>
              </a:solidFill>
            </a:endParaRPr>
          </a:p>
          <a:p>
            <a:endParaRPr lang="fr-FR" b="1" noProof="0" dirty="0">
              <a:solidFill>
                <a:schemeClr val="accent1">
                  <a:lumMod val="76000"/>
                </a:schemeClr>
              </a:solidFill>
              <a:latin typeface="IBM Plex Sans"/>
            </a:endParaRPr>
          </a:p>
        </p:txBody>
      </p:sp>
      <p:sp>
        <p:nvSpPr>
          <p:cNvPr id="119" name="Google Shape;119;p18">
            <a:extLst>
              <a:ext uri="{FF2B5EF4-FFF2-40B4-BE49-F238E27FC236}">
                <a16:creationId xmlns:a16="http://schemas.microsoft.com/office/drawing/2014/main" id="{05492191-CD52-0DE7-4D4F-2EBBE0D460C5}"/>
              </a:ext>
            </a:extLst>
          </p:cNvPr>
          <p:cNvSpPr/>
          <p:nvPr/>
        </p:nvSpPr>
        <p:spPr>
          <a:xfrm>
            <a:off x="364073" y="230196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0" name="Google Shape;120;p18">
            <a:extLst>
              <a:ext uri="{FF2B5EF4-FFF2-40B4-BE49-F238E27FC236}">
                <a16:creationId xmlns:a16="http://schemas.microsoft.com/office/drawing/2014/main" id="{57320D24-9450-3371-3B43-CD0F208ED15E}"/>
              </a:ext>
            </a:extLst>
          </p:cNvPr>
          <p:cNvSpPr/>
          <p:nvPr/>
        </p:nvSpPr>
        <p:spPr>
          <a:xfrm>
            <a:off x="364073" y="198410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1" name="Google Shape;121;p18">
            <a:extLst>
              <a:ext uri="{FF2B5EF4-FFF2-40B4-BE49-F238E27FC236}">
                <a16:creationId xmlns:a16="http://schemas.microsoft.com/office/drawing/2014/main" id="{86560EA6-136F-458C-30A2-D534A94FE2D8}"/>
              </a:ext>
            </a:extLst>
          </p:cNvPr>
          <p:cNvSpPr/>
          <p:nvPr/>
        </p:nvSpPr>
        <p:spPr>
          <a:xfrm>
            <a:off x="362112" y="3601057"/>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2" name="Google Shape;122;p18">
            <a:extLst>
              <a:ext uri="{FF2B5EF4-FFF2-40B4-BE49-F238E27FC236}">
                <a16:creationId xmlns:a16="http://schemas.microsoft.com/office/drawing/2014/main" id="{AB50D4E5-C1CE-3A46-9ECB-085A1C6655E7}"/>
              </a:ext>
            </a:extLst>
          </p:cNvPr>
          <p:cNvSpPr/>
          <p:nvPr/>
        </p:nvSpPr>
        <p:spPr>
          <a:xfrm>
            <a:off x="362112" y="418258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D72A8733-EFAA-EDB8-103C-2B837D7B64C0}"/>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4" name="Google Shape;118;p18">
            <a:extLst>
              <a:ext uri="{FF2B5EF4-FFF2-40B4-BE49-F238E27FC236}">
                <a16:creationId xmlns:a16="http://schemas.microsoft.com/office/drawing/2014/main" id="{480FFE24-B2EF-5D32-D04D-D1EBDA1134BA}"/>
              </a:ext>
            </a:extLst>
          </p:cNvPr>
          <p:cNvSpPr txBox="1"/>
          <p:nvPr/>
        </p:nvSpPr>
        <p:spPr>
          <a:xfrm>
            <a:off x="595049" y="4439454"/>
            <a:ext cx="7742317" cy="390122"/>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sym typeface="IBM Plex Sans"/>
              </a:rPr>
              <a:t>Jury RNCP : </a:t>
            </a:r>
            <a:r>
              <a:rPr lang="fr-FR" noProof="0" dirty="0">
                <a:solidFill>
                  <a:schemeClr val="dk1"/>
                </a:solidFill>
                <a:latin typeface="IBM Plex Sans"/>
                <a:ea typeface="IBM Plex Sans"/>
                <a:cs typeface="IBM Plex Sans"/>
              </a:rPr>
              <a:t>1 soutenance orale de 1 heure, </a:t>
            </a:r>
            <a:r>
              <a:rPr lang="fr-FR" b="1" noProof="0" dirty="0">
                <a:solidFill>
                  <a:schemeClr val="accent1">
                    <a:lumMod val="76000"/>
                  </a:schemeClr>
                </a:solidFill>
                <a:latin typeface="IBM Plex Sans"/>
                <a:sym typeface="IBM Plex Sans"/>
              </a:rPr>
              <a:t>entre-le 05/07 et le 16/07 (présentiel sur le campus de Paris), </a:t>
            </a:r>
            <a:r>
              <a:rPr lang="fr-FR" noProof="0" dirty="0">
                <a:solidFill>
                  <a:schemeClr val="tx1"/>
                </a:solidFill>
                <a:latin typeface="IBM Plex Sans"/>
                <a:sym typeface="IBM Plex Sans"/>
              </a:rPr>
              <a:t>informations sur les blocs sur </a:t>
            </a:r>
            <a:r>
              <a:rPr lang="fr-FR" b="1" noProof="0" dirty="0">
                <a:solidFill>
                  <a:schemeClr val="accent1">
                    <a:lumMod val="76000"/>
                  </a:schemeClr>
                </a:solidFill>
                <a:latin typeface="IBM Plex Sans"/>
                <a:sym typeface="IBM Plex Sans"/>
              </a:rPr>
              <a:t>https://my.epitech.eu/</a:t>
            </a:r>
            <a:endParaRPr lang="fr-FR" noProof="0" dirty="0">
              <a:solidFill>
                <a:schemeClr val="accent1">
                  <a:lumMod val="76000"/>
                </a:schemeClr>
              </a:solidFill>
            </a:endParaRPr>
          </a:p>
          <a:p>
            <a:endParaRPr lang="fr-FR" b="1" noProof="0" dirty="0">
              <a:solidFill>
                <a:schemeClr val="accent1">
                  <a:lumMod val="76000"/>
                </a:schemeClr>
              </a:solidFill>
              <a:latin typeface="IBM Plex Sans"/>
            </a:endParaRPr>
          </a:p>
        </p:txBody>
      </p:sp>
      <p:sp>
        <p:nvSpPr>
          <p:cNvPr id="5" name="Google Shape;122;p18">
            <a:extLst>
              <a:ext uri="{FF2B5EF4-FFF2-40B4-BE49-F238E27FC236}">
                <a16:creationId xmlns:a16="http://schemas.microsoft.com/office/drawing/2014/main" id="{496D98BF-D37C-05B8-A922-F782F00B2596}"/>
              </a:ext>
            </a:extLst>
          </p:cNvPr>
          <p:cNvSpPr/>
          <p:nvPr/>
        </p:nvSpPr>
        <p:spPr>
          <a:xfrm>
            <a:off x="363308" y="459596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3" name="Google Shape;114;p18">
            <a:extLst>
              <a:ext uri="{FF2B5EF4-FFF2-40B4-BE49-F238E27FC236}">
                <a16:creationId xmlns:a16="http://schemas.microsoft.com/office/drawing/2014/main" id="{1398CEDE-9337-4492-21E5-5F9F9A2FCC08}"/>
              </a:ext>
            </a:extLst>
          </p:cNvPr>
          <p:cNvSpPr txBox="1"/>
          <p:nvPr/>
        </p:nvSpPr>
        <p:spPr>
          <a:xfrm>
            <a:off x="224336" y="1491193"/>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&lt; Rendus :</a:t>
            </a:r>
            <a:r>
              <a:rPr lang="fr-FR" noProof="0" dirty="0">
                <a:solidFill>
                  <a:schemeClr val="dk1"/>
                </a:solidFill>
                <a:latin typeface="IBM Plex Sans"/>
                <a:ea typeface="IBM Plex Sans"/>
                <a:cs typeface="IBM Plex Sans"/>
                <a:sym typeface="IBM Plex Sans"/>
              </a:rPr>
              <a:t> </a:t>
            </a:r>
            <a:r>
              <a:rPr lang="fr-FR" noProof="0" dirty="0">
                <a:solidFill>
                  <a:srgbClr val="013AFB"/>
                </a:solidFill>
                <a:latin typeface="IBM Plex Sans"/>
                <a:ea typeface="IBM Plex Sans"/>
                <a:cs typeface="IBM Plex Sans"/>
                <a:sym typeface="IBM Plex Sans"/>
              </a:rPr>
              <a:t>&gt;</a:t>
            </a:r>
            <a:r>
              <a:rPr lang="fr-FR" noProof="0" dirty="0">
                <a:solidFill>
                  <a:schemeClr val="dk1"/>
                </a:solidFill>
                <a:latin typeface="IBM Plex Sans"/>
                <a:ea typeface="IBM Plex Sans"/>
                <a:cs typeface="IBM Plex Sans"/>
                <a:sym typeface="IBM Plex Sans"/>
              </a:rPr>
              <a:t> </a:t>
            </a:r>
          </a:p>
        </p:txBody>
      </p:sp>
      <p:sp>
        <p:nvSpPr>
          <p:cNvPr id="6" name="Google Shape;114;p18">
            <a:extLst>
              <a:ext uri="{FF2B5EF4-FFF2-40B4-BE49-F238E27FC236}">
                <a16:creationId xmlns:a16="http://schemas.microsoft.com/office/drawing/2014/main" id="{50062618-DD44-E0C7-68D0-A63669BF88AA}"/>
              </a:ext>
            </a:extLst>
          </p:cNvPr>
          <p:cNvSpPr txBox="1"/>
          <p:nvPr/>
        </p:nvSpPr>
        <p:spPr>
          <a:xfrm>
            <a:off x="222375" y="3079043"/>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&lt;Soutenances :</a:t>
            </a:r>
            <a:r>
              <a:rPr lang="fr-FR" noProof="0" dirty="0">
                <a:solidFill>
                  <a:schemeClr val="dk1"/>
                </a:solidFill>
                <a:latin typeface="IBM Plex Sans"/>
                <a:ea typeface="IBM Plex Sans"/>
                <a:cs typeface="IBM Plex Sans"/>
                <a:sym typeface="IBM Plex Sans"/>
              </a:rPr>
              <a:t> </a:t>
            </a:r>
            <a:r>
              <a:rPr lang="fr-FR" noProof="0" dirty="0">
                <a:solidFill>
                  <a:srgbClr val="013AFB"/>
                </a:solidFill>
                <a:latin typeface="IBM Plex Sans"/>
                <a:ea typeface="IBM Plex Sans"/>
                <a:cs typeface="IBM Plex Sans"/>
                <a:sym typeface="IBM Plex Sans"/>
              </a:rPr>
              <a:t>&gt;</a:t>
            </a:r>
            <a:r>
              <a:rPr lang="fr-FR" noProof="0" dirty="0">
                <a:solidFill>
                  <a:schemeClr val="dk1"/>
                </a:solidFill>
                <a:latin typeface="IBM Plex Sans"/>
                <a:ea typeface="IBM Plex Sans"/>
                <a:cs typeface="IBM Plex Sans"/>
                <a:sym typeface="IBM Plex Sans"/>
              </a:rPr>
              <a:t> </a:t>
            </a:r>
          </a:p>
        </p:txBody>
      </p:sp>
      <p:sp>
        <p:nvSpPr>
          <p:cNvPr id="2" name="Google Shape;115;p18">
            <a:extLst>
              <a:ext uri="{FF2B5EF4-FFF2-40B4-BE49-F238E27FC236}">
                <a16:creationId xmlns:a16="http://schemas.microsoft.com/office/drawing/2014/main" id="{13001F26-82B5-27D8-08B3-9B5BEC528A2A}"/>
              </a:ext>
            </a:extLst>
          </p:cNvPr>
          <p:cNvSpPr txBox="1"/>
          <p:nvPr/>
        </p:nvSpPr>
        <p:spPr>
          <a:xfrm>
            <a:off x="597010" y="2633620"/>
            <a:ext cx="7575355"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sym typeface="IBM Plex Sans"/>
              </a:rPr>
              <a:t>Attention : après les rendus finaux, aucun changement ne sera accepté</a:t>
            </a:r>
            <a:endParaRPr lang="fr-FR" noProof="0" dirty="0">
              <a:solidFill>
                <a:schemeClr val="dk1"/>
              </a:solidFill>
            </a:endParaRPr>
          </a:p>
        </p:txBody>
      </p:sp>
    </p:spTree>
    <p:extLst>
      <p:ext uri="{BB962C8B-B14F-4D97-AF65-F5344CB8AC3E}">
        <p14:creationId xmlns:p14="http://schemas.microsoft.com/office/powerpoint/2010/main" val="18987617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939EBC29-8BB5-F431-81AA-5E355F3FDF06}"/>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D0CD39EF-467D-1DA2-2808-1E0A9DE59DF5}"/>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Suivi pédagogique</a:t>
            </a:r>
            <a:r>
              <a:rPr lang="fr-FR" sz="5600" noProof="0" dirty="0">
                <a:solidFill>
                  <a:srgbClr val="FF1EF7"/>
                </a:solidFill>
                <a:latin typeface="Anton"/>
                <a:ea typeface="Anton"/>
                <a:cs typeface="Anton"/>
                <a:sym typeface="Anton"/>
              </a:rPr>
              <a:t>_</a:t>
            </a:r>
          </a:p>
        </p:txBody>
      </p:sp>
      <p:sp>
        <p:nvSpPr>
          <p:cNvPr id="77" name="Google Shape;77;p15">
            <a:extLst>
              <a:ext uri="{FF2B5EF4-FFF2-40B4-BE49-F238E27FC236}">
                <a16:creationId xmlns:a16="http://schemas.microsoft.com/office/drawing/2014/main" id="{19A2E1CC-F7F0-378C-54F1-A7EDA382E699}"/>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03</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D8421E9D-4686-A694-8FF0-EDD8EA0D2293}"/>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16D67DDC-3B66-DACD-9496-AEC24A3402FB}"/>
              </a:ext>
            </a:extLst>
          </p:cNvPr>
          <p:cNvSpPr/>
          <p:nvPr/>
        </p:nvSpPr>
        <p:spPr>
          <a:xfrm rot="5400000">
            <a:off x="-683400"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ED028C7F-2235-02BE-C976-588D6286C804}"/>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850CCE6A-B29E-FB98-3167-71FAD1896B80}"/>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&lt;8&gt;</a:t>
            </a:r>
          </a:p>
        </p:txBody>
      </p:sp>
    </p:spTree>
    <p:extLst>
      <p:ext uri="{BB962C8B-B14F-4D97-AF65-F5344CB8AC3E}">
        <p14:creationId xmlns:p14="http://schemas.microsoft.com/office/powerpoint/2010/main" val="2564371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B00A0C42-D7FF-15EE-096B-7FE713C999B9}"/>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DCFBCEEF-50F2-A4C8-B9EF-0FBF89AE9CA7}"/>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&lt;9&gt;</a:t>
            </a:r>
          </a:p>
        </p:txBody>
      </p:sp>
      <p:sp>
        <p:nvSpPr>
          <p:cNvPr id="113" name="Google Shape;113;p18">
            <a:extLst>
              <a:ext uri="{FF2B5EF4-FFF2-40B4-BE49-F238E27FC236}">
                <a16:creationId xmlns:a16="http://schemas.microsoft.com/office/drawing/2014/main" id="{59373E49-A4E2-CDB8-C4EF-61D235A32A10}"/>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Suivi pédagogique</a:t>
            </a:r>
            <a:r>
              <a:rPr lang="fr-FR" sz="5600" noProof="0" dirty="0">
                <a:solidFill>
                  <a:srgbClr val="013AFB"/>
                </a:solidFill>
                <a:latin typeface="Anton"/>
                <a:ea typeface="Anton"/>
                <a:cs typeface="Anton"/>
                <a:sym typeface="Anton"/>
              </a:rPr>
              <a:t>_</a:t>
            </a:r>
          </a:p>
        </p:txBody>
      </p:sp>
      <p:sp>
        <p:nvSpPr>
          <p:cNvPr id="115" name="Google Shape;115;p18">
            <a:extLst>
              <a:ext uri="{FF2B5EF4-FFF2-40B4-BE49-F238E27FC236}">
                <a16:creationId xmlns:a16="http://schemas.microsoft.com/office/drawing/2014/main" id="{F1040B0F-F3A3-D130-265A-682AC1F74250}"/>
              </a:ext>
            </a:extLst>
          </p:cNvPr>
          <p:cNvSpPr txBox="1"/>
          <p:nvPr/>
        </p:nvSpPr>
        <p:spPr>
          <a:xfrm>
            <a:off x="463844" y="2086707"/>
            <a:ext cx="5046900"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sym typeface="IBM Plex Sans"/>
              </a:rPr>
              <a:t>Un rappel du projet</a:t>
            </a:r>
            <a:endParaRPr lang="fr-FR" noProof="0" dirty="0">
              <a:solidFill>
                <a:schemeClr val="dk1"/>
              </a:solidFill>
              <a:latin typeface="IBM Plex Sans"/>
              <a:ea typeface="IBM Plex Sans"/>
              <a:cs typeface="IBM Plex Sans"/>
            </a:endParaRPr>
          </a:p>
        </p:txBody>
      </p:sp>
      <p:sp>
        <p:nvSpPr>
          <p:cNvPr id="116" name="Google Shape;116;p18">
            <a:extLst>
              <a:ext uri="{FF2B5EF4-FFF2-40B4-BE49-F238E27FC236}">
                <a16:creationId xmlns:a16="http://schemas.microsoft.com/office/drawing/2014/main" id="{9C925688-F1BF-F47A-B9A8-653DB7FFE513}"/>
              </a:ext>
            </a:extLst>
          </p:cNvPr>
          <p:cNvSpPr txBox="1"/>
          <p:nvPr/>
        </p:nvSpPr>
        <p:spPr>
          <a:xfrm>
            <a:off x="469616" y="2467707"/>
            <a:ext cx="7940286"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Un point sur l’avancement du projet : tour de table et démo du travail réalisé (démo obligatoire)</a:t>
            </a:r>
            <a:endParaRPr lang="fr-FR" noProof="0" dirty="0">
              <a:solidFill>
                <a:schemeClr val="dk1"/>
              </a:solidFill>
            </a:endParaRPr>
          </a:p>
        </p:txBody>
      </p:sp>
      <p:sp>
        <p:nvSpPr>
          <p:cNvPr id="117" name="Google Shape;117;p18">
            <a:extLst>
              <a:ext uri="{FF2B5EF4-FFF2-40B4-BE49-F238E27FC236}">
                <a16:creationId xmlns:a16="http://schemas.microsoft.com/office/drawing/2014/main" id="{EB3CB153-7E9C-38B8-32E7-86438F8022A8}"/>
              </a:ext>
            </a:extLst>
          </p:cNvPr>
          <p:cNvSpPr txBox="1"/>
          <p:nvPr/>
        </p:nvSpPr>
        <p:spPr>
          <a:xfrm>
            <a:off x="463843" y="2848707"/>
            <a:ext cx="8186730"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Un point sur le travail d’équipe et l’entente au sein du groupe, ainsi que les problématiques éventuelles pas forcément liées à l’EIP (demander si ça se passe bien à l’étranger notamment)</a:t>
            </a:r>
            <a:endParaRPr lang="fr-FR" noProof="0" dirty="0">
              <a:solidFill>
                <a:schemeClr val="dk1"/>
              </a:solidFill>
              <a:latin typeface="IBM Plex Sans"/>
              <a:ea typeface="IBM Plex Sans"/>
              <a:cs typeface="IBM Plex Sans"/>
            </a:endParaRPr>
          </a:p>
        </p:txBody>
      </p:sp>
      <p:sp>
        <p:nvSpPr>
          <p:cNvPr id="118" name="Google Shape;118;p18">
            <a:extLst>
              <a:ext uri="{FF2B5EF4-FFF2-40B4-BE49-F238E27FC236}">
                <a16:creationId xmlns:a16="http://schemas.microsoft.com/office/drawing/2014/main" id="{959CE0A4-421F-FCC7-BB31-D6D143D8E426}"/>
              </a:ext>
            </a:extLst>
          </p:cNvPr>
          <p:cNvSpPr txBox="1"/>
          <p:nvPr/>
        </p:nvSpPr>
        <p:spPr>
          <a:xfrm>
            <a:off x="463843" y="3374085"/>
            <a:ext cx="7447750"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Planification du prochain point avec le groupe directement sur la plateforme innovation</a:t>
            </a:r>
          </a:p>
        </p:txBody>
      </p:sp>
      <p:sp>
        <p:nvSpPr>
          <p:cNvPr id="119" name="Google Shape;119;p18">
            <a:extLst>
              <a:ext uri="{FF2B5EF4-FFF2-40B4-BE49-F238E27FC236}">
                <a16:creationId xmlns:a16="http://schemas.microsoft.com/office/drawing/2014/main" id="{826C5127-1642-03F4-3D6E-ACB7E8123494}"/>
              </a:ext>
            </a:extLst>
          </p:cNvPr>
          <p:cNvSpPr/>
          <p:nvPr/>
        </p:nvSpPr>
        <p:spPr>
          <a:xfrm>
            <a:off x="223173" y="225061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0" name="Google Shape;120;p18">
            <a:extLst>
              <a:ext uri="{FF2B5EF4-FFF2-40B4-BE49-F238E27FC236}">
                <a16:creationId xmlns:a16="http://schemas.microsoft.com/office/drawing/2014/main" id="{42A8BA1B-B1DC-08AF-AF33-E2A992C9987A}"/>
              </a:ext>
            </a:extLst>
          </p:cNvPr>
          <p:cNvSpPr/>
          <p:nvPr/>
        </p:nvSpPr>
        <p:spPr>
          <a:xfrm>
            <a:off x="223173" y="262481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1" name="Google Shape;121;p18">
            <a:extLst>
              <a:ext uri="{FF2B5EF4-FFF2-40B4-BE49-F238E27FC236}">
                <a16:creationId xmlns:a16="http://schemas.microsoft.com/office/drawing/2014/main" id="{D87CA329-9828-B34A-CF47-DF5557141293}"/>
              </a:ext>
            </a:extLst>
          </p:cNvPr>
          <p:cNvSpPr/>
          <p:nvPr/>
        </p:nvSpPr>
        <p:spPr>
          <a:xfrm>
            <a:off x="223173" y="301261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2" name="Google Shape;122;p18">
            <a:extLst>
              <a:ext uri="{FF2B5EF4-FFF2-40B4-BE49-F238E27FC236}">
                <a16:creationId xmlns:a16="http://schemas.microsoft.com/office/drawing/2014/main" id="{14EFB3BE-56A7-7C8E-0ECA-B10049F772FA}"/>
              </a:ext>
            </a:extLst>
          </p:cNvPr>
          <p:cNvSpPr/>
          <p:nvPr/>
        </p:nvSpPr>
        <p:spPr>
          <a:xfrm>
            <a:off x="223173" y="353799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FC955B96-8FB4-E81E-DA69-EEA978A38179}"/>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118;p18">
            <a:extLst>
              <a:ext uri="{FF2B5EF4-FFF2-40B4-BE49-F238E27FC236}">
                <a16:creationId xmlns:a16="http://schemas.microsoft.com/office/drawing/2014/main" id="{AE952968-CCEC-2374-7321-A3EF7E96F7A2}"/>
              </a:ext>
            </a:extLst>
          </p:cNvPr>
          <p:cNvSpPr txBox="1"/>
          <p:nvPr/>
        </p:nvSpPr>
        <p:spPr>
          <a:xfrm>
            <a:off x="468240" y="3716445"/>
            <a:ext cx="5046900"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Caméra obligatoire</a:t>
            </a:r>
          </a:p>
        </p:txBody>
      </p:sp>
      <p:sp>
        <p:nvSpPr>
          <p:cNvPr id="3" name="Google Shape;122;p18">
            <a:extLst>
              <a:ext uri="{FF2B5EF4-FFF2-40B4-BE49-F238E27FC236}">
                <a16:creationId xmlns:a16="http://schemas.microsoft.com/office/drawing/2014/main" id="{2EA11E20-6BB3-50B6-06B5-852CAE2793AC}"/>
              </a:ext>
            </a:extLst>
          </p:cNvPr>
          <p:cNvSpPr/>
          <p:nvPr/>
        </p:nvSpPr>
        <p:spPr>
          <a:xfrm>
            <a:off x="227569" y="388035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4" name="Google Shape;116;p18">
            <a:hlinkClick r:id="rId3"/>
            <a:extLst>
              <a:ext uri="{FF2B5EF4-FFF2-40B4-BE49-F238E27FC236}">
                <a16:creationId xmlns:a16="http://schemas.microsoft.com/office/drawing/2014/main" id="{567E6A9A-78B2-CB0D-EBBA-0C0A1B305D68}"/>
              </a:ext>
            </a:extLst>
          </p:cNvPr>
          <p:cNvSpPr txBox="1"/>
          <p:nvPr/>
        </p:nvSpPr>
        <p:spPr>
          <a:xfrm>
            <a:off x="452747" y="4056387"/>
            <a:ext cx="7373309"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rPr>
              <a:t>On doit voir de l’avancement régulier et concret sur chaque suivi, les comptes-rendus des suivis sont publiés sur la plateforme innovation : </a:t>
            </a:r>
            <a:r>
              <a:rPr lang="fr-FR" b="1" noProof="0" dirty="0">
                <a:solidFill>
                  <a:schemeClr val="accent1"/>
                </a:solidFill>
                <a:latin typeface="IBM Plex Sans"/>
              </a:rPr>
              <a:t>https://innovation.epitech.eu/</a:t>
            </a:r>
          </a:p>
        </p:txBody>
      </p:sp>
      <p:sp>
        <p:nvSpPr>
          <p:cNvPr id="7" name="Google Shape;114;p18">
            <a:extLst>
              <a:ext uri="{FF2B5EF4-FFF2-40B4-BE49-F238E27FC236}">
                <a16:creationId xmlns:a16="http://schemas.microsoft.com/office/drawing/2014/main" id="{9F5E403F-252D-022F-C8AB-D1AC4CFBE494}"/>
              </a:ext>
            </a:extLst>
          </p:cNvPr>
          <p:cNvSpPr txBox="1"/>
          <p:nvPr/>
        </p:nvSpPr>
        <p:spPr>
          <a:xfrm>
            <a:off x="253200" y="1746764"/>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1H toutes les six semaines :</a:t>
            </a:r>
            <a:r>
              <a:rPr lang="fr-FR" noProof="0" dirty="0">
                <a:solidFill>
                  <a:schemeClr val="dk1"/>
                </a:solidFill>
                <a:latin typeface="IBM Plex Sans"/>
                <a:ea typeface="IBM Plex Sans"/>
                <a:cs typeface="IBM Plex Sans"/>
                <a:sym typeface="IBM Plex Sans"/>
              </a:rPr>
              <a:t> </a:t>
            </a:r>
          </a:p>
        </p:txBody>
      </p:sp>
      <p:sp>
        <p:nvSpPr>
          <p:cNvPr id="5" name="Google Shape;125;p18">
            <a:extLst>
              <a:ext uri="{FF2B5EF4-FFF2-40B4-BE49-F238E27FC236}">
                <a16:creationId xmlns:a16="http://schemas.microsoft.com/office/drawing/2014/main" id="{791E14B8-53A0-B320-E80B-DA68D0184C53}"/>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&lt;Déroulé type d’un suivi&gt;</a:t>
            </a:r>
          </a:p>
        </p:txBody>
      </p:sp>
    </p:spTree>
    <p:extLst>
      <p:ext uri="{BB962C8B-B14F-4D97-AF65-F5344CB8AC3E}">
        <p14:creationId xmlns:p14="http://schemas.microsoft.com/office/powerpoint/2010/main" val="3020666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F9AEA65E-B8C0-EFF6-89D3-38A71C188526}"/>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F6DA6B2A-8F1B-C466-8E4A-6E74AF7EA6B5}"/>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&lt;10&gt;</a:t>
            </a:r>
          </a:p>
        </p:txBody>
      </p:sp>
      <p:sp>
        <p:nvSpPr>
          <p:cNvPr id="113" name="Google Shape;113;p18">
            <a:extLst>
              <a:ext uri="{FF2B5EF4-FFF2-40B4-BE49-F238E27FC236}">
                <a16:creationId xmlns:a16="http://schemas.microsoft.com/office/drawing/2014/main" id="{E5BE7B78-ABF3-E02A-C075-2617510730E1}"/>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Suivi pédagogique</a:t>
            </a:r>
            <a:r>
              <a:rPr lang="fr-FR" sz="5600" noProof="0" dirty="0">
                <a:solidFill>
                  <a:srgbClr val="013AFB"/>
                </a:solidFill>
                <a:latin typeface="Anton"/>
                <a:ea typeface="Anton"/>
                <a:cs typeface="Anton"/>
                <a:sym typeface="Anton"/>
              </a:rPr>
              <a:t>_</a:t>
            </a:r>
          </a:p>
          <a:p>
            <a:pPr algn="l"/>
            <a:endParaRPr lang="fr-FR" sz="5600" noProof="0" dirty="0">
              <a:solidFill>
                <a:srgbClr val="013AFB"/>
              </a:solidFill>
              <a:latin typeface="Anton"/>
              <a:ea typeface="Anton"/>
              <a:cs typeface="Anton"/>
            </a:endParaRPr>
          </a:p>
        </p:txBody>
      </p:sp>
      <p:sp>
        <p:nvSpPr>
          <p:cNvPr id="125" name="Google Shape;125;p18">
            <a:extLst>
              <a:ext uri="{FF2B5EF4-FFF2-40B4-BE49-F238E27FC236}">
                <a16:creationId xmlns:a16="http://schemas.microsoft.com/office/drawing/2014/main" id="{8F496F75-72C7-5D20-D22B-6528B7E597F9}"/>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&lt;Beta Test Plan - BTP&gt;</a:t>
            </a:r>
          </a:p>
        </p:txBody>
      </p:sp>
      <p:sp>
        <p:nvSpPr>
          <p:cNvPr id="115" name="Google Shape;115;p18">
            <a:extLst>
              <a:ext uri="{FF2B5EF4-FFF2-40B4-BE49-F238E27FC236}">
                <a16:creationId xmlns:a16="http://schemas.microsoft.com/office/drawing/2014/main" id="{8E9D86A3-2B9A-2496-815A-4A4E0FD8DF34}"/>
              </a:ext>
            </a:extLst>
          </p:cNvPr>
          <p:cNvSpPr txBox="1"/>
          <p:nvPr/>
        </p:nvSpPr>
        <p:spPr>
          <a:xfrm>
            <a:off x="604743" y="4245472"/>
            <a:ext cx="7575355" cy="443700"/>
          </a:xfrm>
          <a:prstGeom prst="rect">
            <a:avLst/>
          </a:prstGeom>
          <a:noFill/>
          <a:ln>
            <a:noFill/>
          </a:ln>
        </p:spPr>
        <p:txBody>
          <a:bodyPr spcFirstLastPara="1" wrap="square" lIns="91425" tIns="91425" rIns="91425" bIns="91425" anchor="t" anchorCtr="0">
            <a:noAutofit/>
          </a:bodyPr>
          <a:lstStyle/>
          <a:p>
            <a:endParaRPr lang="fr-FR" noProof="0" dirty="0">
              <a:solidFill>
                <a:schemeClr val="dk1"/>
              </a:solidFill>
            </a:endParaRPr>
          </a:p>
        </p:txBody>
      </p:sp>
      <p:sp>
        <p:nvSpPr>
          <p:cNvPr id="116" name="Google Shape;116;p18">
            <a:extLst>
              <a:ext uri="{FF2B5EF4-FFF2-40B4-BE49-F238E27FC236}">
                <a16:creationId xmlns:a16="http://schemas.microsoft.com/office/drawing/2014/main" id="{92048206-78E8-D0B5-7CEF-718E87462C28}"/>
              </a:ext>
            </a:extLst>
          </p:cNvPr>
          <p:cNvSpPr txBox="1"/>
          <p:nvPr/>
        </p:nvSpPr>
        <p:spPr>
          <a:xfrm>
            <a:off x="604743" y="2188373"/>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rPr>
              <a:t>Il doit seulement inclure toutes les fonctionnalités essentielles du projet pour avoir une version beta, ce qui fait la plus-value du projet</a:t>
            </a:r>
            <a:endParaRPr lang="fr-FR" b="1" noProof="0" dirty="0">
              <a:solidFill>
                <a:schemeClr val="dk1"/>
              </a:solidFill>
              <a:latin typeface="IBM Plex Sans" panose="020B0503050203000203" pitchFamily="34" charset="0"/>
            </a:endParaRPr>
          </a:p>
          <a:p>
            <a:r>
              <a:rPr lang="fr-FR" b="1" noProof="0" dirty="0">
                <a:solidFill>
                  <a:schemeClr val="dk1"/>
                </a:solidFill>
                <a:latin typeface="IBM Plex Sans" panose="020B0503050203000203" pitchFamily="34" charset="0"/>
              </a:rPr>
              <a:t>Note : Il ne doit pas couvrir le scope complet du projet</a:t>
            </a:r>
          </a:p>
        </p:txBody>
      </p:sp>
      <p:sp>
        <p:nvSpPr>
          <p:cNvPr id="120" name="Google Shape;120;p18">
            <a:extLst>
              <a:ext uri="{FF2B5EF4-FFF2-40B4-BE49-F238E27FC236}">
                <a16:creationId xmlns:a16="http://schemas.microsoft.com/office/drawing/2014/main" id="{CA43100C-F280-1255-0438-8EAAAA60588F}"/>
              </a:ext>
            </a:extLst>
          </p:cNvPr>
          <p:cNvSpPr/>
          <p:nvPr/>
        </p:nvSpPr>
        <p:spPr>
          <a:xfrm>
            <a:off x="358300" y="237547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1C039468-87C2-DE73-25F0-562852E1A550}"/>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116;p18">
            <a:extLst>
              <a:ext uri="{FF2B5EF4-FFF2-40B4-BE49-F238E27FC236}">
                <a16:creationId xmlns:a16="http://schemas.microsoft.com/office/drawing/2014/main" id="{EB8AA421-1470-8320-D8E0-6317021744F7}"/>
              </a:ext>
            </a:extLst>
          </p:cNvPr>
          <p:cNvSpPr txBox="1"/>
          <p:nvPr/>
        </p:nvSpPr>
        <p:spPr>
          <a:xfrm>
            <a:off x="604742" y="2926063"/>
            <a:ext cx="6485661" cy="45272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rPr>
              <a:t>Toutes les fonctionnalités listées dans le BTP doivent pouvoir être démontrées </a:t>
            </a:r>
          </a:p>
        </p:txBody>
      </p:sp>
      <p:sp>
        <p:nvSpPr>
          <p:cNvPr id="3" name="Google Shape;120;p18">
            <a:extLst>
              <a:ext uri="{FF2B5EF4-FFF2-40B4-BE49-F238E27FC236}">
                <a16:creationId xmlns:a16="http://schemas.microsoft.com/office/drawing/2014/main" id="{1D45C93B-05AF-016A-0D53-B4359F74A2A5}"/>
              </a:ext>
            </a:extLst>
          </p:cNvPr>
          <p:cNvSpPr/>
          <p:nvPr/>
        </p:nvSpPr>
        <p:spPr>
          <a:xfrm>
            <a:off x="352527" y="308316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4" name="TextBox 3">
            <a:extLst>
              <a:ext uri="{FF2B5EF4-FFF2-40B4-BE49-F238E27FC236}">
                <a16:creationId xmlns:a16="http://schemas.microsoft.com/office/drawing/2014/main" id="{7E1792F3-C011-D05A-323F-98B7C1A221AF}"/>
              </a:ext>
            </a:extLst>
          </p:cNvPr>
          <p:cNvSpPr txBox="1"/>
          <p:nvPr/>
        </p:nvSpPr>
        <p:spPr>
          <a:xfrm>
            <a:off x="607219" y="1685925"/>
            <a:ext cx="701516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latin typeface="IBM Plex Sans" panose="020B0503050203000203" pitchFamily="34" charset="0"/>
              </a:rPr>
              <a:t>C'est le document central sur la 4ème année, il sert de référence pour le Greenlight Jury</a:t>
            </a:r>
          </a:p>
        </p:txBody>
      </p:sp>
      <p:sp>
        <p:nvSpPr>
          <p:cNvPr id="5" name="Google Shape;116;p18">
            <a:extLst>
              <a:ext uri="{FF2B5EF4-FFF2-40B4-BE49-F238E27FC236}">
                <a16:creationId xmlns:a16="http://schemas.microsoft.com/office/drawing/2014/main" id="{FFE7D6B2-4AE4-269B-1657-FE0C7407B21B}"/>
              </a:ext>
            </a:extLst>
          </p:cNvPr>
          <p:cNvSpPr txBox="1"/>
          <p:nvPr/>
        </p:nvSpPr>
        <p:spPr>
          <a:xfrm>
            <a:off x="604742" y="3646670"/>
            <a:ext cx="6485661" cy="45272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rPr>
              <a:t>Le document est validé par le référent EIP, qui détermine si la liste des fonctionnalités est suffisamment ambitieuse pour une version beta. Il est primordial pour le jury, il faut vous assurer qu’il soit bien exhaustif et complet.</a:t>
            </a:r>
            <a:endParaRPr lang="fr-FR" noProof="0" dirty="0">
              <a:solidFill>
                <a:schemeClr val="dk1"/>
              </a:solidFill>
              <a:latin typeface="IBM Plex Sans"/>
            </a:endParaRPr>
          </a:p>
          <a:p>
            <a:endParaRPr lang="fr-FR" noProof="0" dirty="0">
              <a:solidFill>
                <a:schemeClr val="dk1"/>
              </a:solidFill>
              <a:latin typeface="IBM Plex Sans"/>
            </a:endParaRPr>
          </a:p>
        </p:txBody>
      </p:sp>
    </p:spTree>
    <p:extLst>
      <p:ext uri="{BB962C8B-B14F-4D97-AF65-F5344CB8AC3E}">
        <p14:creationId xmlns:p14="http://schemas.microsoft.com/office/powerpoint/2010/main" val="23728766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C3C06F2B-149C-BD5F-7AE6-8F0A0885B001}"/>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3FA14D60-8F12-0FD3-95FE-B72A456AC96D}"/>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Mentorat</a:t>
            </a:r>
            <a:r>
              <a:rPr lang="fr-FR" sz="5600" noProof="0" dirty="0">
                <a:solidFill>
                  <a:srgbClr val="FF1EF7"/>
                </a:solidFill>
                <a:latin typeface="Anton"/>
                <a:ea typeface="Anton"/>
                <a:cs typeface="Anton"/>
                <a:sym typeface="Anton"/>
              </a:rPr>
              <a:t>_</a:t>
            </a:r>
          </a:p>
        </p:txBody>
      </p:sp>
      <p:sp>
        <p:nvSpPr>
          <p:cNvPr id="77" name="Google Shape;77;p15">
            <a:extLst>
              <a:ext uri="{FF2B5EF4-FFF2-40B4-BE49-F238E27FC236}">
                <a16:creationId xmlns:a16="http://schemas.microsoft.com/office/drawing/2014/main" id="{FF0200EB-4424-368A-44D9-2BB21751B713}"/>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04</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0E260B1D-C0B6-9323-4E5A-8E8EDB084DBB}"/>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1A279D2C-7983-5337-9D39-D6C73EDCE009}"/>
              </a:ext>
            </a:extLst>
          </p:cNvPr>
          <p:cNvSpPr/>
          <p:nvPr/>
        </p:nvSpPr>
        <p:spPr>
          <a:xfrm rot="5400000">
            <a:off x="-683381"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34B7FAE0-7285-4346-390F-C660FF202FD5}"/>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3CF3AEB8-0BB0-476E-B6FE-BA3A1EB3D506}"/>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&lt;11&gt;</a:t>
            </a:r>
          </a:p>
        </p:txBody>
      </p:sp>
    </p:spTree>
    <p:extLst>
      <p:ext uri="{BB962C8B-B14F-4D97-AF65-F5344CB8AC3E}">
        <p14:creationId xmlns:p14="http://schemas.microsoft.com/office/powerpoint/2010/main" val="4199964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58DA710B-DEA8-4183-DCA2-75D37C0853ED}"/>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C558D8DA-4410-3F07-988D-2BCEEB8051C0}"/>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&lt;12&gt;</a:t>
            </a:r>
          </a:p>
        </p:txBody>
      </p:sp>
      <p:sp>
        <p:nvSpPr>
          <p:cNvPr id="113" name="Google Shape;113;p18">
            <a:extLst>
              <a:ext uri="{FF2B5EF4-FFF2-40B4-BE49-F238E27FC236}">
                <a16:creationId xmlns:a16="http://schemas.microsoft.com/office/drawing/2014/main" id="{CF2691A2-1F28-4358-8109-F9C50D0D8EDC}"/>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Mentorat</a:t>
            </a:r>
            <a:r>
              <a:rPr lang="fr-FR" sz="5600" noProof="0" dirty="0">
                <a:solidFill>
                  <a:srgbClr val="013AFB"/>
                </a:solidFill>
                <a:latin typeface="Anton"/>
                <a:ea typeface="Anton"/>
                <a:cs typeface="Anton"/>
                <a:sym typeface="Anton"/>
              </a:rPr>
              <a:t>_</a:t>
            </a:r>
          </a:p>
        </p:txBody>
      </p:sp>
      <p:sp>
        <p:nvSpPr>
          <p:cNvPr id="115" name="Google Shape;115;p18">
            <a:extLst>
              <a:ext uri="{FF2B5EF4-FFF2-40B4-BE49-F238E27FC236}">
                <a16:creationId xmlns:a16="http://schemas.microsoft.com/office/drawing/2014/main" id="{CE021B90-0CEA-E619-9CEB-B1FCF661759E}"/>
              </a:ext>
            </a:extLst>
          </p:cNvPr>
          <p:cNvSpPr txBox="1"/>
          <p:nvPr/>
        </p:nvSpPr>
        <p:spPr>
          <a:xfrm>
            <a:off x="598971" y="1835067"/>
            <a:ext cx="5046900"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cs typeface="IBM Plex Sans"/>
                <a:sym typeface="IBM Plex Sans"/>
              </a:rPr>
              <a:t>Envoi du travail réalisé 48h en amont du rendez-vous </a:t>
            </a:r>
            <a:endParaRPr lang="fr-FR" noProof="0" dirty="0">
              <a:solidFill>
                <a:schemeClr val="dk1"/>
              </a:solidFill>
              <a:latin typeface="IBM Plex Sans"/>
              <a:ea typeface="IBM Plex Sans"/>
              <a:cs typeface="IBM Plex Sans"/>
            </a:endParaRPr>
          </a:p>
        </p:txBody>
      </p:sp>
      <p:sp>
        <p:nvSpPr>
          <p:cNvPr id="116" name="Google Shape;116;p18">
            <a:extLst>
              <a:ext uri="{FF2B5EF4-FFF2-40B4-BE49-F238E27FC236}">
                <a16:creationId xmlns:a16="http://schemas.microsoft.com/office/drawing/2014/main" id="{2B2B759A-5DCC-28F3-A690-2F542D7A4761}"/>
              </a:ext>
            </a:extLst>
          </p:cNvPr>
          <p:cNvSpPr txBox="1"/>
          <p:nvPr/>
        </p:nvSpPr>
        <p:spPr>
          <a:xfrm>
            <a:off x="604743" y="2106339"/>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Examen préalable par le mentor</a:t>
            </a:r>
          </a:p>
        </p:txBody>
      </p:sp>
      <p:sp>
        <p:nvSpPr>
          <p:cNvPr id="119" name="Google Shape;119;p18">
            <a:extLst>
              <a:ext uri="{FF2B5EF4-FFF2-40B4-BE49-F238E27FC236}">
                <a16:creationId xmlns:a16="http://schemas.microsoft.com/office/drawing/2014/main" id="{AAC486C8-87D9-A7E2-CA63-A30D89121987}"/>
              </a:ext>
            </a:extLst>
          </p:cNvPr>
          <p:cNvSpPr/>
          <p:nvPr/>
        </p:nvSpPr>
        <p:spPr>
          <a:xfrm>
            <a:off x="358300" y="199897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0" name="Google Shape;120;p18">
            <a:extLst>
              <a:ext uri="{FF2B5EF4-FFF2-40B4-BE49-F238E27FC236}">
                <a16:creationId xmlns:a16="http://schemas.microsoft.com/office/drawing/2014/main" id="{A5465D57-778C-4D4A-96C7-6DAD782ADA27}"/>
              </a:ext>
            </a:extLst>
          </p:cNvPr>
          <p:cNvSpPr/>
          <p:nvPr/>
        </p:nvSpPr>
        <p:spPr>
          <a:xfrm>
            <a:off x="358300" y="2263442"/>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A63E31E3-471A-10AA-A699-70B0B086A99D}"/>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 name="Google Shape;114;p18">
            <a:extLst>
              <a:ext uri="{FF2B5EF4-FFF2-40B4-BE49-F238E27FC236}">
                <a16:creationId xmlns:a16="http://schemas.microsoft.com/office/drawing/2014/main" id="{AA536A6C-206E-BED6-293B-A40A4AC988C7}"/>
              </a:ext>
            </a:extLst>
          </p:cNvPr>
          <p:cNvSpPr txBox="1"/>
          <p:nvPr/>
        </p:nvSpPr>
        <p:spPr>
          <a:xfrm>
            <a:off x="253200" y="1591316"/>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Avant la session :</a:t>
            </a:r>
            <a:r>
              <a:rPr lang="fr-FR" noProof="0" dirty="0">
                <a:solidFill>
                  <a:schemeClr val="dk1"/>
                </a:solidFill>
                <a:latin typeface="IBM Plex Sans"/>
                <a:ea typeface="IBM Plex Sans"/>
                <a:cs typeface="IBM Plex Sans"/>
                <a:sym typeface="IBM Plex Sans"/>
              </a:rPr>
              <a:t> </a:t>
            </a:r>
          </a:p>
        </p:txBody>
      </p:sp>
      <p:sp>
        <p:nvSpPr>
          <p:cNvPr id="5" name="Google Shape;125;p18">
            <a:extLst>
              <a:ext uri="{FF2B5EF4-FFF2-40B4-BE49-F238E27FC236}">
                <a16:creationId xmlns:a16="http://schemas.microsoft.com/office/drawing/2014/main" id="{265452EF-BBCD-E3EB-07A1-4337743A19D1}"/>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&lt;Déroulé type d’un suivi&gt;</a:t>
            </a:r>
          </a:p>
        </p:txBody>
      </p:sp>
      <p:sp>
        <p:nvSpPr>
          <p:cNvPr id="6" name="Google Shape;115;p18">
            <a:extLst>
              <a:ext uri="{FF2B5EF4-FFF2-40B4-BE49-F238E27FC236}">
                <a16:creationId xmlns:a16="http://schemas.microsoft.com/office/drawing/2014/main" id="{E2151F71-3AD2-C7F5-16DC-3806D0D39B88}"/>
              </a:ext>
            </a:extLst>
          </p:cNvPr>
          <p:cNvSpPr txBox="1"/>
          <p:nvPr/>
        </p:nvSpPr>
        <p:spPr>
          <a:xfrm>
            <a:off x="598971" y="2886932"/>
            <a:ext cx="5046900"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cs typeface="IBM Plex Sans"/>
                <a:sym typeface="IBM Plex Sans"/>
              </a:rPr>
              <a:t>Bilan des actions réalisées précédemment</a:t>
            </a:r>
            <a:endParaRPr lang="fr-FR" noProof="0" dirty="0">
              <a:solidFill>
                <a:schemeClr val="dk1"/>
              </a:solidFill>
              <a:latin typeface="IBM Plex Sans"/>
              <a:ea typeface="IBM Plex Sans"/>
              <a:cs typeface="IBM Plex Sans"/>
            </a:endParaRPr>
          </a:p>
        </p:txBody>
      </p:sp>
      <p:sp>
        <p:nvSpPr>
          <p:cNvPr id="8" name="Google Shape;116;p18">
            <a:extLst>
              <a:ext uri="{FF2B5EF4-FFF2-40B4-BE49-F238E27FC236}">
                <a16:creationId xmlns:a16="http://schemas.microsoft.com/office/drawing/2014/main" id="{2BD6A76B-C63B-2F95-5DEE-2B73A9BBC855}"/>
              </a:ext>
            </a:extLst>
          </p:cNvPr>
          <p:cNvSpPr txBox="1"/>
          <p:nvPr/>
        </p:nvSpPr>
        <p:spPr>
          <a:xfrm>
            <a:off x="604743" y="3167348"/>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Retours détaillés sur vos progrès</a:t>
            </a:r>
          </a:p>
        </p:txBody>
      </p:sp>
      <p:sp>
        <p:nvSpPr>
          <p:cNvPr id="9" name="Google Shape;119;p18">
            <a:extLst>
              <a:ext uri="{FF2B5EF4-FFF2-40B4-BE49-F238E27FC236}">
                <a16:creationId xmlns:a16="http://schemas.microsoft.com/office/drawing/2014/main" id="{F9CE995E-92D1-2ECE-99B5-D3717C208392}"/>
              </a:ext>
            </a:extLst>
          </p:cNvPr>
          <p:cNvSpPr/>
          <p:nvPr/>
        </p:nvSpPr>
        <p:spPr>
          <a:xfrm>
            <a:off x="358300" y="3050839"/>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0" name="Google Shape;120;p18">
            <a:extLst>
              <a:ext uri="{FF2B5EF4-FFF2-40B4-BE49-F238E27FC236}">
                <a16:creationId xmlns:a16="http://schemas.microsoft.com/office/drawing/2014/main" id="{44B93DAD-F60F-2174-0C13-A5E18B67BC5C}"/>
              </a:ext>
            </a:extLst>
          </p:cNvPr>
          <p:cNvSpPr/>
          <p:nvPr/>
        </p:nvSpPr>
        <p:spPr>
          <a:xfrm>
            <a:off x="358300" y="3324451"/>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1" name="Google Shape;114;p18">
            <a:extLst>
              <a:ext uri="{FF2B5EF4-FFF2-40B4-BE49-F238E27FC236}">
                <a16:creationId xmlns:a16="http://schemas.microsoft.com/office/drawing/2014/main" id="{E953F5D6-4C35-2F31-3AA8-B777DAD178A2}"/>
              </a:ext>
            </a:extLst>
          </p:cNvPr>
          <p:cNvSpPr txBox="1"/>
          <p:nvPr/>
        </p:nvSpPr>
        <p:spPr>
          <a:xfrm>
            <a:off x="253200" y="2595746"/>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Pendant la session de 45 minutes :</a:t>
            </a:r>
            <a:r>
              <a:rPr lang="fr-FR" noProof="0" dirty="0">
                <a:solidFill>
                  <a:schemeClr val="dk1"/>
                </a:solidFill>
                <a:latin typeface="IBM Plex Sans"/>
                <a:ea typeface="IBM Plex Sans"/>
                <a:cs typeface="IBM Plex Sans"/>
                <a:sym typeface="IBM Plex Sans"/>
              </a:rPr>
              <a:t>  </a:t>
            </a:r>
          </a:p>
        </p:txBody>
      </p:sp>
      <p:sp>
        <p:nvSpPr>
          <p:cNvPr id="12" name="Google Shape;116;p18">
            <a:extLst>
              <a:ext uri="{FF2B5EF4-FFF2-40B4-BE49-F238E27FC236}">
                <a16:creationId xmlns:a16="http://schemas.microsoft.com/office/drawing/2014/main" id="{80285411-54D3-028E-25EB-74A2AEBA75E1}"/>
              </a:ext>
            </a:extLst>
          </p:cNvPr>
          <p:cNvSpPr txBox="1"/>
          <p:nvPr/>
        </p:nvSpPr>
        <p:spPr>
          <a:xfrm>
            <a:off x="604743" y="3437312"/>
            <a:ext cx="7373309" cy="443700"/>
          </a:xfrm>
          <a:prstGeom prst="rect">
            <a:avLst/>
          </a:prstGeom>
          <a:noFill/>
          <a:ln>
            <a:noFill/>
          </a:ln>
        </p:spPr>
        <p:txBody>
          <a:bodyPr spcFirstLastPara="1" wrap="square" lIns="91425" tIns="91425" rIns="91425" bIns="91425" anchor="t" anchorCtr="0">
            <a:noAutofit/>
          </a:bodyPr>
          <a:lstStyle/>
          <a:p>
            <a:r>
              <a:rPr lang="fr-FR" noProof="0" dirty="0">
                <a:latin typeface="IBM Plex Sans" panose="020B0503050203000203" pitchFamily="34" charset="0"/>
              </a:rPr>
              <a:t>Résolution collaborative des problèmes</a:t>
            </a:r>
          </a:p>
        </p:txBody>
      </p:sp>
      <p:sp>
        <p:nvSpPr>
          <p:cNvPr id="13" name="Google Shape;120;p18">
            <a:extLst>
              <a:ext uri="{FF2B5EF4-FFF2-40B4-BE49-F238E27FC236}">
                <a16:creationId xmlns:a16="http://schemas.microsoft.com/office/drawing/2014/main" id="{0EF176B8-67D6-3EBB-52E3-4C4D04CD7DE2}"/>
              </a:ext>
            </a:extLst>
          </p:cNvPr>
          <p:cNvSpPr/>
          <p:nvPr/>
        </p:nvSpPr>
        <p:spPr>
          <a:xfrm>
            <a:off x="358300" y="359441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4" name="Google Shape;116;p18">
            <a:extLst>
              <a:ext uri="{FF2B5EF4-FFF2-40B4-BE49-F238E27FC236}">
                <a16:creationId xmlns:a16="http://schemas.microsoft.com/office/drawing/2014/main" id="{278D68D2-4953-7490-A94E-955218BE47C5}"/>
              </a:ext>
            </a:extLst>
          </p:cNvPr>
          <p:cNvSpPr txBox="1"/>
          <p:nvPr/>
        </p:nvSpPr>
        <p:spPr>
          <a:xfrm>
            <a:off x="598971" y="3723043"/>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Définition claire des prochaines étapes</a:t>
            </a:r>
          </a:p>
        </p:txBody>
      </p:sp>
      <p:sp>
        <p:nvSpPr>
          <p:cNvPr id="15" name="Google Shape;120;p18">
            <a:extLst>
              <a:ext uri="{FF2B5EF4-FFF2-40B4-BE49-F238E27FC236}">
                <a16:creationId xmlns:a16="http://schemas.microsoft.com/office/drawing/2014/main" id="{A4745BC4-3324-EDC3-F483-C67A8A5E9546}"/>
              </a:ext>
            </a:extLst>
          </p:cNvPr>
          <p:cNvSpPr/>
          <p:nvPr/>
        </p:nvSpPr>
        <p:spPr>
          <a:xfrm>
            <a:off x="352528" y="388014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6" name="Google Shape;116;p18">
            <a:extLst>
              <a:ext uri="{FF2B5EF4-FFF2-40B4-BE49-F238E27FC236}">
                <a16:creationId xmlns:a16="http://schemas.microsoft.com/office/drawing/2014/main" id="{0D5EF331-AE94-2F64-A665-4A78AB841276}"/>
              </a:ext>
            </a:extLst>
          </p:cNvPr>
          <p:cNvSpPr txBox="1"/>
          <p:nvPr/>
        </p:nvSpPr>
        <p:spPr>
          <a:xfrm>
            <a:off x="598971" y="3992607"/>
            <a:ext cx="7373309" cy="443700"/>
          </a:xfrm>
          <a:prstGeom prst="rect">
            <a:avLst/>
          </a:prstGeom>
          <a:noFill/>
          <a:ln>
            <a:noFill/>
          </a:ln>
        </p:spPr>
        <p:txBody>
          <a:bodyPr spcFirstLastPara="1" wrap="square" lIns="91425" tIns="91425" rIns="91425" bIns="91425" anchor="t" anchorCtr="0">
            <a:noAutofit/>
          </a:bodyPr>
          <a:lstStyle/>
          <a:p>
            <a:r>
              <a:rPr lang="fr-FR" noProof="0" dirty="0">
                <a:solidFill>
                  <a:schemeClr val="tx1"/>
                </a:solidFill>
                <a:latin typeface="IBM Plex Sans"/>
              </a:rPr>
              <a:t>Planification de la prochaine session avec le groupe</a:t>
            </a:r>
          </a:p>
        </p:txBody>
      </p:sp>
      <p:sp>
        <p:nvSpPr>
          <p:cNvPr id="17" name="Google Shape;120;p18">
            <a:extLst>
              <a:ext uri="{FF2B5EF4-FFF2-40B4-BE49-F238E27FC236}">
                <a16:creationId xmlns:a16="http://schemas.microsoft.com/office/drawing/2014/main" id="{35FB4DBC-91F5-29EF-F2AA-28FE2DDA80D8}"/>
              </a:ext>
            </a:extLst>
          </p:cNvPr>
          <p:cNvSpPr/>
          <p:nvPr/>
        </p:nvSpPr>
        <p:spPr>
          <a:xfrm>
            <a:off x="352528" y="414971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8" name="Google Shape;116;p18">
            <a:hlinkClick r:id="rId3"/>
            <a:extLst>
              <a:ext uri="{FF2B5EF4-FFF2-40B4-BE49-F238E27FC236}">
                <a16:creationId xmlns:a16="http://schemas.microsoft.com/office/drawing/2014/main" id="{4A12EF00-F9DD-934D-A16F-EF52087B5D99}"/>
              </a:ext>
            </a:extLst>
          </p:cNvPr>
          <p:cNvSpPr txBox="1"/>
          <p:nvPr/>
        </p:nvSpPr>
        <p:spPr>
          <a:xfrm>
            <a:off x="452747" y="4358139"/>
            <a:ext cx="7373309" cy="44370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rPr>
              <a:t>On doit voir de l’avancement régulier et concret sur chaque suivi, les comptes-rendus des suivis sont publiés sur la plateforme innovation : </a:t>
            </a:r>
            <a:r>
              <a:rPr lang="fr-FR" b="1" noProof="0" dirty="0">
                <a:solidFill>
                  <a:schemeClr val="accent1"/>
                </a:solidFill>
                <a:latin typeface="IBM Plex Sans"/>
              </a:rPr>
              <a:t>https://innovation.epitech.eu/</a:t>
            </a:r>
          </a:p>
        </p:txBody>
      </p:sp>
    </p:spTree>
    <p:extLst>
      <p:ext uri="{BB962C8B-B14F-4D97-AF65-F5344CB8AC3E}">
        <p14:creationId xmlns:p14="http://schemas.microsoft.com/office/powerpoint/2010/main" val="3732407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111">
          <a:extLst>
            <a:ext uri="{FF2B5EF4-FFF2-40B4-BE49-F238E27FC236}">
              <a16:creationId xmlns:a16="http://schemas.microsoft.com/office/drawing/2014/main" id="{149DA203-C918-E8B7-957A-EAC1A364D6C6}"/>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7993A17C-48C6-703F-0CD4-07B1CE3DBD7F}"/>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&lt;13&gt;</a:t>
            </a:r>
          </a:p>
        </p:txBody>
      </p:sp>
      <p:sp>
        <p:nvSpPr>
          <p:cNvPr id="114" name="Google Shape;114;p18">
            <a:extLst>
              <a:ext uri="{FF2B5EF4-FFF2-40B4-BE49-F238E27FC236}">
                <a16:creationId xmlns:a16="http://schemas.microsoft.com/office/drawing/2014/main" id="{DD81AD50-AAA3-C561-1A9A-8C87DD210218}"/>
              </a:ext>
            </a:extLst>
          </p:cNvPr>
          <p:cNvSpPr txBox="1"/>
          <p:nvPr/>
        </p:nvSpPr>
        <p:spPr>
          <a:xfrm>
            <a:off x="253200" y="1743078"/>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&lt;2 objectifs communs:</a:t>
            </a:r>
            <a:r>
              <a:rPr lang="fr-FR" noProof="0" dirty="0">
                <a:solidFill>
                  <a:schemeClr val="dk1"/>
                </a:solidFill>
                <a:latin typeface="IBM Plex Sans"/>
                <a:ea typeface="IBM Plex Sans"/>
                <a:cs typeface="IBM Plex Sans"/>
                <a:sym typeface="IBM Plex Sans"/>
              </a:rPr>
              <a:t> </a:t>
            </a:r>
            <a:r>
              <a:rPr lang="fr-FR" noProof="0" dirty="0">
                <a:solidFill>
                  <a:srgbClr val="013AFB"/>
                </a:solidFill>
                <a:latin typeface="IBM Plex Sans"/>
                <a:ea typeface="IBM Plex Sans"/>
                <a:cs typeface="IBM Plex Sans"/>
                <a:sym typeface="IBM Plex Sans"/>
              </a:rPr>
              <a:t>&gt;</a:t>
            </a:r>
            <a:r>
              <a:rPr lang="fr-FR" noProof="0" dirty="0">
                <a:solidFill>
                  <a:schemeClr val="dk1"/>
                </a:solidFill>
                <a:latin typeface="IBM Plex Sans"/>
                <a:ea typeface="IBM Plex Sans"/>
                <a:cs typeface="IBM Plex Sans"/>
                <a:sym typeface="IBM Plex Sans"/>
              </a:rPr>
              <a:t> </a:t>
            </a:r>
          </a:p>
        </p:txBody>
      </p:sp>
      <p:sp>
        <p:nvSpPr>
          <p:cNvPr id="116" name="Google Shape;116;p18">
            <a:extLst>
              <a:ext uri="{FF2B5EF4-FFF2-40B4-BE49-F238E27FC236}">
                <a16:creationId xmlns:a16="http://schemas.microsoft.com/office/drawing/2014/main" id="{CF910BE4-AA27-2B2F-2E1E-B8A065389A42}"/>
              </a:ext>
            </a:extLst>
          </p:cNvPr>
          <p:cNvSpPr txBox="1"/>
          <p:nvPr/>
        </p:nvSpPr>
        <p:spPr>
          <a:xfrm>
            <a:off x="598970" y="2100304"/>
            <a:ext cx="5746965" cy="443700"/>
          </a:xfrm>
          <a:prstGeom prst="rect">
            <a:avLst/>
          </a:prstGeom>
          <a:noFill/>
          <a:ln>
            <a:noFill/>
          </a:ln>
        </p:spPr>
        <p:txBody>
          <a:bodyPr spcFirstLastPara="1" wrap="square" lIns="91425" tIns="91425" rIns="91425" bIns="91425" anchor="t" anchorCtr="0">
            <a:noAutofit/>
          </a:bodyPr>
          <a:lstStyle/>
          <a:p>
            <a:r>
              <a:rPr lang="fr-FR" noProof="0" dirty="0">
                <a:latin typeface="IBM Plex Sans"/>
              </a:rPr>
              <a:t>Compétences clés en adéquation avec l'identité de la track choisie</a:t>
            </a:r>
          </a:p>
        </p:txBody>
      </p:sp>
      <p:sp>
        <p:nvSpPr>
          <p:cNvPr id="120" name="Google Shape;120;p18">
            <a:extLst>
              <a:ext uri="{FF2B5EF4-FFF2-40B4-BE49-F238E27FC236}">
                <a16:creationId xmlns:a16="http://schemas.microsoft.com/office/drawing/2014/main" id="{04D48753-C730-B84D-A53D-E958B25D12D2}"/>
              </a:ext>
            </a:extLst>
          </p:cNvPr>
          <p:cNvSpPr/>
          <p:nvPr/>
        </p:nvSpPr>
        <p:spPr>
          <a:xfrm>
            <a:off x="358300" y="2257407"/>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24" name="Google Shape;124;p18">
            <a:extLst>
              <a:ext uri="{FF2B5EF4-FFF2-40B4-BE49-F238E27FC236}">
                <a16:creationId xmlns:a16="http://schemas.microsoft.com/office/drawing/2014/main" id="{3B50ECC5-98F8-F1D8-7033-34A4462A5EA6}"/>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6" name="Google Shape;114;p18">
            <a:extLst>
              <a:ext uri="{FF2B5EF4-FFF2-40B4-BE49-F238E27FC236}">
                <a16:creationId xmlns:a16="http://schemas.microsoft.com/office/drawing/2014/main" id="{AE1BBCFA-F436-2FF5-2658-F4BB69584113}"/>
              </a:ext>
            </a:extLst>
          </p:cNvPr>
          <p:cNvSpPr txBox="1"/>
          <p:nvPr/>
        </p:nvSpPr>
        <p:spPr>
          <a:xfrm>
            <a:off x="262886" y="2590984"/>
            <a:ext cx="5046900" cy="443700"/>
          </a:xfrm>
          <a:prstGeom prst="rect">
            <a:avLst/>
          </a:prstGeom>
          <a:noFill/>
          <a:ln>
            <a:noFill/>
          </a:ln>
        </p:spPr>
        <p:txBody>
          <a:bodyPr spcFirstLastPara="1" wrap="square" lIns="91425" tIns="91425" rIns="91425" bIns="91425" anchor="t" anchorCtr="0">
            <a:noAutofit/>
          </a:bodyPr>
          <a:lstStyle/>
          <a:p>
            <a:r>
              <a:rPr lang="fr-FR" noProof="0" dirty="0">
                <a:solidFill>
                  <a:srgbClr val="013AFB"/>
                </a:solidFill>
                <a:latin typeface="IBM Plex Sans"/>
                <a:ea typeface="IBM Plex Sans"/>
                <a:cs typeface="IBM Plex Sans"/>
                <a:sym typeface="IBM Plex Sans"/>
              </a:rPr>
              <a:t>&lt;2 objectifs complémentaires:</a:t>
            </a:r>
            <a:r>
              <a:rPr lang="fr-FR" noProof="0" dirty="0">
                <a:solidFill>
                  <a:schemeClr val="dk1"/>
                </a:solidFill>
                <a:latin typeface="IBM Plex Sans"/>
                <a:ea typeface="IBM Plex Sans"/>
                <a:cs typeface="IBM Plex Sans"/>
                <a:sym typeface="IBM Plex Sans"/>
              </a:rPr>
              <a:t> </a:t>
            </a:r>
            <a:r>
              <a:rPr lang="fr-FR" noProof="0" dirty="0">
                <a:solidFill>
                  <a:srgbClr val="013AFB"/>
                </a:solidFill>
                <a:latin typeface="IBM Plex Sans"/>
                <a:ea typeface="IBM Plex Sans"/>
                <a:cs typeface="IBM Plex Sans"/>
                <a:sym typeface="IBM Plex Sans"/>
              </a:rPr>
              <a:t>&gt;</a:t>
            </a:r>
            <a:r>
              <a:rPr lang="fr-FR" noProof="0" dirty="0">
                <a:solidFill>
                  <a:schemeClr val="dk1"/>
                </a:solidFill>
                <a:latin typeface="IBM Plex Sans"/>
                <a:ea typeface="IBM Plex Sans"/>
                <a:cs typeface="IBM Plex Sans"/>
                <a:sym typeface="IBM Plex Sans"/>
              </a:rPr>
              <a:t> </a:t>
            </a:r>
          </a:p>
        </p:txBody>
      </p:sp>
      <p:sp>
        <p:nvSpPr>
          <p:cNvPr id="7" name="Google Shape;115;p18">
            <a:extLst>
              <a:ext uri="{FF2B5EF4-FFF2-40B4-BE49-F238E27FC236}">
                <a16:creationId xmlns:a16="http://schemas.microsoft.com/office/drawing/2014/main" id="{C114DDE9-5552-D4A9-4DFB-87AF96B7AA3A}"/>
              </a:ext>
            </a:extLst>
          </p:cNvPr>
          <p:cNvSpPr txBox="1"/>
          <p:nvPr/>
        </p:nvSpPr>
        <p:spPr>
          <a:xfrm>
            <a:off x="608657" y="2983727"/>
            <a:ext cx="6819127"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Choisissez 2 options parmi les 4 ou 5 proposées dans le guide</a:t>
            </a:r>
          </a:p>
        </p:txBody>
      </p:sp>
      <p:sp>
        <p:nvSpPr>
          <p:cNvPr id="8" name="Google Shape;116;p18">
            <a:extLst>
              <a:ext uri="{FF2B5EF4-FFF2-40B4-BE49-F238E27FC236}">
                <a16:creationId xmlns:a16="http://schemas.microsoft.com/office/drawing/2014/main" id="{E7DA2596-F8DF-5881-20CD-2B81942CE41C}"/>
              </a:ext>
            </a:extLst>
          </p:cNvPr>
          <p:cNvSpPr txBox="1"/>
          <p:nvPr/>
        </p:nvSpPr>
        <p:spPr>
          <a:xfrm>
            <a:off x="608657" y="3364727"/>
            <a:ext cx="5046900" cy="443700"/>
          </a:xfrm>
          <a:prstGeom prst="rect">
            <a:avLst/>
          </a:prstGeom>
          <a:noFill/>
          <a:ln>
            <a:noFill/>
          </a:ln>
        </p:spPr>
        <p:txBody>
          <a:bodyPr spcFirstLastPara="1" wrap="square" lIns="91425" tIns="91425" rIns="91425" bIns="91425" anchor="t" anchorCtr="0">
            <a:noAutofit/>
          </a:bodyPr>
          <a:lstStyle/>
          <a:p>
            <a:r>
              <a:rPr lang="fr-FR" noProof="0" dirty="0">
                <a:latin typeface="IBM Plex Sans" panose="020B0503050203000203" pitchFamily="34" charset="0"/>
              </a:rPr>
              <a:t>Votre différenciation stratégique</a:t>
            </a:r>
          </a:p>
          <a:p>
            <a:br>
              <a:rPr lang="fr-FR" noProof="0" dirty="0">
                <a:latin typeface="IBM Plex Sans" panose="020B0503050203000203" pitchFamily="34" charset="0"/>
              </a:rPr>
            </a:br>
            <a:endParaRPr lang="fr-FR" noProof="0" dirty="0">
              <a:latin typeface="IBM Plex Sans" panose="020B0503050203000203" pitchFamily="34" charset="0"/>
            </a:endParaRPr>
          </a:p>
        </p:txBody>
      </p:sp>
      <p:sp>
        <p:nvSpPr>
          <p:cNvPr id="9" name="Google Shape;119;p18">
            <a:extLst>
              <a:ext uri="{FF2B5EF4-FFF2-40B4-BE49-F238E27FC236}">
                <a16:creationId xmlns:a16="http://schemas.microsoft.com/office/drawing/2014/main" id="{7D9FE26C-230B-7D77-79EA-3223603E7BEB}"/>
              </a:ext>
            </a:extLst>
          </p:cNvPr>
          <p:cNvSpPr/>
          <p:nvPr/>
        </p:nvSpPr>
        <p:spPr>
          <a:xfrm>
            <a:off x="367986" y="314763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0" name="Google Shape;120;p18">
            <a:extLst>
              <a:ext uri="{FF2B5EF4-FFF2-40B4-BE49-F238E27FC236}">
                <a16:creationId xmlns:a16="http://schemas.microsoft.com/office/drawing/2014/main" id="{0A3C0412-59D5-6388-6466-38A59CD7A0A7}"/>
              </a:ext>
            </a:extLst>
          </p:cNvPr>
          <p:cNvSpPr/>
          <p:nvPr/>
        </p:nvSpPr>
        <p:spPr>
          <a:xfrm>
            <a:off x="367986" y="352183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125;p18">
            <a:extLst>
              <a:ext uri="{FF2B5EF4-FFF2-40B4-BE49-F238E27FC236}">
                <a16:creationId xmlns:a16="http://schemas.microsoft.com/office/drawing/2014/main" id="{A8C64CE7-62E3-839E-23E1-292AB1DB5ADC}"/>
              </a:ext>
            </a:extLst>
          </p:cNvPr>
          <p:cNvSpPr txBox="1">
            <a:spLocks noGrp="1"/>
          </p:cNvSpPr>
          <p:nvPr>
            <p:ph type="subTitle" idx="1"/>
          </p:nvPr>
        </p:nvSpPr>
        <p:spPr>
          <a:xfrm>
            <a:off x="223173" y="1055200"/>
            <a:ext cx="7312500" cy="677700"/>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&lt;Objectifs de track&gt;</a:t>
            </a:r>
          </a:p>
        </p:txBody>
      </p:sp>
      <p:sp>
        <p:nvSpPr>
          <p:cNvPr id="12" name="Google Shape;113;p18">
            <a:extLst>
              <a:ext uri="{FF2B5EF4-FFF2-40B4-BE49-F238E27FC236}">
                <a16:creationId xmlns:a16="http://schemas.microsoft.com/office/drawing/2014/main" id="{3A65EF08-2BED-EC07-C7C4-9BFC97E73977}"/>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Mentorat</a:t>
            </a:r>
            <a:r>
              <a:rPr lang="fr-FR" sz="5600" noProof="0" dirty="0">
                <a:solidFill>
                  <a:srgbClr val="013AFB"/>
                </a:solidFill>
                <a:latin typeface="Anton"/>
                <a:ea typeface="Anton"/>
                <a:cs typeface="Anton"/>
                <a:sym typeface="Anton"/>
              </a:rPr>
              <a:t>_</a:t>
            </a:r>
          </a:p>
        </p:txBody>
      </p:sp>
      <p:sp>
        <p:nvSpPr>
          <p:cNvPr id="13" name="Google Shape;116;p18">
            <a:extLst>
              <a:ext uri="{FF2B5EF4-FFF2-40B4-BE49-F238E27FC236}">
                <a16:creationId xmlns:a16="http://schemas.microsoft.com/office/drawing/2014/main" id="{185AAC8C-B01F-0F34-8ED0-B41F4CB30695}"/>
              </a:ext>
            </a:extLst>
          </p:cNvPr>
          <p:cNvSpPr txBox="1"/>
          <p:nvPr/>
        </p:nvSpPr>
        <p:spPr>
          <a:xfrm>
            <a:off x="604742" y="3930134"/>
            <a:ext cx="6485661" cy="452720"/>
          </a:xfrm>
          <a:prstGeom prst="rect">
            <a:avLst/>
          </a:prstGeom>
          <a:noFill/>
          <a:ln>
            <a:noFill/>
          </a:ln>
        </p:spPr>
        <p:txBody>
          <a:bodyPr spcFirstLastPara="1" wrap="square" lIns="91425" tIns="91425" rIns="91425" bIns="91425" anchor="t" anchorCtr="0">
            <a:noAutofit/>
          </a:bodyPr>
          <a:lstStyle/>
          <a:p>
            <a:r>
              <a:rPr lang="fr-FR" b="1" noProof="0" dirty="0">
                <a:solidFill>
                  <a:schemeClr val="dk1"/>
                </a:solidFill>
                <a:latin typeface="IBM Plex Sans"/>
              </a:rPr>
              <a:t>Les objectifs ne peuvent pas être modifiés après le choix qui sera validé en octobre</a:t>
            </a:r>
            <a:endParaRPr lang="fr-FR" noProof="0" dirty="0">
              <a:solidFill>
                <a:schemeClr val="dk1"/>
              </a:solidFill>
              <a:latin typeface="IBM Plex Sans"/>
            </a:endParaRPr>
          </a:p>
        </p:txBody>
      </p:sp>
    </p:spTree>
    <p:extLst>
      <p:ext uri="{BB962C8B-B14F-4D97-AF65-F5344CB8AC3E}">
        <p14:creationId xmlns:p14="http://schemas.microsoft.com/office/powerpoint/2010/main" val="443271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60B95D7A-4B41-A325-B892-67970724A259}"/>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787CF55C-C37C-0CDE-5388-DEBE355D9733}"/>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Calendrier</a:t>
            </a:r>
            <a:r>
              <a:rPr lang="fr-FR" sz="5600" noProof="0" dirty="0">
                <a:solidFill>
                  <a:srgbClr val="FF1EF7"/>
                </a:solidFill>
                <a:latin typeface="Anton"/>
                <a:ea typeface="Anton"/>
                <a:cs typeface="Anton"/>
                <a:sym typeface="Anton"/>
              </a:rPr>
              <a:t>_</a:t>
            </a:r>
            <a:endParaRPr lang="fr-FR" sz="5600" noProof="0" dirty="0">
              <a:solidFill>
                <a:srgbClr val="FF1EF7"/>
              </a:solidFill>
              <a:latin typeface="Anton"/>
              <a:ea typeface="Anton"/>
              <a:cs typeface="Anton"/>
            </a:endParaRPr>
          </a:p>
        </p:txBody>
      </p:sp>
      <p:sp>
        <p:nvSpPr>
          <p:cNvPr id="77" name="Google Shape;77;p15">
            <a:extLst>
              <a:ext uri="{FF2B5EF4-FFF2-40B4-BE49-F238E27FC236}">
                <a16:creationId xmlns:a16="http://schemas.microsoft.com/office/drawing/2014/main" id="{57741A98-E7EA-DCE9-A4C3-D043F9F24463}"/>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05</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86C8275D-B4C7-DA0D-AD16-7F7937B097F7}"/>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C21BABC9-77C3-35BA-6D66-51BD7290866E}"/>
              </a:ext>
            </a:extLst>
          </p:cNvPr>
          <p:cNvSpPr/>
          <p:nvPr/>
        </p:nvSpPr>
        <p:spPr>
          <a:xfrm rot="5400000">
            <a:off x="-683400"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96B7D2ED-986F-1EE8-6C40-9E2AD8C873AD}"/>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81D5998B-7DE1-5063-FB1B-5E67CA7D87C8}"/>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&lt;14&gt;</a:t>
            </a:r>
          </a:p>
        </p:txBody>
      </p:sp>
    </p:spTree>
    <p:extLst>
      <p:ext uri="{BB962C8B-B14F-4D97-AF65-F5344CB8AC3E}">
        <p14:creationId xmlns:p14="http://schemas.microsoft.com/office/powerpoint/2010/main" val="199651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EA6644BC-387D-4E15-1977-F3E958D50587}"/>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A7837715-2519-8C37-06F3-044D21CC2B57}"/>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&lt;15&gt;</a:t>
            </a:r>
          </a:p>
        </p:txBody>
      </p:sp>
      <p:sp>
        <p:nvSpPr>
          <p:cNvPr id="113" name="Google Shape;113;p18">
            <a:extLst>
              <a:ext uri="{FF2B5EF4-FFF2-40B4-BE49-F238E27FC236}">
                <a16:creationId xmlns:a16="http://schemas.microsoft.com/office/drawing/2014/main" id="{91FADDB1-9CD4-98CA-2910-34BC300BF4AC}"/>
              </a:ext>
            </a:extLst>
          </p:cNvPr>
          <p:cNvSpPr txBox="1">
            <a:spLocks noGrp="1"/>
          </p:cNvSpPr>
          <p:nvPr>
            <p:ph type="ctrTitle"/>
          </p:nvPr>
        </p:nvSpPr>
        <p:spPr>
          <a:xfrm>
            <a:off x="233440" y="152075"/>
            <a:ext cx="7311505" cy="1499700"/>
          </a:xfrm>
          <a:prstGeom prst="rect">
            <a:avLst/>
          </a:prstGeom>
        </p:spPr>
        <p:txBody>
          <a:bodyPr spcFirstLastPara="1" wrap="square" lIns="91425" tIns="91425" rIns="91425" bIns="91425" anchor="t" anchorCtr="0">
            <a:normAutofit/>
          </a:bodyPr>
          <a:lstStyle/>
          <a:p>
            <a:pPr algn="l"/>
            <a:r>
              <a:rPr lang="fr-FR" sz="4400" noProof="0" dirty="0">
                <a:solidFill>
                  <a:srgbClr val="013AFB"/>
                </a:solidFill>
                <a:latin typeface="Anton"/>
                <a:sym typeface="Anton"/>
              </a:rPr>
              <a:t>Calendrier_</a:t>
            </a:r>
            <a:endParaRPr lang="fr-FR" sz="4400" noProof="0" dirty="0">
              <a:solidFill>
                <a:srgbClr val="013AFB"/>
              </a:solidFill>
              <a:latin typeface="Anton"/>
            </a:endParaRPr>
          </a:p>
        </p:txBody>
      </p:sp>
      <p:sp>
        <p:nvSpPr>
          <p:cNvPr id="6" name="TextBox 7">
            <a:extLst>
              <a:ext uri="{FF2B5EF4-FFF2-40B4-BE49-F238E27FC236}">
                <a16:creationId xmlns:a16="http://schemas.microsoft.com/office/drawing/2014/main" id="{A3B33783-BBA9-12F6-8857-5116D4D0173F}"/>
              </a:ext>
            </a:extLst>
          </p:cNvPr>
          <p:cNvSpPr txBox="1"/>
          <p:nvPr/>
        </p:nvSpPr>
        <p:spPr>
          <a:xfrm>
            <a:off x="1070546" y="1223174"/>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SEPTEMBRE</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17" name="TextBox 8">
            <a:extLst>
              <a:ext uri="{FF2B5EF4-FFF2-40B4-BE49-F238E27FC236}">
                <a16:creationId xmlns:a16="http://schemas.microsoft.com/office/drawing/2014/main" id="{4E483C70-295E-F347-44B8-E0B1B8EE4059}"/>
              </a:ext>
            </a:extLst>
          </p:cNvPr>
          <p:cNvSpPr txBox="1"/>
          <p:nvPr/>
        </p:nvSpPr>
        <p:spPr>
          <a:xfrm>
            <a:off x="2179073" y="122281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OCTOBRE</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1" name="TextBox 9">
            <a:extLst>
              <a:ext uri="{FF2B5EF4-FFF2-40B4-BE49-F238E27FC236}">
                <a16:creationId xmlns:a16="http://schemas.microsoft.com/office/drawing/2014/main" id="{D9EECEA1-651C-FA27-5525-20205A72680C}"/>
              </a:ext>
            </a:extLst>
          </p:cNvPr>
          <p:cNvSpPr txBox="1"/>
          <p:nvPr/>
        </p:nvSpPr>
        <p:spPr>
          <a:xfrm>
            <a:off x="3308012"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NOVEMBRE</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2" name="TextBox 10">
            <a:extLst>
              <a:ext uri="{FF2B5EF4-FFF2-40B4-BE49-F238E27FC236}">
                <a16:creationId xmlns:a16="http://schemas.microsoft.com/office/drawing/2014/main" id="{B909A8FD-0EED-2C86-D943-ADAC14A198F1}"/>
              </a:ext>
            </a:extLst>
          </p:cNvPr>
          <p:cNvSpPr txBox="1"/>
          <p:nvPr/>
        </p:nvSpPr>
        <p:spPr>
          <a:xfrm>
            <a:off x="5486400"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JANVIER</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3" name="TextBox 12">
            <a:extLst>
              <a:ext uri="{FF2B5EF4-FFF2-40B4-BE49-F238E27FC236}">
                <a16:creationId xmlns:a16="http://schemas.microsoft.com/office/drawing/2014/main" id="{47C77F1F-9D10-754F-94D6-026E190A16D0}"/>
              </a:ext>
            </a:extLst>
          </p:cNvPr>
          <p:cNvSpPr txBox="1"/>
          <p:nvPr/>
        </p:nvSpPr>
        <p:spPr>
          <a:xfrm>
            <a:off x="6643305" y="122281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FÉVRIER</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7" name="AutoShape 27">
            <a:extLst>
              <a:ext uri="{FF2B5EF4-FFF2-40B4-BE49-F238E27FC236}">
                <a16:creationId xmlns:a16="http://schemas.microsoft.com/office/drawing/2014/main" id="{59B3D521-D651-C93D-DE13-4F3B3B759C48}"/>
              </a:ext>
            </a:extLst>
          </p:cNvPr>
          <p:cNvSpPr/>
          <p:nvPr/>
        </p:nvSpPr>
        <p:spPr>
          <a:xfrm>
            <a:off x="747221" y="2068991"/>
            <a:ext cx="7848000" cy="17595"/>
          </a:xfrm>
          <a:prstGeom prst="rect">
            <a:avLst/>
          </a:prstGeom>
          <a:solidFill>
            <a:schemeClr val="accent1"/>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37" name="TextBox 12">
            <a:extLst>
              <a:ext uri="{FF2B5EF4-FFF2-40B4-BE49-F238E27FC236}">
                <a16:creationId xmlns:a16="http://schemas.microsoft.com/office/drawing/2014/main" id="{E94D52AA-7BC4-F5A7-3E90-3A34C10AEC94}"/>
              </a:ext>
            </a:extLst>
          </p:cNvPr>
          <p:cNvSpPr txBox="1"/>
          <p:nvPr/>
        </p:nvSpPr>
        <p:spPr>
          <a:xfrm>
            <a:off x="7555891" y="1221690"/>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MARS</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4" name="TextBox 10">
            <a:extLst>
              <a:ext uri="{FF2B5EF4-FFF2-40B4-BE49-F238E27FC236}">
                <a16:creationId xmlns:a16="http://schemas.microsoft.com/office/drawing/2014/main" id="{808C147E-3E67-FBE7-14B9-09810AEA4231}"/>
              </a:ext>
            </a:extLst>
          </p:cNvPr>
          <p:cNvSpPr txBox="1"/>
          <p:nvPr/>
        </p:nvSpPr>
        <p:spPr>
          <a:xfrm>
            <a:off x="4411543"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DÉCEMBRE</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8" name="Rectangle : coins arrondis 7">
            <a:extLst>
              <a:ext uri="{FF2B5EF4-FFF2-40B4-BE49-F238E27FC236}">
                <a16:creationId xmlns:a16="http://schemas.microsoft.com/office/drawing/2014/main" id="{078099E7-DCB4-EF20-A12A-043EA247E3E0}"/>
              </a:ext>
            </a:extLst>
          </p:cNvPr>
          <p:cNvSpPr/>
          <p:nvPr/>
        </p:nvSpPr>
        <p:spPr>
          <a:xfrm>
            <a:off x="1432787" y="1598657"/>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a:t>
            </a:r>
          </a:p>
          <a:p>
            <a:pPr algn="ctr"/>
            <a:r>
              <a:rPr lang="fr-FR" sz="1100" b="1" noProof="0" dirty="0">
                <a:latin typeface="IBM Plex Sans" panose="020B0503050203000203" pitchFamily="34" charset="0"/>
              </a:rPr>
              <a:t>14/09 – 25/09</a:t>
            </a:r>
          </a:p>
        </p:txBody>
      </p:sp>
      <p:sp>
        <p:nvSpPr>
          <p:cNvPr id="11" name="Rectangle : coins arrondis 10">
            <a:extLst>
              <a:ext uri="{FF2B5EF4-FFF2-40B4-BE49-F238E27FC236}">
                <a16:creationId xmlns:a16="http://schemas.microsoft.com/office/drawing/2014/main" id="{39140C69-09A1-8977-D092-C5ED2FF9E8DD}"/>
              </a:ext>
            </a:extLst>
          </p:cNvPr>
          <p:cNvSpPr/>
          <p:nvPr/>
        </p:nvSpPr>
        <p:spPr>
          <a:xfrm>
            <a:off x="2905806" y="1597799"/>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2</a:t>
            </a:r>
          </a:p>
          <a:p>
            <a:pPr algn="ctr"/>
            <a:r>
              <a:rPr lang="fr-FR" sz="1100" b="1" noProof="0" dirty="0">
                <a:latin typeface="IBM Plex Sans" panose="020B0503050203000203" pitchFamily="34" charset="0"/>
              </a:rPr>
              <a:t>26/10 – 06/11</a:t>
            </a:r>
          </a:p>
        </p:txBody>
      </p:sp>
      <p:sp>
        <p:nvSpPr>
          <p:cNvPr id="12" name="Rectangle : coins arrondis 11">
            <a:extLst>
              <a:ext uri="{FF2B5EF4-FFF2-40B4-BE49-F238E27FC236}">
                <a16:creationId xmlns:a16="http://schemas.microsoft.com/office/drawing/2014/main" id="{714FE57C-78EF-E23F-DB1E-B20AEE686AA1}"/>
              </a:ext>
            </a:extLst>
          </p:cNvPr>
          <p:cNvSpPr/>
          <p:nvPr/>
        </p:nvSpPr>
        <p:spPr>
          <a:xfrm>
            <a:off x="4637740" y="1597798"/>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3</a:t>
            </a:r>
          </a:p>
          <a:p>
            <a:pPr algn="ctr"/>
            <a:r>
              <a:rPr lang="fr-FR" sz="1100" b="1" noProof="0" dirty="0">
                <a:latin typeface="IBM Plex Sans" panose="020B0503050203000203" pitchFamily="34" charset="0"/>
              </a:rPr>
              <a:t>07/12 – 18/12</a:t>
            </a:r>
          </a:p>
        </p:txBody>
      </p:sp>
      <p:sp>
        <p:nvSpPr>
          <p:cNvPr id="13" name="Rectangle : coins arrondis 12">
            <a:extLst>
              <a:ext uri="{FF2B5EF4-FFF2-40B4-BE49-F238E27FC236}">
                <a16:creationId xmlns:a16="http://schemas.microsoft.com/office/drawing/2014/main" id="{487B8EEA-E405-F1B0-8A9C-06296F6C5BBA}"/>
              </a:ext>
            </a:extLst>
          </p:cNvPr>
          <p:cNvSpPr/>
          <p:nvPr/>
        </p:nvSpPr>
        <p:spPr>
          <a:xfrm>
            <a:off x="6870845" y="1597797"/>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4</a:t>
            </a:r>
          </a:p>
          <a:p>
            <a:pPr algn="ctr"/>
            <a:r>
              <a:rPr lang="fr-FR" sz="1100" b="1" noProof="0" dirty="0">
                <a:latin typeface="IBM Plex Sans" panose="020B0503050203000203" pitchFamily="34" charset="0"/>
              </a:rPr>
              <a:t>15/02 – 26/02</a:t>
            </a:r>
          </a:p>
        </p:txBody>
      </p:sp>
      <p:sp>
        <p:nvSpPr>
          <p:cNvPr id="39" name="TextBox 4">
            <a:extLst>
              <a:ext uri="{FF2B5EF4-FFF2-40B4-BE49-F238E27FC236}">
                <a16:creationId xmlns:a16="http://schemas.microsoft.com/office/drawing/2014/main" id="{00BF5BE9-07A4-C006-3591-9159B2191926}"/>
              </a:ext>
            </a:extLst>
          </p:cNvPr>
          <p:cNvSpPr txBox="1"/>
          <p:nvPr/>
        </p:nvSpPr>
        <p:spPr>
          <a:xfrm>
            <a:off x="-8999" y="1802283"/>
            <a:ext cx="13843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chemeClr val="accent1"/>
                </a:solidFill>
                <a:latin typeface="IBM Plex Sans" panose="020B0503050203000203" pitchFamily="34" charset="0"/>
              </a:rPr>
              <a:t>Suivi pédagogique</a:t>
            </a:r>
          </a:p>
        </p:txBody>
      </p:sp>
      <p:sp>
        <p:nvSpPr>
          <p:cNvPr id="51" name="AutoShape 27">
            <a:extLst>
              <a:ext uri="{FF2B5EF4-FFF2-40B4-BE49-F238E27FC236}">
                <a16:creationId xmlns:a16="http://schemas.microsoft.com/office/drawing/2014/main" id="{31D6013F-475F-8BE2-12EF-ADC013482F4C}"/>
              </a:ext>
            </a:extLst>
          </p:cNvPr>
          <p:cNvSpPr/>
          <p:nvPr/>
        </p:nvSpPr>
        <p:spPr>
          <a:xfrm>
            <a:off x="747221" y="3985653"/>
            <a:ext cx="7848000" cy="17595"/>
          </a:xfrm>
          <a:prstGeom prst="rect">
            <a:avLst/>
          </a:prstGeom>
          <a:solidFill>
            <a:srgbClr val="00B050"/>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52" name="TextBox 4">
            <a:extLst>
              <a:ext uri="{FF2B5EF4-FFF2-40B4-BE49-F238E27FC236}">
                <a16:creationId xmlns:a16="http://schemas.microsoft.com/office/drawing/2014/main" id="{69864FF4-36F0-98FA-0801-C0F2ED1E5C11}"/>
              </a:ext>
            </a:extLst>
          </p:cNvPr>
          <p:cNvSpPr txBox="1"/>
          <p:nvPr/>
        </p:nvSpPr>
        <p:spPr>
          <a:xfrm>
            <a:off x="-8999" y="3718945"/>
            <a:ext cx="119430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rgbClr val="00B050"/>
                </a:solidFill>
                <a:latin typeface="IBM Plex Sans" panose="020B0503050203000203" pitchFamily="34" charset="0"/>
              </a:rPr>
              <a:t>Jalons</a:t>
            </a:r>
          </a:p>
        </p:txBody>
      </p:sp>
      <p:sp>
        <p:nvSpPr>
          <p:cNvPr id="64" name="Rectangle : coins arrondis 63">
            <a:extLst>
              <a:ext uri="{FF2B5EF4-FFF2-40B4-BE49-F238E27FC236}">
                <a16:creationId xmlns:a16="http://schemas.microsoft.com/office/drawing/2014/main" id="{2835BD94-8BB9-D616-63D9-75C00EA6ABCA}"/>
              </a:ext>
            </a:extLst>
          </p:cNvPr>
          <p:cNvSpPr/>
          <p:nvPr/>
        </p:nvSpPr>
        <p:spPr>
          <a:xfrm>
            <a:off x="6883292" y="3675860"/>
            <a:ext cx="743455" cy="613328"/>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Rendu BTP</a:t>
            </a:r>
          </a:p>
          <a:p>
            <a:pPr algn="ctr"/>
            <a:r>
              <a:rPr lang="fr-FR" sz="1000" b="1" noProof="0" dirty="0">
                <a:latin typeface="IBM Plex Sans" panose="020B0503050203000203" pitchFamily="34" charset="0"/>
              </a:rPr>
              <a:t>07/02</a:t>
            </a:r>
          </a:p>
        </p:txBody>
      </p:sp>
      <p:sp>
        <p:nvSpPr>
          <p:cNvPr id="65" name="Rectangle : coins arrondis 64">
            <a:extLst>
              <a:ext uri="{FF2B5EF4-FFF2-40B4-BE49-F238E27FC236}">
                <a16:creationId xmlns:a16="http://schemas.microsoft.com/office/drawing/2014/main" id="{BEF968A7-7FF9-D7A2-C8A6-64A76F8D573A}"/>
              </a:ext>
            </a:extLst>
          </p:cNvPr>
          <p:cNvSpPr/>
          <p:nvPr/>
        </p:nvSpPr>
        <p:spPr>
          <a:xfrm>
            <a:off x="2430058" y="3687786"/>
            <a:ext cx="906628" cy="613328"/>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Objectifs</a:t>
            </a:r>
            <a:br>
              <a:rPr lang="fr-FR" sz="1000" b="1" noProof="0" dirty="0">
                <a:latin typeface="IBM Plex Sans" panose="020B0503050203000203" pitchFamily="34" charset="0"/>
              </a:rPr>
            </a:br>
            <a:r>
              <a:rPr lang="fr-FR" sz="1000" b="1" noProof="0" dirty="0">
                <a:latin typeface="IBM Plex Sans" panose="020B0503050203000203" pitchFamily="34" charset="0"/>
              </a:rPr>
              <a:t>track :</a:t>
            </a:r>
          </a:p>
          <a:p>
            <a:pPr algn="ctr"/>
            <a:r>
              <a:rPr lang="fr-FR" sz="1000" b="1" noProof="0" dirty="0">
                <a:latin typeface="IBM Plex Sans" panose="020B0503050203000203" pitchFamily="34" charset="0"/>
              </a:rPr>
              <a:t>Semaine 19/10</a:t>
            </a:r>
          </a:p>
        </p:txBody>
      </p:sp>
      <p:sp>
        <p:nvSpPr>
          <p:cNvPr id="66" name="AutoShape 27">
            <a:extLst>
              <a:ext uri="{FF2B5EF4-FFF2-40B4-BE49-F238E27FC236}">
                <a16:creationId xmlns:a16="http://schemas.microsoft.com/office/drawing/2014/main" id="{550FD4B0-3602-BF54-C23C-73878BC77297}"/>
              </a:ext>
            </a:extLst>
          </p:cNvPr>
          <p:cNvSpPr/>
          <p:nvPr/>
        </p:nvSpPr>
        <p:spPr>
          <a:xfrm>
            <a:off x="755240" y="3041267"/>
            <a:ext cx="7848000" cy="17595"/>
          </a:xfrm>
          <a:prstGeom prst="rect">
            <a:avLst/>
          </a:prstGeom>
          <a:solidFill>
            <a:schemeClr val="accent4"/>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67" name="Rectangle : coins arrondis 66">
            <a:extLst>
              <a:ext uri="{FF2B5EF4-FFF2-40B4-BE49-F238E27FC236}">
                <a16:creationId xmlns:a16="http://schemas.microsoft.com/office/drawing/2014/main" id="{C518904E-C6FB-32A1-51FC-C26ED94C3928}"/>
              </a:ext>
            </a:extLst>
          </p:cNvPr>
          <p:cNvSpPr/>
          <p:nvPr/>
        </p:nvSpPr>
        <p:spPr>
          <a:xfrm>
            <a:off x="1171300" y="2590186"/>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a:t>
            </a:r>
          </a:p>
          <a:p>
            <a:pPr algn="ctr"/>
            <a:r>
              <a:rPr lang="fr-FR" sz="1100" b="1" noProof="0" dirty="0">
                <a:latin typeface="IBM Plex Sans" panose="020B0503050203000203" pitchFamily="34" charset="0"/>
              </a:rPr>
              <a:t>07/09</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11/09</a:t>
            </a:r>
          </a:p>
        </p:txBody>
      </p:sp>
      <p:sp>
        <p:nvSpPr>
          <p:cNvPr id="68" name="Rectangle : coins arrondis 67">
            <a:extLst>
              <a:ext uri="{FF2B5EF4-FFF2-40B4-BE49-F238E27FC236}">
                <a16:creationId xmlns:a16="http://schemas.microsoft.com/office/drawing/2014/main" id="{BD9D982D-7D4E-5B68-F41F-63C68BA180C3}"/>
              </a:ext>
            </a:extLst>
          </p:cNvPr>
          <p:cNvSpPr/>
          <p:nvPr/>
        </p:nvSpPr>
        <p:spPr>
          <a:xfrm>
            <a:off x="1920430" y="2580930"/>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2</a:t>
            </a:r>
          </a:p>
          <a:p>
            <a:pPr algn="ctr"/>
            <a:r>
              <a:rPr lang="fr-FR" sz="1100" b="1" noProof="0" dirty="0">
                <a:latin typeface="IBM Plex Sans" panose="020B0503050203000203" pitchFamily="34" charset="0"/>
              </a:rPr>
              <a:t>28/09</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02/10</a:t>
            </a:r>
          </a:p>
        </p:txBody>
      </p:sp>
      <p:sp>
        <p:nvSpPr>
          <p:cNvPr id="69" name="Rectangle : coins arrondis 68">
            <a:extLst>
              <a:ext uri="{FF2B5EF4-FFF2-40B4-BE49-F238E27FC236}">
                <a16:creationId xmlns:a16="http://schemas.microsoft.com/office/drawing/2014/main" id="{512E40B1-F7C7-CF37-7C58-E629242CFB7E}"/>
              </a:ext>
            </a:extLst>
          </p:cNvPr>
          <p:cNvSpPr/>
          <p:nvPr/>
        </p:nvSpPr>
        <p:spPr>
          <a:xfrm>
            <a:off x="2662957" y="2589327"/>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3</a:t>
            </a:r>
          </a:p>
          <a:p>
            <a:pPr algn="ctr"/>
            <a:r>
              <a:rPr lang="fr-FR" sz="1100" b="1" noProof="0" dirty="0">
                <a:latin typeface="IBM Plex Sans" panose="020B0503050203000203" pitchFamily="34" charset="0"/>
              </a:rPr>
              <a:t>19/10</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23/10</a:t>
            </a:r>
          </a:p>
        </p:txBody>
      </p:sp>
      <p:sp>
        <p:nvSpPr>
          <p:cNvPr id="71" name="TextBox 4">
            <a:extLst>
              <a:ext uri="{FF2B5EF4-FFF2-40B4-BE49-F238E27FC236}">
                <a16:creationId xmlns:a16="http://schemas.microsoft.com/office/drawing/2014/main" id="{324CD0EC-6FB0-3B81-C13B-D2BF9FE12AEF}"/>
              </a:ext>
            </a:extLst>
          </p:cNvPr>
          <p:cNvSpPr txBox="1"/>
          <p:nvPr/>
        </p:nvSpPr>
        <p:spPr>
          <a:xfrm>
            <a:off x="-980" y="2793812"/>
            <a:ext cx="11943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chemeClr val="accent4"/>
                </a:solidFill>
                <a:latin typeface="IBM Plex Sans" panose="020B0503050203000203" pitchFamily="34" charset="0"/>
              </a:rPr>
              <a:t>Suivi mentorat</a:t>
            </a:r>
          </a:p>
        </p:txBody>
      </p:sp>
      <p:sp>
        <p:nvSpPr>
          <p:cNvPr id="2" name="Rectangle : coins arrondis 1">
            <a:extLst>
              <a:ext uri="{FF2B5EF4-FFF2-40B4-BE49-F238E27FC236}">
                <a16:creationId xmlns:a16="http://schemas.microsoft.com/office/drawing/2014/main" id="{D924B583-3A7F-9547-FF08-9B3ED882C042}"/>
              </a:ext>
            </a:extLst>
          </p:cNvPr>
          <p:cNvSpPr/>
          <p:nvPr/>
        </p:nvSpPr>
        <p:spPr>
          <a:xfrm>
            <a:off x="3412087" y="2586774"/>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4</a:t>
            </a:r>
          </a:p>
          <a:p>
            <a:pPr algn="ctr"/>
            <a:r>
              <a:rPr lang="fr-FR" sz="1100" b="1" noProof="0" dirty="0">
                <a:latin typeface="IBM Plex Sans" panose="020B0503050203000203" pitchFamily="34" charset="0"/>
              </a:rPr>
              <a:t>09/11</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13/11</a:t>
            </a:r>
          </a:p>
        </p:txBody>
      </p:sp>
      <p:sp>
        <p:nvSpPr>
          <p:cNvPr id="3" name="Rectangle : coins arrondis 2">
            <a:extLst>
              <a:ext uri="{FF2B5EF4-FFF2-40B4-BE49-F238E27FC236}">
                <a16:creationId xmlns:a16="http://schemas.microsoft.com/office/drawing/2014/main" id="{41BDF002-5F0F-5F0F-DE9C-A94F07B23045}"/>
              </a:ext>
            </a:extLst>
          </p:cNvPr>
          <p:cNvSpPr/>
          <p:nvPr/>
        </p:nvSpPr>
        <p:spPr>
          <a:xfrm>
            <a:off x="4154614" y="2587631"/>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5</a:t>
            </a:r>
          </a:p>
          <a:p>
            <a:pPr algn="ctr"/>
            <a:r>
              <a:rPr lang="fr-FR" sz="1100" b="1" noProof="0" dirty="0">
                <a:latin typeface="IBM Plex Sans" panose="020B0503050203000203" pitchFamily="34" charset="0"/>
              </a:rPr>
              <a:t>30/11</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04/12</a:t>
            </a:r>
          </a:p>
        </p:txBody>
      </p:sp>
      <p:sp>
        <p:nvSpPr>
          <p:cNvPr id="5" name="Rectangle : coins arrondis 4">
            <a:extLst>
              <a:ext uri="{FF2B5EF4-FFF2-40B4-BE49-F238E27FC236}">
                <a16:creationId xmlns:a16="http://schemas.microsoft.com/office/drawing/2014/main" id="{02A73CAC-31E1-D162-33BC-9BA61AEC9AD2}"/>
              </a:ext>
            </a:extLst>
          </p:cNvPr>
          <p:cNvSpPr/>
          <p:nvPr/>
        </p:nvSpPr>
        <p:spPr>
          <a:xfrm>
            <a:off x="4903744" y="2580930"/>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6</a:t>
            </a:r>
          </a:p>
          <a:p>
            <a:pPr algn="ctr"/>
            <a:r>
              <a:rPr lang="fr-FR" sz="1100" b="1" noProof="0" dirty="0">
                <a:latin typeface="IBM Plex Sans" panose="020B0503050203000203" pitchFamily="34" charset="0"/>
              </a:rPr>
              <a:t>14/12</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18/12</a:t>
            </a:r>
          </a:p>
        </p:txBody>
      </p:sp>
      <p:sp>
        <p:nvSpPr>
          <p:cNvPr id="7" name="Rectangle : coins arrondis 6">
            <a:extLst>
              <a:ext uri="{FF2B5EF4-FFF2-40B4-BE49-F238E27FC236}">
                <a16:creationId xmlns:a16="http://schemas.microsoft.com/office/drawing/2014/main" id="{FBE401A7-DF23-9D50-4B2F-779BC3080623}"/>
              </a:ext>
            </a:extLst>
          </p:cNvPr>
          <p:cNvSpPr/>
          <p:nvPr/>
        </p:nvSpPr>
        <p:spPr>
          <a:xfrm>
            <a:off x="5653202" y="2586723"/>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7</a:t>
            </a:r>
          </a:p>
          <a:p>
            <a:pPr algn="ctr"/>
            <a:r>
              <a:rPr lang="fr-FR" sz="1100" b="1" noProof="0" dirty="0">
                <a:latin typeface="IBM Plex Sans" panose="020B0503050203000203" pitchFamily="34" charset="0"/>
              </a:rPr>
              <a:t>04/01</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08/01</a:t>
            </a:r>
          </a:p>
        </p:txBody>
      </p:sp>
      <p:sp>
        <p:nvSpPr>
          <p:cNvPr id="9" name="Rectangle : coins arrondis 8">
            <a:extLst>
              <a:ext uri="{FF2B5EF4-FFF2-40B4-BE49-F238E27FC236}">
                <a16:creationId xmlns:a16="http://schemas.microsoft.com/office/drawing/2014/main" id="{74560B75-15A8-BAE3-346F-B27D96056B82}"/>
              </a:ext>
            </a:extLst>
          </p:cNvPr>
          <p:cNvSpPr/>
          <p:nvPr/>
        </p:nvSpPr>
        <p:spPr>
          <a:xfrm>
            <a:off x="6395729" y="2587580"/>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8</a:t>
            </a:r>
          </a:p>
          <a:p>
            <a:pPr algn="ctr"/>
            <a:r>
              <a:rPr lang="fr-FR" sz="1100" b="1" noProof="0" dirty="0">
                <a:latin typeface="IBM Plex Sans" panose="020B0503050203000203" pitchFamily="34" charset="0"/>
              </a:rPr>
              <a:t>25/01</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29/01</a:t>
            </a:r>
          </a:p>
        </p:txBody>
      </p:sp>
      <p:sp>
        <p:nvSpPr>
          <p:cNvPr id="10" name="Rectangle : coins arrondis 9">
            <a:extLst>
              <a:ext uri="{FF2B5EF4-FFF2-40B4-BE49-F238E27FC236}">
                <a16:creationId xmlns:a16="http://schemas.microsoft.com/office/drawing/2014/main" id="{54F0B6B4-EFA2-F1E6-8C97-98AFDA8F1DA3}"/>
              </a:ext>
            </a:extLst>
          </p:cNvPr>
          <p:cNvSpPr/>
          <p:nvPr/>
        </p:nvSpPr>
        <p:spPr>
          <a:xfrm>
            <a:off x="7144859" y="2580879"/>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9</a:t>
            </a:r>
          </a:p>
          <a:p>
            <a:pPr algn="ctr"/>
            <a:r>
              <a:rPr lang="fr-FR" sz="1100" b="1" noProof="0" dirty="0">
                <a:latin typeface="IBM Plex Sans" panose="020B0503050203000203" pitchFamily="34" charset="0"/>
              </a:rPr>
              <a:t>15/02</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19/02</a:t>
            </a:r>
          </a:p>
        </p:txBody>
      </p:sp>
      <p:sp>
        <p:nvSpPr>
          <p:cNvPr id="29" name="Rectangle : coins arrondis 28">
            <a:extLst>
              <a:ext uri="{FF2B5EF4-FFF2-40B4-BE49-F238E27FC236}">
                <a16:creationId xmlns:a16="http://schemas.microsoft.com/office/drawing/2014/main" id="{97878E4D-D048-0B86-6ABC-4B4B8752FC33}"/>
              </a:ext>
            </a:extLst>
          </p:cNvPr>
          <p:cNvSpPr/>
          <p:nvPr/>
        </p:nvSpPr>
        <p:spPr>
          <a:xfrm>
            <a:off x="7892583" y="2587580"/>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10</a:t>
            </a:r>
          </a:p>
          <a:p>
            <a:pPr algn="ctr"/>
            <a:r>
              <a:rPr lang="fr-FR" sz="1100" b="1" noProof="0" dirty="0">
                <a:latin typeface="IBM Plex Sans" panose="020B0503050203000203" pitchFamily="34" charset="0"/>
              </a:rPr>
              <a:t>08/03</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12/03</a:t>
            </a:r>
          </a:p>
        </p:txBody>
      </p:sp>
    </p:spTree>
    <p:extLst>
      <p:ext uri="{BB962C8B-B14F-4D97-AF65-F5344CB8AC3E}">
        <p14:creationId xmlns:p14="http://schemas.microsoft.com/office/powerpoint/2010/main" val="723272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55073FE5-0DC2-8CD8-04E1-304E460B2F60}"/>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11F15C97-9CE8-060A-0DE2-E58F239A4530}"/>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&lt;16&gt;</a:t>
            </a:r>
          </a:p>
        </p:txBody>
      </p:sp>
      <p:sp>
        <p:nvSpPr>
          <p:cNvPr id="113" name="Google Shape;113;p18">
            <a:extLst>
              <a:ext uri="{FF2B5EF4-FFF2-40B4-BE49-F238E27FC236}">
                <a16:creationId xmlns:a16="http://schemas.microsoft.com/office/drawing/2014/main" id="{560B713E-095F-953D-C7C2-DECA6AC0BDC8}"/>
              </a:ext>
            </a:extLst>
          </p:cNvPr>
          <p:cNvSpPr txBox="1">
            <a:spLocks noGrp="1"/>
          </p:cNvSpPr>
          <p:nvPr>
            <p:ph type="ctrTitle"/>
          </p:nvPr>
        </p:nvSpPr>
        <p:spPr>
          <a:xfrm>
            <a:off x="233440" y="152075"/>
            <a:ext cx="7311505" cy="1499700"/>
          </a:xfrm>
          <a:prstGeom prst="rect">
            <a:avLst/>
          </a:prstGeom>
        </p:spPr>
        <p:txBody>
          <a:bodyPr spcFirstLastPara="1" wrap="square" lIns="91425" tIns="91425" rIns="91425" bIns="91425" anchor="t" anchorCtr="0">
            <a:normAutofit/>
          </a:bodyPr>
          <a:lstStyle/>
          <a:p>
            <a:pPr algn="l"/>
            <a:r>
              <a:rPr lang="fr-FR" sz="4400" noProof="0" dirty="0">
                <a:solidFill>
                  <a:srgbClr val="013AFB"/>
                </a:solidFill>
                <a:latin typeface="Anton"/>
                <a:sym typeface="Anton"/>
              </a:rPr>
              <a:t>Calendrier_</a:t>
            </a:r>
            <a:endParaRPr lang="fr-FR" sz="4400" noProof="0" dirty="0">
              <a:solidFill>
                <a:srgbClr val="013AFB"/>
              </a:solidFill>
              <a:latin typeface="Anton"/>
            </a:endParaRPr>
          </a:p>
        </p:txBody>
      </p:sp>
      <p:sp>
        <p:nvSpPr>
          <p:cNvPr id="6" name="TextBox 7">
            <a:extLst>
              <a:ext uri="{FF2B5EF4-FFF2-40B4-BE49-F238E27FC236}">
                <a16:creationId xmlns:a16="http://schemas.microsoft.com/office/drawing/2014/main" id="{32A54C5E-BF5D-57E1-BDD8-0E02C70E013D}"/>
              </a:ext>
            </a:extLst>
          </p:cNvPr>
          <p:cNvSpPr txBox="1"/>
          <p:nvPr/>
        </p:nvSpPr>
        <p:spPr>
          <a:xfrm>
            <a:off x="1070546" y="1223174"/>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AVRIL</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17" name="TextBox 8">
            <a:extLst>
              <a:ext uri="{FF2B5EF4-FFF2-40B4-BE49-F238E27FC236}">
                <a16:creationId xmlns:a16="http://schemas.microsoft.com/office/drawing/2014/main" id="{39169A1C-E597-59A2-10E2-26CA2F43E6C3}"/>
              </a:ext>
            </a:extLst>
          </p:cNvPr>
          <p:cNvSpPr txBox="1"/>
          <p:nvPr/>
        </p:nvSpPr>
        <p:spPr>
          <a:xfrm>
            <a:off x="2179073" y="122281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MAI</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1" name="TextBox 9">
            <a:extLst>
              <a:ext uri="{FF2B5EF4-FFF2-40B4-BE49-F238E27FC236}">
                <a16:creationId xmlns:a16="http://schemas.microsoft.com/office/drawing/2014/main" id="{0CD573E3-1CDA-F174-C067-C8988CE486C5}"/>
              </a:ext>
            </a:extLst>
          </p:cNvPr>
          <p:cNvSpPr txBox="1"/>
          <p:nvPr/>
        </p:nvSpPr>
        <p:spPr>
          <a:xfrm>
            <a:off x="3308012"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JUIN</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2" name="TextBox 10">
            <a:extLst>
              <a:ext uri="{FF2B5EF4-FFF2-40B4-BE49-F238E27FC236}">
                <a16:creationId xmlns:a16="http://schemas.microsoft.com/office/drawing/2014/main" id="{4E70480E-4F28-34A2-8499-7132226925B1}"/>
              </a:ext>
            </a:extLst>
          </p:cNvPr>
          <p:cNvSpPr txBox="1"/>
          <p:nvPr/>
        </p:nvSpPr>
        <p:spPr>
          <a:xfrm>
            <a:off x="5486400"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AOÛT</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3" name="TextBox 12">
            <a:extLst>
              <a:ext uri="{FF2B5EF4-FFF2-40B4-BE49-F238E27FC236}">
                <a16:creationId xmlns:a16="http://schemas.microsoft.com/office/drawing/2014/main" id="{1416078E-5303-4D69-B040-B2542B2A8608}"/>
              </a:ext>
            </a:extLst>
          </p:cNvPr>
          <p:cNvSpPr txBox="1"/>
          <p:nvPr/>
        </p:nvSpPr>
        <p:spPr>
          <a:xfrm>
            <a:off x="6643305" y="122281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SEPTEMBRE</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27" name="AutoShape 27">
            <a:extLst>
              <a:ext uri="{FF2B5EF4-FFF2-40B4-BE49-F238E27FC236}">
                <a16:creationId xmlns:a16="http://schemas.microsoft.com/office/drawing/2014/main" id="{09BB9D76-458D-CE50-EE5D-F64F825D5529}"/>
              </a:ext>
            </a:extLst>
          </p:cNvPr>
          <p:cNvSpPr/>
          <p:nvPr/>
        </p:nvSpPr>
        <p:spPr>
          <a:xfrm>
            <a:off x="747221" y="2068991"/>
            <a:ext cx="7848000" cy="17595"/>
          </a:xfrm>
          <a:prstGeom prst="rect">
            <a:avLst/>
          </a:prstGeom>
          <a:solidFill>
            <a:schemeClr val="accent1"/>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4" name="TextBox 10">
            <a:extLst>
              <a:ext uri="{FF2B5EF4-FFF2-40B4-BE49-F238E27FC236}">
                <a16:creationId xmlns:a16="http://schemas.microsoft.com/office/drawing/2014/main" id="{B38F9739-5F15-50D7-B319-CF8586D58439}"/>
              </a:ext>
            </a:extLst>
          </p:cNvPr>
          <p:cNvSpPr txBox="1"/>
          <p:nvPr/>
        </p:nvSpPr>
        <p:spPr>
          <a:xfrm>
            <a:off x="4411543" y="1220725"/>
            <a:ext cx="1157613" cy="182294"/>
          </a:xfrm>
          <a:prstGeom prst="rect">
            <a:avLst/>
          </a:prstGeom>
        </p:spPr>
        <p:txBody>
          <a:bodyPr lIns="0" tIns="0" rIns="0" bIns="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defTabSz="457200">
              <a:lnSpc>
                <a:spcPts val="1517"/>
              </a:lnSpc>
              <a:buClrTx/>
            </a:pPr>
            <a:r>
              <a:rPr lang="fr-FR" sz="1150" b="1" kern="1200" spc="58" noProof="0" dirty="0">
                <a:solidFill>
                  <a:srgbClr val="1F485D"/>
                </a:solidFill>
                <a:latin typeface="IBM Plex Sans Bold"/>
                <a:ea typeface="IBM Plex Sans Bold"/>
                <a:cs typeface="IBM Plex Sans Bold"/>
                <a:sym typeface="IBM Plex Sans Bold"/>
              </a:rPr>
              <a:t>JUILLET</a:t>
            </a:r>
            <a:endParaRPr lang="fr-FR" sz="1167" b="1" kern="1200" spc="58" noProof="0" dirty="0">
              <a:solidFill>
                <a:srgbClr val="1F485D"/>
              </a:solidFill>
              <a:latin typeface="IBM Plex Sans Bold"/>
              <a:ea typeface="IBM Plex Sans Bold"/>
              <a:cs typeface="IBM Plex Sans Bold"/>
              <a:sym typeface="IBM Plex Sans Bold"/>
            </a:endParaRPr>
          </a:p>
        </p:txBody>
      </p:sp>
      <p:sp>
        <p:nvSpPr>
          <p:cNvPr id="8" name="Rectangle : coins arrondis 7">
            <a:extLst>
              <a:ext uri="{FF2B5EF4-FFF2-40B4-BE49-F238E27FC236}">
                <a16:creationId xmlns:a16="http://schemas.microsoft.com/office/drawing/2014/main" id="{FBB16D5D-8939-9C12-171F-6497E332FDD1}"/>
              </a:ext>
            </a:extLst>
          </p:cNvPr>
          <p:cNvSpPr/>
          <p:nvPr/>
        </p:nvSpPr>
        <p:spPr>
          <a:xfrm>
            <a:off x="2558945" y="1598657"/>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5</a:t>
            </a:r>
          </a:p>
          <a:p>
            <a:pPr algn="ctr"/>
            <a:r>
              <a:rPr lang="fr-FR" sz="1100" b="1" noProof="0" dirty="0">
                <a:latin typeface="IBM Plex Sans" panose="020B0503050203000203" pitchFamily="34" charset="0"/>
              </a:rPr>
              <a:t>17/05 – 28/05</a:t>
            </a:r>
          </a:p>
        </p:txBody>
      </p:sp>
      <p:sp>
        <p:nvSpPr>
          <p:cNvPr id="11" name="Rectangle : coins arrondis 10">
            <a:extLst>
              <a:ext uri="{FF2B5EF4-FFF2-40B4-BE49-F238E27FC236}">
                <a16:creationId xmlns:a16="http://schemas.microsoft.com/office/drawing/2014/main" id="{7F2C8218-2559-B3D3-87E7-CD5443036B2B}"/>
              </a:ext>
            </a:extLst>
          </p:cNvPr>
          <p:cNvSpPr/>
          <p:nvPr/>
        </p:nvSpPr>
        <p:spPr>
          <a:xfrm>
            <a:off x="3733578" y="1597799"/>
            <a:ext cx="702638" cy="940667"/>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6</a:t>
            </a:r>
          </a:p>
          <a:p>
            <a:pPr algn="ctr"/>
            <a:r>
              <a:rPr lang="fr-FR" sz="1100" b="1" noProof="0" dirty="0">
                <a:latin typeface="IBM Plex Sans" panose="020B0503050203000203" pitchFamily="34" charset="0"/>
              </a:rPr>
              <a:t>21/06 – 25/06</a:t>
            </a:r>
          </a:p>
        </p:txBody>
      </p:sp>
      <p:sp>
        <p:nvSpPr>
          <p:cNvPr id="39" name="TextBox 4">
            <a:extLst>
              <a:ext uri="{FF2B5EF4-FFF2-40B4-BE49-F238E27FC236}">
                <a16:creationId xmlns:a16="http://schemas.microsoft.com/office/drawing/2014/main" id="{117B1A76-73D8-C454-53F8-56FFC25F3E33}"/>
              </a:ext>
            </a:extLst>
          </p:cNvPr>
          <p:cNvSpPr txBox="1"/>
          <p:nvPr/>
        </p:nvSpPr>
        <p:spPr>
          <a:xfrm>
            <a:off x="-8999" y="1802283"/>
            <a:ext cx="138433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chemeClr val="accent1"/>
                </a:solidFill>
                <a:latin typeface="IBM Plex Sans" panose="020B0503050203000203" pitchFamily="34" charset="0"/>
              </a:rPr>
              <a:t>Suivi pédagogique</a:t>
            </a:r>
          </a:p>
        </p:txBody>
      </p:sp>
      <p:sp>
        <p:nvSpPr>
          <p:cNvPr id="66" name="AutoShape 27">
            <a:extLst>
              <a:ext uri="{FF2B5EF4-FFF2-40B4-BE49-F238E27FC236}">
                <a16:creationId xmlns:a16="http://schemas.microsoft.com/office/drawing/2014/main" id="{E489080D-79F3-BCBE-75EC-285461195422}"/>
              </a:ext>
            </a:extLst>
          </p:cNvPr>
          <p:cNvSpPr/>
          <p:nvPr/>
        </p:nvSpPr>
        <p:spPr>
          <a:xfrm>
            <a:off x="755240" y="3041267"/>
            <a:ext cx="7848000" cy="17595"/>
          </a:xfrm>
          <a:prstGeom prst="rect">
            <a:avLst/>
          </a:prstGeom>
          <a:solidFill>
            <a:schemeClr val="accent4"/>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67" name="Rectangle : coins arrondis 66">
            <a:extLst>
              <a:ext uri="{FF2B5EF4-FFF2-40B4-BE49-F238E27FC236}">
                <a16:creationId xmlns:a16="http://schemas.microsoft.com/office/drawing/2014/main" id="{756A35F4-4E19-0053-A75F-A9FD4CE1E635}"/>
              </a:ext>
            </a:extLst>
          </p:cNvPr>
          <p:cNvSpPr/>
          <p:nvPr/>
        </p:nvSpPr>
        <p:spPr>
          <a:xfrm>
            <a:off x="1036547" y="2590186"/>
            <a:ext cx="702638" cy="931411"/>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11</a:t>
            </a:r>
          </a:p>
          <a:p>
            <a:pPr algn="ctr"/>
            <a:r>
              <a:rPr lang="fr-FR" sz="1100" b="1" noProof="0" dirty="0">
                <a:latin typeface="IBM Plex Sans" panose="020B0503050203000203" pitchFamily="34" charset="0"/>
              </a:rPr>
              <a:t>29/03</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02/04</a:t>
            </a:r>
          </a:p>
        </p:txBody>
      </p:sp>
      <p:sp>
        <p:nvSpPr>
          <p:cNvPr id="69" name="Rectangle : coins arrondis 68">
            <a:extLst>
              <a:ext uri="{FF2B5EF4-FFF2-40B4-BE49-F238E27FC236}">
                <a16:creationId xmlns:a16="http://schemas.microsoft.com/office/drawing/2014/main" id="{591C29FE-BFF1-6B6E-81C8-FF65522D7393}"/>
              </a:ext>
            </a:extLst>
          </p:cNvPr>
          <p:cNvSpPr/>
          <p:nvPr/>
        </p:nvSpPr>
        <p:spPr>
          <a:xfrm>
            <a:off x="2316445" y="2589327"/>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13</a:t>
            </a:r>
          </a:p>
          <a:p>
            <a:pPr algn="ctr"/>
            <a:r>
              <a:rPr lang="fr-FR" sz="1100" b="1" noProof="0" dirty="0">
                <a:latin typeface="IBM Plex Sans" panose="020B0503050203000203" pitchFamily="34" charset="0"/>
              </a:rPr>
              <a:t>10/05</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14/05</a:t>
            </a:r>
          </a:p>
        </p:txBody>
      </p:sp>
      <p:sp>
        <p:nvSpPr>
          <p:cNvPr id="71" name="TextBox 4">
            <a:extLst>
              <a:ext uri="{FF2B5EF4-FFF2-40B4-BE49-F238E27FC236}">
                <a16:creationId xmlns:a16="http://schemas.microsoft.com/office/drawing/2014/main" id="{2C1A0729-4847-2B3E-8262-F060A0C99EDF}"/>
              </a:ext>
            </a:extLst>
          </p:cNvPr>
          <p:cNvSpPr txBox="1"/>
          <p:nvPr/>
        </p:nvSpPr>
        <p:spPr>
          <a:xfrm>
            <a:off x="-980" y="2793812"/>
            <a:ext cx="119430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chemeClr val="accent4"/>
                </a:solidFill>
                <a:latin typeface="IBM Plex Sans" panose="020B0503050203000203" pitchFamily="34" charset="0"/>
              </a:rPr>
              <a:t>Suivi mentorat</a:t>
            </a:r>
          </a:p>
        </p:txBody>
      </p:sp>
      <p:sp>
        <p:nvSpPr>
          <p:cNvPr id="2" name="Rectangle : coins arrondis 1">
            <a:extLst>
              <a:ext uri="{FF2B5EF4-FFF2-40B4-BE49-F238E27FC236}">
                <a16:creationId xmlns:a16="http://schemas.microsoft.com/office/drawing/2014/main" id="{1F5566FD-EF08-4982-B778-34F92BE49A1F}"/>
              </a:ext>
            </a:extLst>
          </p:cNvPr>
          <p:cNvSpPr/>
          <p:nvPr/>
        </p:nvSpPr>
        <p:spPr>
          <a:xfrm>
            <a:off x="3055951" y="2586774"/>
            <a:ext cx="702638" cy="94066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100" b="1" noProof="0" dirty="0">
                <a:latin typeface="IBM Plex Sans" panose="020B0503050203000203" pitchFamily="34" charset="0"/>
              </a:rPr>
              <a:t>Suivi 14</a:t>
            </a:r>
          </a:p>
          <a:p>
            <a:pPr algn="ctr"/>
            <a:r>
              <a:rPr lang="fr-FR" sz="1100" b="1" noProof="0" dirty="0">
                <a:latin typeface="IBM Plex Sans" panose="020B0503050203000203" pitchFamily="34" charset="0"/>
              </a:rPr>
              <a:t>31/05</a:t>
            </a:r>
          </a:p>
          <a:p>
            <a:pPr algn="ctr"/>
            <a:r>
              <a:rPr lang="fr-FR" sz="1100" b="1" noProof="0" dirty="0">
                <a:latin typeface="IBM Plex Sans" panose="020B0503050203000203" pitchFamily="34" charset="0"/>
              </a:rPr>
              <a:t>-</a:t>
            </a:r>
          </a:p>
          <a:p>
            <a:pPr algn="ctr"/>
            <a:r>
              <a:rPr lang="fr-FR" sz="1100" b="1" noProof="0" dirty="0">
                <a:latin typeface="IBM Plex Sans" panose="020B0503050203000203" pitchFamily="34" charset="0"/>
              </a:rPr>
              <a:t>04/06</a:t>
            </a:r>
          </a:p>
        </p:txBody>
      </p:sp>
      <p:sp>
        <p:nvSpPr>
          <p:cNvPr id="15" name="AutoShape 27">
            <a:extLst>
              <a:ext uri="{FF2B5EF4-FFF2-40B4-BE49-F238E27FC236}">
                <a16:creationId xmlns:a16="http://schemas.microsoft.com/office/drawing/2014/main" id="{068EA213-7006-EB53-DDD2-B0EDA7DCCCDF}"/>
              </a:ext>
            </a:extLst>
          </p:cNvPr>
          <p:cNvSpPr/>
          <p:nvPr/>
        </p:nvSpPr>
        <p:spPr>
          <a:xfrm>
            <a:off x="758654" y="4032052"/>
            <a:ext cx="7848000" cy="17595"/>
          </a:xfrm>
          <a:prstGeom prst="rect">
            <a:avLst/>
          </a:prstGeom>
          <a:solidFill>
            <a:srgbClr val="00B050"/>
          </a:solidFill>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defTabSz="457200">
              <a:buClrTx/>
            </a:pPr>
            <a:endParaRPr lang="fr-FR" sz="900" kern="1200" noProof="0" dirty="0">
              <a:solidFill>
                <a:prstClr val="black"/>
              </a:solidFill>
              <a:latin typeface="Calibri"/>
              <a:ea typeface="+mn-ea"/>
              <a:cs typeface="+mn-cs"/>
            </a:endParaRPr>
          </a:p>
        </p:txBody>
      </p:sp>
      <p:sp>
        <p:nvSpPr>
          <p:cNvPr id="16" name="TextBox 4">
            <a:extLst>
              <a:ext uri="{FF2B5EF4-FFF2-40B4-BE49-F238E27FC236}">
                <a16:creationId xmlns:a16="http://schemas.microsoft.com/office/drawing/2014/main" id="{64F5DE9F-29D5-0975-133A-28CBE0DCEEB1}"/>
              </a:ext>
            </a:extLst>
          </p:cNvPr>
          <p:cNvSpPr txBox="1"/>
          <p:nvPr/>
        </p:nvSpPr>
        <p:spPr>
          <a:xfrm>
            <a:off x="2434" y="3766437"/>
            <a:ext cx="119430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noProof="0" dirty="0">
                <a:solidFill>
                  <a:srgbClr val="00B050"/>
                </a:solidFill>
              </a:rPr>
              <a:t>Jalons</a:t>
            </a:r>
          </a:p>
        </p:txBody>
      </p:sp>
      <p:sp>
        <p:nvSpPr>
          <p:cNvPr id="18" name="Rectangle : coins arrondis 17">
            <a:extLst>
              <a:ext uri="{FF2B5EF4-FFF2-40B4-BE49-F238E27FC236}">
                <a16:creationId xmlns:a16="http://schemas.microsoft.com/office/drawing/2014/main" id="{621E1FE0-0920-12AD-98DD-A8E286FA446A}"/>
              </a:ext>
            </a:extLst>
          </p:cNvPr>
          <p:cNvSpPr/>
          <p:nvPr/>
        </p:nvSpPr>
        <p:spPr>
          <a:xfrm>
            <a:off x="4495752" y="3609403"/>
            <a:ext cx="940204" cy="835102"/>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Greenlight/RNCP</a:t>
            </a:r>
          </a:p>
          <a:p>
            <a:pPr algn="ctr"/>
            <a:r>
              <a:rPr lang="fr-FR" sz="1000" b="1" noProof="0" dirty="0">
                <a:latin typeface="IBM Plex Sans" panose="020B0503050203000203" pitchFamily="34" charset="0"/>
              </a:rPr>
              <a:t>05/07</a:t>
            </a:r>
            <a:br>
              <a:rPr lang="fr-FR" sz="1000" b="1" noProof="0" dirty="0">
                <a:latin typeface="IBM Plex Sans" panose="020B0503050203000203" pitchFamily="34" charset="0"/>
              </a:rPr>
            </a:br>
            <a:r>
              <a:rPr lang="fr-FR" sz="1000" b="1" noProof="0" dirty="0">
                <a:latin typeface="IBM Plex Sans" panose="020B0503050203000203" pitchFamily="34" charset="0"/>
              </a:rPr>
              <a:t>-</a:t>
            </a:r>
            <a:br>
              <a:rPr lang="fr-FR" sz="1000" b="1" noProof="0" dirty="0">
                <a:latin typeface="IBM Plex Sans" panose="020B0503050203000203" pitchFamily="34" charset="0"/>
              </a:rPr>
            </a:br>
            <a:r>
              <a:rPr lang="fr-FR" sz="1000" b="1" noProof="0" dirty="0">
                <a:latin typeface="IBM Plex Sans" panose="020B0503050203000203" pitchFamily="34" charset="0"/>
              </a:rPr>
              <a:t>16/07</a:t>
            </a:r>
          </a:p>
        </p:txBody>
      </p:sp>
      <p:sp>
        <p:nvSpPr>
          <p:cNvPr id="19" name="Rectangle : coins arrondis 18">
            <a:extLst>
              <a:ext uri="{FF2B5EF4-FFF2-40B4-BE49-F238E27FC236}">
                <a16:creationId xmlns:a16="http://schemas.microsoft.com/office/drawing/2014/main" id="{CF354107-7E4D-1496-AEC1-924FEC10F1F5}"/>
              </a:ext>
            </a:extLst>
          </p:cNvPr>
          <p:cNvSpPr/>
          <p:nvPr/>
        </p:nvSpPr>
        <p:spPr>
          <a:xfrm>
            <a:off x="1679318" y="3609403"/>
            <a:ext cx="938665" cy="835102"/>
          </a:xfrm>
          <a:prstGeom prst="roundRect">
            <a:avLst/>
          </a:prstGeom>
          <a:solidFill>
            <a:srgbClr val="00B050"/>
          </a:solidFill>
          <a:ln w="603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Greenlight blanc</a:t>
            </a:r>
          </a:p>
          <a:p>
            <a:pPr algn="ctr"/>
            <a:r>
              <a:rPr lang="fr-FR" sz="1000" b="1" noProof="0" dirty="0">
                <a:latin typeface="IBM Plex Sans" panose="020B0503050203000203" pitchFamily="34" charset="0"/>
              </a:rPr>
              <a:t>05/04</a:t>
            </a:r>
            <a:br>
              <a:rPr lang="fr-FR" sz="1000" b="1" noProof="0" dirty="0">
                <a:latin typeface="IBM Plex Sans" panose="020B0503050203000203" pitchFamily="34" charset="0"/>
              </a:rPr>
            </a:br>
            <a:r>
              <a:rPr lang="fr-FR" sz="1000" b="1" noProof="0" dirty="0">
                <a:latin typeface="IBM Plex Sans" panose="020B0503050203000203" pitchFamily="34" charset="0"/>
              </a:rPr>
              <a:t>-</a:t>
            </a:r>
            <a:br>
              <a:rPr lang="fr-FR" sz="1000" b="1" noProof="0" dirty="0">
                <a:latin typeface="IBM Plex Sans" panose="020B0503050203000203" pitchFamily="34" charset="0"/>
              </a:rPr>
            </a:br>
            <a:r>
              <a:rPr lang="fr-FR" sz="1000" b="1" noProof="0" dirty="0">
                <a:latin typeface="IBM Plex Sans" panose="020B0503050203000203" pitchFamily="34" charset="0"/>
              </a:rPr>
              <a:t>16/04</a:t>
            </a:r>
          </a:p>
        </p:txBody>
      </p:sp>
      <p:sp>
        <p:nvSpPr>
          <p:cNvPr id="20" name="Rectangle : coins arrondis 19">
            <a:extLst>
              <a:ext uri="{FF2B5EF4-FFF2-40B4-BE49-F238E27FC236}">
                <a16:creationId xmlns:a16="http://schemas.microsoft.com/office/drawing/2014/main" id="{223FFDD2-51B0-058B-06F1-AD494694411A}"/>
              </a:ext>
            </a:extLst>
          </p:cNvPr>
          <p:cNvSpPr/>
          <p:nvPr/>
        </p:nvSpPr>
        <p:spPr>
          <a:xfrm>
            <a:off x="971292" y="3598175"/>
            <a:ext cx="677834" cy="835102"/>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Rendu BTP final</a:t>
            </a:r>
            <a:br>
              <a:rPr lang="fr-FR" sz="1000" b="1" noProof="0" dirty="0">
                <a:latin typeface="IBM Plex Sans" panose="020B0503050203000203" pitchFamily="34" charset="0"/>
              </a:rPr>
            </a:br>
            <a:r>
              <a:rPr lang="fr-FR" sz="1000" b="1" noProof="0" dirty="0">
                <a:latin typeface="IBM Plex Sans" panose="020B0503050203000203" pitchFamily="34" charset="0"/>
              </a:rPr>
              <a:t>04/04</a:t>
            </a:r>
          </a:p>
        </p:txBody>
      </p:sp>
      <p:sp>
        <p:nvSpPr>
          <p:cNvPr id="25" name="Rectangle : coins arrondis 24">
            <a:extLst>
              <a:ext uri="{FF2B5EF4-FFF2-40B4-BE49-F238E27FC236}">
                <a16:creationId xmlns:a16="http://schemas.microsoft.com/office/drawing/2014/main" id="{4DAEC719-D3FA-3A49-EA7D-AC49FC858F8D}"/>
              </a:ext>
            </a:extLst>
          </p:cNvPr>
          <p:cNvSpPr/>
          <p:nvPr/>
        </p:nvSpPr>
        <p:spPr>
          <a:xfrm>
            <a:off x="6779867" y="3606828"/>
            <a:ext cx="974808" cy="835102"/>
          </a:xfrm>
          <a:prstGeom prst="round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000" b="1" noProof="0" dirty="0">
                <a:latin typeface="IBM Plex Sans" panose="020B0503050203000203" pitchFamily="34" charset="0"/>
              </a:rPr>
              <a:t>Piscines EIP/Legacy</a:t>
            </a:r>
          </a:p>
        </p:txBody>
      </p:sp>
    </p:spTree>
    <p:extLst>
      <p:ext uri="{BB962C8B-B14F-4D97-AF65-F5344CB8AC3E}">
        <p14:creationId xmlns:p14="http://schemas.microsoft.com/office/powerpoint/2010/main" val="25250213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1F3E1EE5-8F2F-0231-CE72-56C21C7C2798}"/>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AB7A1ABA-3D2E-2F1D-A988-B299D73A6C14}"/>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Soutenances</a:t>
            </a:r>
            <a:r>
              <a:rPr lang="fr-FR" sz="5600" noProof="0" dirty="0">
                <a:solidFill>
                  <a:srgbClr val="FF1EF7"/>
                </a:solidFill>
                <a:latin typeface="Anton"/>
                <a:ea typeface="Anton"/>
                <a:cs typeface="Anton"/>
                <a:sym typeface="Anton"/>
              </a:rPr>
              <a:t>_</a:t>
            </a:r>
            <a:endParaRPr lang="fr-FR" sz="5600" noProof="0" dirty="0">
              <a:solidFill>
                <a:srgbClr val="FF1EF7"/>
              </a:solidFill>
              <a:latin typeface="Anton"/>
              <a:ea typeface="Anton"/>
              <a:cs typeface="Anton"/>
            </a:endParaRPr>
          </a:p>
        </p:txBody>
      </p:sp>
      <p:sp>
        <p:nvSpPr>
          <p:cNvPr id="77" name="Google Shape;77;p15">
            <a:extLst>
              <a:ext uri="{FF2B5EF4-FFF2-40B4-BE49-F238E27FC236}">
                <a16:creationId xmlns:a16="http://schemas.microsoft.com/office/drawing/2014/main" id="{F401DA86-C9D9-70E5-62E3-A5DE761E234C}"/>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06</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C480DA66-3E1D-124A-C1C9-3CA5A60BA434}"/>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27C68880-CE97-BFDC-F012-86B130307480}"/>
              </a:ext>
            </a:extLst>
          </p:cNvPr>
          <p:cNvSpPr/>
          <p:nvPr/>
        </p:nvSpPr>
        <p:spPr>
          <a:xfrm rot="5400000">
            <a:off x="-683400"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8EBAF854-1D9D-358A-77D7-C4883BD08520}"/>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A0CF4EB7-BC17-A06C-4B1A-07F648A2B60B}"/>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&lt;17&gt;</a:t>
            </a:r>
          </a:p>
        </p:txBody>
      </p:sp>
    </p:spTree>
    <p:extLst>
      <p:ext uri="{BB962C8B-B14F-4D97-AF65-F5344CB8AC3E}">
        <p14:creationId xmlns:p14="http://schemas.microsoft.com/office/powerpoint/2010/main" val="13723752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82">
          <a:extLst>
            <a:ext uri="{FF2B5EF4-FFF2-40B4-BE49-F238E27FC236}">
              <a16:creationId xmlns:a16="http://schemas.microsoft.com/office/drawing/2014/main" id="{375F1B0F-A5E8-1351-5D61-6836A6421F1A}"/>
            </a:ext>
          </a:extLst>
        </p:cNvPr>
        <p:cNvGrpSpPr/>
        <p:nvPr/>
      </p:nvGrpSpPr>
      <p:grpSpPr>
        <a:xfrm>
          <a:off x="0" y="0"/>
          <a:ext cx="0" cy="0"/>
          <a:chOff x="0" y="0"/>
          <a:chExt cx="0" cy="0"/>
        </a:xfrm>
      </p:grpSpPr>
      <p:pic>
        <p:nvPicPr>
          <p:cNvPr id="5" name="Picture 11">
            <a:extLst>
              <a:ext uri="{FF2B5EF4-FFF2-40B4-BE49-F238E27FC236}">
                <a16:creationId xmlns:a16="http://schemas.microsoft.com/office/drawing/2014/main" id="{FFEDD5FD-4DDD-8560-DB08-A33EC31C37E0}"/>
              </a:ext>
            </a:extLst>
          </p:cNvPr>
          <p:cNvPicPr>
            <a:picLocks noChangeAspect="1"/>
          </p:cNvPicPr>
          <p:nvPr/>
        </p:nvPicPr>
        <p:blipFill>
          <a:blip r:embed="rId3"/>
          <a:stretch>
            <a:fillRect/>
          </a:stretch>
        </p:blipFill>
        <p:spPr>
          <a:xfrm>
            <a:off x="5398290" y="3405043"/>
            <a:ext cx="619125" cy="28575"/>
          </a:xfrm>
          <a:prstGeom prst="rect">
            <a:avLst/>
          </a:prstGeom>
        </p:spPr>
      </p:pic>
      <p:sp>
        <p:nvSpPr>
          <p:cNvPr id="84" name="Google Shape;84;p16">
            <a:extLst>
              <a:ext uri="{FF2B5EF4-FFF2-40B4-BE49-F238E27FC236}">
                <a16:creationId xmlns:a16="http://schemas.microsoft.com/office/drawing/2014/main" id="{38261066-F225-28FE-8386-A767859493B1}"/>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&lt;18&gt;</a:t>
            </a:r>
          </a:p>
        </p:txBody>
      </p:sp>
      <p:sp>
        <p:nvSpPr>
          <p:cNvPr id="85" name="Google Shape;85;p16">
            <a:extLst>
              <a:ext uri="{FF2B5EF4-FFF2-40B4-BE49-F238E27FC236}">
                <a16:creationId xmlns:a16="http://schemas.microsoft.com/office/drawing/2014/main" id="{73222B5A-4B9A-6DDC-E178-A6AB4649CEA9}"/>
              </a:ext>
            </a:extLst>
          </p:cNvPr>
          <p:cNvSpPr txBox="1">
            <a:spLocks noGrp="1"/>
          </p:cNvSpPr>
          <p:nvPr>
            <p:ph type="ctrTitle"/>
          </p:nvPr>
        </p:nvSpPr>
        <p:spPr>
          <a:xfrm>
            <a:off x="233449" y="152075"/>
            <a:ext cx="6731893" cy="1069500"/>
          </a:xfrm>
          <a:prstGeom prst="rect">
            <a:avLst/>
          </a:prstGeom>
        </p:spPr>
        <p:txBody>
          <a:bodyPr spcFirstLastPara="1" wrap="square" lIns="91425" tIns="91425" rIns="91425" bIns="91425" anchor="t" anchorCtr="0">
            <a:normAutofit/>
          </a:bodyPr>
          <a:lstStyle/>
          <a:p>
            <a:pPr algn="l"/>
            <a:r>
              <a:rPr lang="fr-FR" sz="5000" noProof="0" dirty="0">
                <a:solidFill>
                  <a:srgbClr val="013AFB"/>
                </a:solidFill>
                <a:latin typeface="Anton"/>
                <a:ea typeface="Anton"/>
                <a:cs typeface="Anton"/>
                <a:sym typeface="Anton"/>
              </a:rPr>
              <a:t>Soutenances</a:t>
            </a:r>
            <a:r>
              <a:rPr lang="fr-FR" sz="5600" noProof="0" dirty="0">
                <a:solidFill>
                  <a:srgbClr val="FF5F3A"/>
                </a:solidFill>
                <a:latin typeface="Anton"/>
                <a:ea typeface="Anton"/>
                <a:cs typeface="Anton"/>
                <a:sym typeface="Anton"/>
              </a:rPr>
              <a:t>_</a:t>
            </a:r>
            <a:endParaRPr lang="fr-FR" sz="5600" noProof="0" dirty="0">
              <a:solidFill>
                <a:srgbClr val="FF5F3A"/>
              </a:solidFill>
              <a:latin typeface="Anton"/>
              <a:ea typeface="Anton"/>
              <a:cs typeface="Anton"/>
            </a:endParaRPr>
          </a:p>
        </p:txBody>
      </p:sp>
      <p:sp>
        <p:nvSpPr>
          <p:cNvPr id="87" name="Google Shape;87;p16">
            <a:extLst>
              <a:ext uri="{FF2B5EF4-FFF2-40B4-BE49-F238E27FC236}">
                <a16:creationId xmlns:a16="http://schemas.microsoft.com/office/drawing/2014/main" id="{EDAD4DC8-C6CB-F36C-5625-C3911917846F}"/>
              </a:ext>
            </a:extLst>
          </p:cNvPr>
          <p:cNvSpPr/>
          <p:nvPr/>
        </p:nvSpPr>
        <p:spPr>
          <a:xfrm>
            <a:off x="7907044" y="0"/>
            <a:ext cx="1236956"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99;p17">
            <a:extLst>
              <a:ext uri="{FF2B5EF4-FFF2-40B4-BE49-F238E27FC236}">
                <a16:creationId xmlns:a16="http://schemas.microsoft.com/office/drawing/2014/main" id="{F8DC19ED-8BEF-6E8F-560A-F3198866623D}"/>
              </a:ext>
            </a:extLst>
          </p:cNvPr>
          <p:cNvSpPr txBox="1"/>
          <p:nvPr/>
        </p:nvSpPr>
        <p:spPr>
          <a:xfrm>
            <a:off x="474120" y="1582088"/>
            <a:ext cx="6259172"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Le projet est à un stade de beta</a:t>
            </a:r>
            <a:endParaRPr lang="fr-FR" noProof="0" dirty="0">
              <a:solidFill>
                <a:schemeClr val="dk1"/>
              </a:solidFill>
              <a:latin typeface="IBM Plex Sans"/>
            </a:endParaRPr>
          </a:p>
        </p:txBody>
      </p:sp>
      <p:sp>
        <p:nvSpPr>
          <p:cNvPr id="13" name="Google Shape;99;p17">
            <a:extLst>
              <a:ext uri="{FF2B5EF4-FFF2-40B4-BE49-F238E27FC236}">
                <a16:creationId xmlns:a16="http://schemas.microsoft.com/office/drawing/2014/main" id="{69939DDB-F39C-3B1A-612A-4731DCCBAEEA}"/>
              </a:ext>
            </a:extLst>
          </p:cNvPr>
          <p:cNvSpPr txBox="1"/>
          <p:nvPr/>
        </p:nvSpPr>
        <p:spPr>
          <a:xfrm>
            <a:off x="447744" y="2026588"/>
            <a:ext cx="8625368" cy="452492"/>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Le projet respecte le BTP fourni : tous les éléments listés sont fonctionnels et démontrables</a:t>
            </a:r>
            <a:endParaRPr lang="fr-FR" b="1" noProof="0" dirty="0">
              <a:solidFill>
                <a:schemeClr val="dk1"/>
              </a:solidFill>
              <a:latin typeface="IBM Plex Sans"/>
            </a:endParaRPr>
          </a:p>
        </p:txBody>
      </p:sp>
      <p:sp>
        <p:nvSpPr>
          <p:cNvPr id="15" name="Google Shape;99;p17">
            <a:extLst>
              <a:ext uri="{FF2B5EF4-FFF2-40B4-BE49-F238E27FC236}">
                <a16:creationId xmlns:a16="http://schemas.microsoft.com/office/drawing/2014/main" id="{22CC52CF-3936-6A22-2402-25E76678A7BB}"/>
              </a:ext>
            </a:extLst>
          </p:cNvPr>
          <p:cNvSpPr txBox="1"/>
          <p:nvPr/>
        </p:nvSpPr>
        <p:spPr>
          <a:xfrm>
            <a:off x="445257" y="2476505"/>
            <a:ext cx="6658187"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Les objectifs communs et complémentaires sont réalisés et démontrés</a:t>
            </a:r>
            <a:endParaRPr lang="fr-FR" noProof="0" dirty="0">
              <a:solidFill>
                <a:schemeClr val="dk1"/>
              </a:solidFill>
              <a:latin typeface="IBM Plex Sans" panose="020B0503050203000203" pitchFamily="34" charset="0"/>
            </a:endParaRPr>
          </a:p>
        </p:txBody>
      </p:sp>
      <p:sp>
        <p:nvSpPr>
          <p:cNvPr id="16" name="Google Shape;103;p17">
            <a:extLst>
              <a:ext uri="{FF2B5EF4-FFF2-40B4-BE49-F238E27FC236}">
                <a16:creationId xmlns:a16="http://schemas.microsoft.com/office/drawing/2014/main" id="{13EE15E7-27A9-D4A8-2CCC-A0036A27A93E}"/>
              </a:ext>
            </a:extLst>
          </p:cNvPr>
          <p:cNvSpPr/>
          <p:nvPr/>
        </p:nvSpPr>
        <p:spPr>
          <a:xfrm>
            <a:off x="233449" y="176908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8" name="Google Shape;103;p17">
            <a:extLst>
              <a:ext uri="{FF2B5EF4-FFF2-40B4-BE49-F238E27FC236}">
                <a16:creationId xmlns:a16="http://schemas.microsoft.com/office/drawing/2014/main" id="{1452D85A-1DAB-286E-BD48-A906C970681B}"/>
              </a:ext>
            </a:extLst>
          </p:cNvPr>
          <p:cNvSpPr/>
          <p:nvPr/>
        </p:nvSpPr>
        <p:spPr>
          <a:xfrm>
            <a:off x="233449" y="221358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9" name="Google Shape;103;p17">
            <a:extLst>
              <a:ext uri="{FF2B5EF4-FFF2-40B4-BE49-F238E27FC236}">
                <a16:creationId xmlns:a16="http://schemas.microsoft.com/office/drawing/2014/main" id="{9CBE695F-765D-0015-2DC7-1BED11E61759}"/>
              </a:ext>
            </a:extLst>
          </p:cNvPr>
          <p:cNvSpPr/>
          <p:nvPr/>
        </p:nvSpPr>
        <p:spPr>
          <a:xfrm>
            <a:off x="233448" y="2657731"/>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8" name="Google Shape;240;p27">
            <a:extLst>
              <a:ext uri="{FF2B5EF4-FFF2-40B4-BE49-F238E27FC236}">
                <a16:creationId xmlns:a16="http://schemas.microsoft.com/office/drawing/2014/main" id="{0AA141DD-74DD-A2E8-A34A-B0DAC68E4E60}"/>
              </a:ext>
            </a:extLst>
          </p:cNvPr>
          <p:cNvSpPr/>
          <p:nvPr/>
        </p:nvSpPr>
        <p:spPr>
          <a:xfrm>
            <a:off x="1007476" y="3052192"/>
            <a:ext cx="1153211" cy="916527"/>
          </a:xfrm>
          <a:prstGeom prst="rect">
            <a:avLst/>
          </a:prstGeom>
          <a:solidFill>
            <a:srgbClr val="00FF97">
              <a:alpha val="50000"/>
            </a:srgbClr>
          </a:solidFill>
          <a:ln w="57150">
            <a:solidFill>
              <a:srgbClr val="00B050"/>
            </a:solidFill>
          </a:ln>
        </p:spPr>
        <p:txBody>
          <a:bodyPr spcFirstLastPara="1" wrap="square" lIns="91425" tIns="91425" rIns="91425" bIns="91425" anchor="ctr" anchorCtr="0">
            <a:noAutofit/>
          </a:bodyPr>
          <a:lstStyle/>
          <a:p>
            <a:pPr algn="ctr"/>
            <a:r>
              <a:rPr lang="fr-FR" noProof="0" dirty="0">
                <a:solidFill>
                  <a:srgbClr val="00B050"/>
                </a:solidFill>
              </a:rPr>
              <a:t>Greenlight Jury</a:t>
            </a:r>
          </a:p>
        </p:txBody>
      </p:sp>
      <p:sp>
        <p:nvSpPr>
          <p:cNvPr id="30" name="Google Shape;235;p27">
            <a:extLst>
              <a:ext uri="{FF2B5EF4-FFF2-40B4-BE49-F238E27FC236}">
                <a16:creationId xmlns:a16="http://schemas.microsoft.com/office/drawing/2014/main" id="{0F76AA67-8BDC-EF27-FF4E-292E68BDE8ED}"/>
              </a:ext>
            </a:extLst>
          </p:cNvPr>
          <p:cNvSpPr/>
          <p:nvPr/>
        </p:nvSpPr>
        <p:spPr>
          <a:xfrm>
            <a:off x="3415746" y="3895004"/>
            <a:ext cx="1988919" cy="650982"/>
          </a:xfrm>
          <a:prstGeom prst="rect">
            <a:avLst/>
          </a:prstGeom>
          <a:solidFill>
            <a:srgbClr val="FF0000">
              <a:alpha val="50000"/>
            </a:srgbClr>
          </a:solidFill>
          <a:ln>
            <a:noFill/>
          </a:ln>
        </p:spPr>
        <p:txBody>
          <a:bodyPr spcFirstLastPara="1" wrap="square" lIns="91425" tIns="91425" rIns="91425" bIns="91425" anchor="ctr" anchorCtr="0">
            <a:noAutofit/>
          </a:bodyPr>
          <a:lstStyle/>
          <a:p>
            <a:pPr algn="ctr"/>
            <a:r>
              <a:rPr lang="fr-FR" noProof="0" dirty="0">
                <a:solidFill>
                  <a:schemeClr val="bg1"/>
                </a:solidFill>
              </a:rPr>
              <a:t>Red Light</a:t>
            </a:r>
          </a:p>
        </p:txBody>
      </p:sp>
      <p:sp>
        <p:nvSpPr>
          <p:cNvPr id="6" name="Google Shape;200;p25">
            <a:extLst>
              <a:ext uri="{FF2B5EF4-FFF2-40B4-BE49-F238E27FC236}">
                <a16:creationId xmlns:a16="http://schemas.microsoft.com/office/drawing/2014/main" id="{F599CC57-0A3C-A287-D720-D5EC0954D4B0}"/>
              </a:ext>
            </a:extLst>
          </p:cNvPr>
          <p:cNvSpPr/>
          <p:nvPr/>
        </p:nvSpPr>
        <p:spPr>
          <a:xfrm>
            <a:off x="1005714" y="4037712"/>
            <a:ext cx="1152488" cy="618066"/>
          </a:xfrm>
          <a:prstGeom prst="rect">
            <a:avLst/>
          </a:prstGeom>
          <a:solidFill>
            <a:srgbClr val="013AFB"/>
          </a:solidFill>
          <a:ln w="57150">
            <a:solidFill>
              <a:srgbClr val="002060"/>
            </a:solidFill>
          </a:ln>
        </p:spPr>
        <p:txBody>
          <a:bodyPr spcFirstLastPara="1" wrap="square" lIns="91425" tIns="91425" rIns="91425" bIns="91425" anchor="ctr" anchorCtr="0">
            <a:noAutofit/>
          </a:bodyPr>
          <a:lstStyle/>
          <a:p>
            <a:pPr algn="ctr"/>
            <a:r>
              <a:rPr lang="fr-FR" noProof="0" dirty="0">
                <a:solidFill>
                  <a:schemeClr val="bg1"/>
                </a:solidFill>
              </a:rPr>
              <a:t>RNCP</a:t>
            </a:r>
          </a:p>
        </p:txBody>
      </p:sp>
      <p:pic>
        <p:nvPicPr>
          <p:cNvPr id="10" name="Picture 9">
            <a:extLst>
              <a:ext uri="{FF2B5EF4-FFF2-40B4-BE49-F238E27FC236}">
                <a16:creationId xmlns:a16="http://schemas.microsoft.com/office/drawing/2014/main" id="{14DCFDF8-FFB6-E8CA-7602-9848F015F9A2}"/>
              </a:ext>
            </a:extLst>
          </p:cNvPr>
          <p:cNvPicPr>
            <a:picLocks noChangeAspect="1"/>
          </p:cNvPicPr>
          <p:nvPr/>
        </p:nvPicPr>
        <p:blipFill>
          <a:blip r:embed="rId4"/>
          <a:stretch>
            <a:fillRect/>
          </a:stretch>
        </p:blipFill>
        <p:spPr>
          <a:xfrm>
            <a:off x="2780683" y="3419331"/>
            <a:ext cx="619125" cy="798658"/>
          </a:xfrm>
          <a:prstGeom prst="rect">
            <a:avLst/>
          </a:prstGeom>
        </p:spPr>
      </p:pic>
      <p:pic>
        <p:nvPicPr>
          <p:cNvPr id="12" name="Picture 11">
            <a:extLst>
              <a:ext uri="{FF2B5EF4-FFF2-40B4-BE49-F238E27FC236}">
                <a16:creationId xmlns:a16="http://schemas.microsoft.com/office/drawing/2014/main" id="{3C6F66BB-1803-449C-F2EA-539DEABD575A}"/>
              </a:ext>
            </a:extLst>
          </p:cNvPr>
          <p:cNvPicPr>
            <a:picLocks noChangeAspect="1"/>
          </p:cNvPicPr>
          <p:nvPr/>
        </p:nvPicPr>
        <p:blipFill>
          <a:blip r:embed="rId3"/>
          <a:stretch>
            <a:fillRect/>
          </a:stretch>
        </p:blipFill>
        <p:spPr>
          <a:xfrm>
            <a:off x="2186091" y="3775509"/>
            <a:ext cx="619125" cy="28575"/>
          </a:xfrm>
          <a:prstGeom prst="rect">
            <a:avLst/>
          </a:prstGeom>
        </p:spPr>
      </p:pic>
      <p:sp>
        <p:nvSpPr>
          <p:cNvPr id="3" name="Google Shape;87;p16">
            <a:extLst>
              <a:ext uri="{FF2B5EF4-FFF2-40B4-BE49-F238E27FC236}">
                <a16:creationId xmlns:a16="http://schemas.microsoft.com/office/drawing/2014/main" id="{9F0766B2-93CC-3744-3C18-14B088C3B0E3}"/>
              </a:ext>
            </a:extLst>
          </p:cNvPr>
          <p:cNvSpPr/>
          <p:nvPr/>
        </p:nvSpPr>
        <p:spPr>
          <a:xfrm>
            <a:off x="6009387" y="3151908"/>
            <a:ext cx="1987410" cy="645210"/>
          </a:xfrm>
          <a:prstGeom prst="rect">
            <a:avLst/>
          </a:prstGeom>
          <a:solidFill>
            <a:srgbClr val="00B050">
              <a:alpha val="50000"/>
            </a:srgbClr>
          </a:solidFill>
          <a:ln>
            <a:noFill/>
          </a:ln>
        </p:spPr>
        <p:txBody>
          <a:bodyPr spcFirstLastPara="1" wrap="square" lIns="91425" tIns="91425" rIns="91425" bIns="91425" anchor="ctr" anchorCtr="0">
            <a:noAutofit/>
          </a:bodyPr>
          <a:lstStyle/>
          <a:p>
            <a:pPr algn="ctr"/>
            <a:r>
              <a:rPr lang="fr-FR" noProof="0" dirty="0">
                <a:solidFill>
                  <a:schemeClr val="bg1"/>
                </a:solidFill>
              </a:rPr>
              <a:t>EIP BOOSTER</a:t>
            </a:r>
          </a:p>
        </p:txBody>
      </p:sp>
      <p:pic>
        <p:nvPicPr>
          <p:cNvPr id="7" name="Picture 11">
            <a:extLst>
              <a:ext uri="{FF2B5EF4-FFF2-40B4-BE49-F238E27FC236}">
                <a16:creationId xmlns:a16="http://schemas.microsoft.com/office/drawing/2014/main" id="{CD29F741-AAA5-CF8D-44CA-58343EDD9632}"/>
              </a:ext>
            </a:extLst>
          </p:cNvPr>
          <p:cNvPicPr>
            <a:picLocks noChangeAspect="1"/>
          </p:cNvPicPr>
          <p:nvPr/>
        </p:nvPicPr>
        <p:blipFill>
          <a:blip r:embed="rId3"/>
          <a:stretch>
            <a:fillRect/>
          </a:stretch>
        </p:blipFill>
        <p:spPr>
          <a:xfrm>
            <a:off x="5398290" y="4189414"/>
            <a:ext cx="619125" cy="28575"/>
          </a:xfrm>
          <a:prstGeom prst="rect">
            <a:avLst/>
          </a:prstGeom>
        </p:spPr>
      </p:pic>
      <p:sp>
        <p:nvSpPr>
          <p:cNvPr id="4" name="Google Shape;235;p27">
            <a:extLst>
              <a:ext uri="{FF2B5EF4-FFF2-40B4-BE49-F238E27FC236}">
                <a16:creationId xmlns:a16="http://schemas.microsoft.com/office/drawing/2014/main" id="{2FCE4DA4-3C14-743C-DC58-854E4182D797}"/>
              </a:ext>
            </a:extLst>
          </p:cNvPr>
          <p:cNvSpPr/>
          <p:nvPr/>
        </p:nvSpPr>
        <p:spPr>
          <a:xfrm>
            <a:off x="6009382" y="3895004"/>
            <a:ext cx="1988919" cy="650982"/>
          </a:xfrm>
          <a:prstGeom prst="rect">
            <a:avLst/>
          </a:prstGeom>
          <a:solidFill>
            <a:srgbClr val="FF0000">
              <a:alpha val="50000"/>
            </a:srgbClr>
          </a:solidFill>
          <a:ln>
            <a:noFill/>
          </a:ln>
        </p:spPr>
        <p:txBody>
          <a:bodyPr spcFirstLastPara="1" wrap="square" lIns="91425" tIns="91425" rIns="91425" bIns="91425" anchor="ctr" anchorCtr="0">
            <a:noAutofit/>
          </a:bodyPr>
          <a:lstStyle/>
          <a:p>
            <a:pPr algn="ctr"/>
            <a:r>
              <a:rPr lang="fr-FR" noProof="0" dirty="0">
                <a:solidFill>
                  <a:schemeClr val="bg1"/>
                </a:solidFill>
              </a:rPr>
              <a:t>Modules à Paris</a:t>
            </a:r>
          </a:p>
        </p:txBody>
      </p:sp>
      <p:sp>
        <p:nvSpPr>
          <p:cNvPr id="21" name="Google Shape;87;p16">
            <a:extLst>
              <a:ext uri="{FF2B5EF4-FFF2-40B4-BE49-F238E27FC236}">
                <a16:creationId xmlns:a16="http://schemas.microsoft.com/office/drawing/2014/main" id="{697391B0-AF41-E679-C803-3DD00C14C65F}"/>
              </a:ext>
            </a:extLst>
          </p:cNvPr>
          <p:cNvSpPr/>
          <p:nvPr/>
        </p:nvSpPr>
        <p:spPr>
          <a:xfrm>
            <a:off x="3415751" y="3151908"/>
            <a:ext cx="1987410" cy="645210"/>
          </a:xfrm>
          <a:prstGeom prst="rect">
            <a:avLst/>
          </a:prstGeom>
          <a:solidFill>
            <a:srgbClr val="00B050">
              <a:alpha val="50000"/>
            </a:srgbClr>
          </a:solidFill>
          <a:ln>
            <a:noFill/>
          </a:ln>
        </p:spPr>
        <p:txBody>
          <a:bodyPr spcFirstLastPara="1" wrap="square" lIns="91425" tIns="91425" rIns="91425" bIns="91425" anchor="ctr" anchorCtr="0">
            <a:noAutofit/>
          </a:bodyPr>
          <a:lstStyle/>
          <a:p>
            <a:pPr algn="ctr"/>
            <a:r>
              <a:rPr lang="fr-FR" noProof="0" dirty="0">
                <a:solidFill>
                  <a:schemeClr val="bg1"/>
                </a:solidFill>
              </a:rPr>
              <a:t>Green Light</a:t>
            </a:r>
          </a:p>
        </p:txBody>
      </p:sp>
      <p:sp>
        <p:nvSpPr>
          <p:cNvPr id="8" name="Google Shape;88;p16">
            <a:extLst>
              <a:ext uri="{FF2B5EF4-FFF2-40B4-BE49-F238E27FC236}">
                <a16:creationId xmlns:a16="http://schemas.microsoft.com/office/drawing/2014/main" id="{A91B66D9-7DC3-4EF3-FF20-E277CC2E8233}"/>
              </a:ext>
            </a:extLst>
          </p:cNvPr>
          <p:cNvSpPr txBox="1">
            <a:spLocks noGrp="1"/>
          </p:cNvSpPr>
          <p:nvPr>
            <p:ph type="subTitle" idx="1"/>
          </p:nvPr>
        </p:nvSpPr>
        <p:spPr>
          <a:xfrm>
            <a:off x="235925" y="1055200"/>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&lt;Critères de validation&gt;</a:t>
            </a:r>
          </a:p>
        </p:txBody>
      </p:sp>
    </p:spTree>
    <p:extLst>
      <p:ext uri="{BB962C8B-B14F-4D97-AF65-F5344CB8AC3E}">
        <p14:creationId xmlns:p14="http://schemas.microsoft.com/office/powerpoint/2010/main" val="682001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82">
          <a:extLst>
            <a:ext uri="{FF2B5EF4-FFF2-40B4-BE49-F238E27FC236}">
              <a16:creationId xmlns:a16="http://schemas.microsoft.com/office/drawing/2014/main" id="{36459AAF-3EB7-B067-B019-12F4E7A55362}"/>
            </a:ext>
          </a:extLst>
        </p:cNvPr>
        <p:cNvGrpSpPr/>
        <p:nvPr/>
      </p:nvGrpSpPr>
      <p:grpSpPr>
        <a:xfrm>
          <a:off x="0" y="0"/>
          <a:ext cx="0" cy="0"/>
          <a:chOff x="0" y="0"/>
          <a:chExt cx="0" cy="0"/>
        </a:xfrm>
      </p:grpSpPr>
      <p:sp>
        <p:nvSpPr>
          <p:cNvPr id="31" name="Google Shape;200;p25">
            <a:extLst>
              <a:ext uri="{FF2B5EF4-FFF2-40B4-BE49-F238E27FC236}">
                <a16:creationId xmlns:a16="http://schemas.microsoft.com/office/drawing/2014/main" id="{F35FACBC-3EEB-87AC-9307-5ABF0BDC79F5}"/>
              </a:ext>
            </a:extLst>
          </p:cNvPr>
          <p:cNvSpPr/>
          <p:nvPr/>
        </p:nvSpPr>
        <p:spPr>
          <a:xfrm>
            <a:off x="5675976" y="1702129"/>
            <a:ext cx="2305939" cy="353002"/>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30" name="Google Shape;200;p25">
            <a:extLst>
              <a:ext uri="{FF2B5EF4-FFF2-40B4-BE49-F238E27FC236}">
                <a16:creationId xmlns:a16="http://schemas.microsoft.com/office/drawing/2014/main" id="{27A8978E-E1AC-F0C4-E11D-641376B27E52}"/>
              </a:ext>
            </a:extLst>
          </p:cNvPr>
          <p:cNvSpPr/>
          <p:nvPr/>
        </p:nvSpPr>
        <p:spPr>
          <a:xfrm>
            <a:off x="1155394" y="1702129"/>
            <a:ext cx="2305939" cy="353002"/>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84" name="Google Shape;84;p16">
            <a:extLst>
              <a:ext uri="{FF2B5EF4-FFF2-40B4-BE49-F238E27FC236}">
                <a16:creationId xmlns:a16="http://schemas.microsoft.com/office/drawing/2014/main" id="{C11599C3-6519-1E16-9740-F537321B48A4}"/>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&lt;19&gt;</a:t>
            </a:r>
          </a:p>
        </p:txBody>
      </p:sp>
      <p:sp>
        <p:nvSpPr>
          <p:cNvPr id="87" name="Google Shape;87;p16">
            <a:extLst>
              <a:ext uri="{FF2B5EF4-FFF2-40B4-BE49-F238E27FC236}">
                <a16:creationId xmlns:a16="http://schemas.microsoft.com/office/drawing/2014/main" id="{B1FF794C-4F12-BC2C-ED0A-2E03BD35898C}"/>
              </a:ext>
            </a:extLst>
          </p:cNvPr>
          <p:cNvSpPr/>
          <p:nvPr/>
        </p:nvSpPr>
        <p:spPr>
          <a:xfrm>
            <a:off x="7907044" y="0"/>
            <a:ext cx="1236956"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0" name="Google Shape;85;p16">
            <a:extLst>
              <a:ext uri="{FF2B5EF4-FFF2-40B4-BE49-F238E27FC236}">
                <a16:creationId xmlns:a16="http://schemas.microsoft.com/office/drawing/2014/main" id="{44C5EADE-9DFB-FCA4-8946-C79D94A16B5E}"/>
              </a:ext>
            </a:extLst>
          </p:cNvPr>
          <p:cNvSpPr txBox="1">
            <a:spLocks noGrp="1"/>
          </p:cNvSpPr>
          <p:nvPr>
            <p:ph type="ctrTitle"/>
          </p:nvPr>
        </p:nvSpPr>
        <p:spPr>
          <a:xfrm>
            <a:off x="233449" y="152075"/>
            <a:ext cx="6731893" cy="1069500"/>
          </a:xfrm>
          <a:prstGeom prst="rect">
            <a:avLst/>
          </a:prstGeom>
        </p:spPr>
        <p:txBody>
          <a:bodyPr spcFirstLastPara="1" wrap="square" lIns="91425" tIns="91425" rIns="91425" bIns="91425" anchor="t" anchorCtr="0">
            <a:normAutofit/>
          </a:bodyPr>
          <a:lstStyle/>
          <a:p>
            <a:pPr algn="l"/>
            <a:r>
              <a:rPr lang="fr-FR" sz="5000" noProof="0" dirty="0">
                <a:solidFill>
                  <a:srgbClr val="013AFB"/>
                </a:solidFill>
                <a:latin typeface="Anton"/>
                <a:ea typeface="Anton"/>
                <a:cs typeface="Anton"/>
                <a:sym typeface="Anton"/>
              </a:rPr>
              <a:t>Soutenances</a:t>
            </a:r>
            <a:r>
              <a:rPr lang="fr-FR" sz="5600" noProof="0" dirty="0">
                <a:solidFill>
                  <a:srgbClr val="FF5F3A"/>
                </a:solidFill>
                <a:latin typeface="Anton"/>
                <a:ea typeface="Anton"/>
                <a:cs typeface="Anton"/>
                <a:sym typeface="Anton"/>
              </a:rPr>
              <a:t>_</a:t>
            </a:r>
            <a:endParaRPr lang="fr-FR" sz="5600" noProof="0" dirty="0">
              <a:solidFill>
                <a:srgbClr val="FF5F3A"/>
              </a:solidFill>
              <a:latin typeface="Anton"/>
              <a:ea typeface="Anton"/>
              <a:cs typeface="Anton"/>
            </a:endParaRPr>
          </a:p>
        </p:txBody>
      </p:sp>
      <p:sp>
        <p:nvSpPr>
          <p:cNvPr id="22" name="Google Shape;206;p25">
            <a:extLst>
              <a:ext uri="{FF2B5EF4-FFF2-40B4-BE49-F238E27FC236}">
                <a16:creationId xmlns:a16="http://schemas.microsoft.com/office/drawing/2014/main" id="{37C65712-A6EE-F03E-D8EE-BB4E6C94FB15}"/>
              </a:ext>
            </a:extLst>
          </p:cNvPr>
          <p:cNvSpPr/>
          <p:nvPr/>
        </p:nvSpPr>
        <p:spPr>
          <a:xfrm>
            <a:off x="600060" y="1883369"/>
            <a:ext cx="3416609" cy="2799547"/>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4" name="Google Shape;236;p27">
            <a:extLst>
              <a:ext uri="{FF2B5EF4-FFF2-40B4-BE49-F238E27FC236}">
                <a16:creationId xmlns:a16="http://schemas.microsoft.com/office/drawing/2014/main" id="{44B53333-1868-F3A0-0DC9-59D846FFEC00}"/>
              </a:ext>
            </a:extLst>
          </p:cNvPr>
          <p:cNvSpPr txBox="1"/>
          <p:nvPr/>
        </p:nvSpPr>
        <p:spPr>
          <a:xfrm>
            <a:off x="1109743" y="1654093"/>
            <a:ext cx="2305939" cy="327070"/>
          </a:xfrm>
          <a:prstGeom prst="rect">
            <a:avLst/>
          </a:prstGeom>
          <a:noFill/>
          <a:ln>
            <a:noFill/>
          </a:ln>
        </p:spPr>
        <p:txBody>
          <a:bodyPr spcFirstLastPara="1" wrap="square" lIns="91425" tIns="91425" rIns="91425" bIns="91425" anchor="t" anchorCtr="0">
            <a:noAutofit/>
          </a:bodyPr>
          <a:lstStyle/>
          <a:p>
            <a:pPr algn="ctr"/>
            <a:r>
              <a:rPr lang="fr-FR" sz="1800" b="1" noProof="0" dirty="0">
                <a:solidFill>
                  <a:schemeClr val="bg1"/>
                </a:solidFill>
                <a:latin typeface="IBM Plex Sans"/>
                <a:ea typeface="IBM Plex Sans"/>
                <a:cs typeface="IBM Plex Sans"/>
                <a:sym typeface="IBM Plex Sans"/>
              </a:rPr>
              <a:t>Greenlight Jury</a:t>
            </a:r>
            <a:endParaRPr lang="fr-FR" sz="1800" b="1" noProof="0" dirty="0">
              <a:solidFill>
                <a:schemeClr val="bg1"/>
              </a:solidFill>
              <a:latin typeface="IBM Plex Sans"/>
              <a:ea typeface="IBM Plex Sans"/>
              <a:cs typeface="IBM Plex Sans"/>
            </a:endParaRPr>
          </a:p>
        </p:txBody>
      </p:sp>
      <p:sp>
        <p:nvSpPr>
          <p:cNvPr id="25" name="Google Shape;236;p27">
            <a:extLst>
              <a:ext uri="{FF2B5EF4-FFF2-40B4-BE49-F238E27FC236}">
                <a16:creationId xmlns:a16="http://schemas.microsoft.com/office/drawing/2014/main" id="{E808792F-E560-FB98-CCC3-7FAA3E240C0F}"/>
              </a:ext>
            </a:extLst>
          </p:cNvPr>
          <p:cNvSpPr txBox="1"/>
          <p:nvPr/>
        </p:nvSpPr>
        <p:spPr>
          <a:xfrm>
            <a:off x="903229" y="1992621"/>
            <a:ext cx="2823643" cy="1231840"/>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rPr>
              <a:t>Date : Juillet</a:t>
            </a:r>
          </a:p>
          <a:p>
            <a:pPr marL="285750" indent="-285750">
              <a:buFont typeface="Wingdings" pitchFamily="2" charset="2"/>
              <a:buChar char="§"/>
            </a:pPr>
            <a:r>
              <a:rPr lang="fr-FR" sz="1450" b="1" noProof="0" dirty="0">
                <a:solidFill>
                  <a:schemeClr val="bg1"/>
                </a:solidFill>
                <a:latin typeface="IBM Plex Sans"/>
                <a:ea typeface="IBM Plex Sans"/>
              </a:rPr>
              <a:t>Lieu : Présentiel à Paris</a:t>
            </a:r>
          </a:p>
          <a:p>
            <a:pPr marL="285750" indent="-285750">
              <a:buFont typeface="Wingdings" pitchFamily="2" charset="2"/>
              <a:buChar char="§"/>
            </a:pPr>
            <a:r>
              <a:rPr lang="fr-FR" sz="1450" b="1" noProof="0" dirty="0">
                <a:solidFill>
                  <a:schemeClr val="bg1"/>
                </a:solidFill>
                <a:latin typeface="IBM Plex Sans"/>
                <a:sym typeface="IBM Plex Sans"/>
              </a:rPr>
              <a:t>Durée : 1 heure</a:t>
            </a:r>
          </a:p>
          <a:p>
            <a:pPr marL="285750" indent="-285750">
              <a:buFont typeface="Wingdings" pitchFamily="2" charset="2"/>
              <a:buChar char="§"/>
            </a:pPr>
            <a:r>
              <a:rPr lang="fr-FR" sz="1450" b="1" noProof="0" dirty="0">
                <a:solidFill>
                  <a:schemeClr val="bg1"/>
                </a:solidFill>
                <a:latin typeface="IBM Plex Sans"/>
                <a:sym typeface="IBM Plex Sans"/>
              </a:rPr>
              <a:t>Jury : Professionnels, pédago et Alumni</a:t>
            </a:r>
          </a:p>
        </p:txBody>
      </p:sp>
      <p:sp>
        <p:nvSpPr>
          <p:cNvPr id="26" name="Google Shape;206;p25">
            <a:extLst>
              <a:ext uri="{FF2B5EF4-FFF2-40B4-BE49-F238E27FC236}">
                <a16:creationId xmlns:a16="http://schemas.microsoft.com/office/drawing/2014/main" id="{E02E4F41-F9FC-700B-14AF-C926F65515DF}"/>
              </a:ext>
            </a:extLst>
          </p:cNvPr>
          <p:cNvSpPr/>
          <p:nvPr/>
        </p:nvSpPr>
        <p:spPr>
          <a:xfrm>
            <a:off x="5120642" y="1878629"/>
            <a:ext cx="3416609" cy="2804287"/>
          </a:xfrm>
          <a:prstGeom prst="rect">
            <a:avLst/>
          </a:prstGeom>
          <a:solidFill>
            <a:srgbClr val="013AFB">
              <a:alpha val="50000"/>
            </a:srgbClr>
          </a:solidFill>
          <a:ln>
            <a:noFill/>
          </a:ln>
        </p:spPr>
        <p:txBody>
          <a:bodyPr spcFirstLastPara="1" wrap="square" lIns="91425" tIns="91425" rIns="91425" bIns="91425" anchor="ctr" anchorCtr="0">
            <a:noAutofit/>
          </a:bodyPr>
          <a:lstStyle/>
          <a:p>
            <a:pPr marL="285750" lvl="0" indent="-285750" algn="ctr" rtl="0">
              <a:spcBef>
                <a:spcPts val="0"/>
              </a:spcBef>
              <a:spcAft>
                <a:spcPts val="0"/>
              </a:spcAft>
              <a:buFont typeface="Arial" panose="020B0604020202020204" pitchFamily="34" charset="0"/>
              <a:buChar char="•"/>
            </a:pPr>
            <a:endParaRPr lang="fr-FR" noProof="0" dirty="0"/>
          </a:p>
        </p:txBody>
      </p:sp>
      <p:sp>
        <p:nvSpPr>
          <p:cNvPr id="27" name="Google Shape;236;p27">
            <a:extLst>
              <a:ext uri="{FF2B5EF4-FFF2-40B4-BE49-F238E27FC236}">
                <a16:creationId xmlns:a16="http://schemas.microsoft.com/office/drawing/2014/main" id="{6C83A84D-4456-BA96-9FC1-8CC07DC8A2D8}"/>
              </a:ext>
            </a:extLst>
          </p:cNvPr>
          <p:cNvSpPr txBox="1"/>
          <p:nvPr/>
        </p:nvSpPr>
        <p:spPr>
          <a:xfrm>
            <a:off x="5675978" y="1655784"/>
            <a:ext cx="2305939" cy="267286"/>
          </a:xfrm>
          <a:prstGeom prst="rect">
            <a:avLst/>
          </a:prstGeom>
          <a:noFill/>
          <a:ln>
            <a:noFill/>
          </a:ln>
        </p:spPr>
        <p:txBody>
          <a:bodyPr spcFirstLastPara="1" wrap="square" lIns="91425" tIns="91425" rIns="91425" bIns="91425" anchor="t" anchorCtr="0">
            <a:noAutofit/>
          </a:bodyPr>
          <a:lstStyle/>
          <a:p>
            <a:pPr algn="ctr"/>
            <a:r>
              <a:rPr lang="fr-FR" sz="1800" b="1" noProof="0" dirty="0">
                <a:solidFill>
                  <a:schemeClr val="bg1"/>
                </a:solidFill>
                <a:latin typeface="IBM Plex Sans"/>
                <a:ea typeface="IBM Plex Sans"/>
                <a:cs typeface="IBM Plex Sans"/>
                <a:sym typeface="IBM Plex Sans"/>
              </a:rPr>
              <a:t>RNCP</a:t>
            </a:r>
            <a:endParaRPr lang="fr-FR" sz="1800" b="1" noProof="0" dirty="0">
              <a:solidFill>
                <a:schemeClr val="bg1"/>
              </a:solidFill>
              <a:latin typeface="IBM Plex Sans"/>
              <a:ea typeface="IBM Plex Sans"/>
              <a:cs typeface="IBM Plex Sans"/>
            </a:endParaRPr>
          </a:p>
        </p:txBody>
      </p:sp>
      <p:sp>
        <p:nvSpPr>
          <p:cNvPr id="28" name="Google Shape;236;p27">
            <a:extLst>
              <a:ext uri="{FF2B5EF4-FFF2-40B4-BE49-F238E27FC236}">
                <a16:creationId xmlns:a16="http://schemas.microsoft.com/office/drawing/2014/main" id="{8B5F6734-70D0-C19C-45CA-B924A08D5D38}"/>
              </a:ext>
            </a:extLst>
          </p:cNvPr>
          <p:cNvSpPr txBox="1"/>
          <p:nvPr/>
        </p:nvSpPr>
        <p:spPr>
          <a:xfrm>
            <a:off x="5420323" y="1991018"/>
            <a:ext cx="2823643" cy="1124151"/>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Date : Juillet (même jour)</a:t>
            </a:r>
          </a:p>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Lieu : Présentiel à Paris</a:t>
            </a:r>
          </a:p>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Durée : 1 heure</a:t>
            </a:r>
          </a:p>
          <a:p>
            <a:pPr marL="285750" indent="-285750">
              <a:buFont typeface="Wingdings" pitchFamily="2" charset="2"/>
              <a:buChar char="§"/>
            </a:pPr>
            <a:r>
              <a:rPr lang="fr-FR" sz="1450" b="1" noProof="0" dirty="0">
                <a:solidFill>
                  <a:schemeClr val="bg1"/>
                </a:solidFill>
                <a:latin typeface="IBM Plex Sans"/>
                <a:ea typeface="IBM Plex Sans"/>
                <a:cs typeface="IBM Plex Sans"/>
                <a:sym typeface="IBM Plex Sans"/>
              </a:rPr>
              <a:t>Jury : Jury RNCP</a:t>
            </a:r>
            <a:endParaRPr lang="fr-FR" sz="1450" b="1" noProof="0" dirty="0">
              <a:solidFill>
                <a:schemeClr val="bg1"/>
              </a:solidFill>
              <a:latin typeface="IBM Plex Sans"/>
              <a:ea typeface="IBM Plex Sans"/>
              <a:cs typeface="IBM Plex Sans"/>
            </a:endParaRPr>
          </a:p>
        </p:txBody>
      </p:sp>
      <p:cxnSp>
        <p:nvCxnSpPr>
          <p:cNvPr id="29" name="Straight Arrow Connector 30">
            <a:extLst>
              <a:ext uri="{FF2B5EF4-FFF2-40B4-BE49-F238E27FC236}">
                <a16:creationId xmlns:a16="http://schemas.microsoft.com/office/drawing/2014/main" id="{9BCA1E82-2561-44C1-0BFE-68502172806E}"/>
              </a:ext>
            </a:extLst>
          </p:cNvPr>
          <p:cNvCxnSpPr>
            <a:cxnSpLocks/>
          </p:cNvCxnSpPr>
          <p:nvPr/>
        </p:nvCxnSpPr>
        <p:spPr>
          <a:xfrm>
            <a:off x="4572000" y="2116112"/>
            <a:ext cx="0" cy="2398134"/>
          </a:xfrm>
          <a:prstGeom prst="straightConnector1">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3" name="Google Shape;236;p27">
            <a:extLst>
              <a:ext uri="{FF2B5EF4-FFF2-40B4-BE49-F238E27FC236}">
                <a16:creationId xmlns:a16="http://schemas.microsoft.com/office/drawing/2014/main" id="{31BD2E0D-7D2B-E08B-FE6D-6D8FC4A5D52D}"/>
              </a:ext>
            </a:extLst>
          </p:cNvPr>
          <p:cNvSpPr txBox="1"/>
          <p:nvPr/>
        </p:nvSpPr>
        <p:spPr>
          <a:xfrm>
            <a:off x="918702" y="3315179"/>
            <a:ext cx="2823643" cy="1231840"/>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rPr>
              <a:t>Présentation du projet</a:t>
            </a:r>
          </a:p>
          <a:p>
            <a:pPr marL="285750" indent="-285750">
              <a:buFont typeface="Wingdings" pitchFamily="2" charset="2"/>
              <a:buChar char="§"/>
            </a:pPr>
            <a:r>
              <a:rPr lang="fr-FR" sz="1450" b="1" noProof="0" dirty="0">
                <a:solidFill>
                  <a:schemeClr val="bg1"/>
                </a:solidFill>
                <a:latin typeface="IBM Plex Sans"/>
                <a:ea typeface="IBM Plex Sans"/>
              </a:rPr>
              <a:t>Objectifs de track</a:t>
            </a:r>
          </a:p>
          <a:p>
            <a:pPr marL="285750" indent="-285750">
              <a:buFont typeface="Wingdings" pitchFamily="2" charset="2"/>
              <a:buChar char="§"/>
            </a:pPr>
            <a:r>
              <a:rPr lang="fr-FR" sz="1450" b="1" noProof="0" dirty="0">
                <a:solidFill>
                  <a:schemeClr val="bg1"/>
                </a:solidFill>
                <a:latin typeface="IBM Plex Sans"/>
                <a:ea typeface="IBM Plex Sans"/>
              </a:rPr>
              <a:t>Roadmap</a:t>
            </a:r>
          </a:p>
          <a:p>
            <a:pPr marL="285750" indent="-285750">
              <a:buFont typeface="Wingdings" pitchFamily="2" charset="2"/>
              <a:buChar char="§"/>
            </a:pPr>
            <a:r>
              <a:rPr lang="fr-FR" sz="1450" b="1" noProof="0" dirty="0">
                <a:solidFill>
                  <a:schemeClr val="bg1"/>
                </a:solidFill>
                <a:latin typeface="IBM Plex Sans"/>
                <a:sym typeface="IBM Plex Sans"/>
              </a:rPr>
              <a:t>Démo</a:t>
            </a:r>
          </a:p>
          <a:p>
            <a:pPr marL="285750" indent="-285750">
              <a:buFont typeface="Wingdings" pitchFamily="2" charset="2"/>
              <a:buChar char="§"/>
            </a:pPr>
            <a:r>
              <a:rPr lang="fr-FR" sz="1450" b="1" noProof="0" dirty="0">
                <a:solidFill>
                  <a:schemeClr val="bg1"/>
                </a:solidFill>
                <a:latin typeface="IBM Plex Sans"/>
                <a:sym typeface="IBM Plex Sans"/>
              </a:rPr>
              <a:t>Q&amp;A</a:t>
            </a:r>
          </a:p>
        </p:txBody>
      </p:sp>
      <p:cxnSp>
        <p:nvCxnSpPr>
          <p:cNvPr id="34" name="Straight Arrow Connector 30">
            <a:extLst>
              <a:ext uri="{FF2B5EF4-FFF2-40B4-BE49-F238E27FC236}">
                <a16:creationId xmlns:a16="http://schemas.microsoft.com/office/drawing/2014/main" id="{65801AD9-DDD5-259D-D6BB-0612C59C33F5}"/>
              </a:ext>
            </a:extLst>
          </p:cNvPr>
          <p:cNvCxnSpPr>
            <a:cxnSpLocks/>
          </p:cNvCxnSpPr>
          <p:nvPr/>
        </p:nvCxnSpPr>
        <p:spPr>
          <a:xfrm flipH="1">
            <a:off x="980132" y="3315179"/>
            <a:ext cx="2565160" cy="0"/>
          </a:xfrm>
          <a:prstGeom prst="straightConnector1">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0">
            <a:extLst>
              <a:ext uri="{FF2B5EF4-FFF2-40B4-BE49-F238E27FC236}">
                <a16:creationId xmlns:a16="http://schemas.microsoft.com/office/drawing/2014/main" id="{DEA7E2F4-FC2A-F466-176B-FEF0C5F9CAB2}"/>
              </a:ext>
            </a:extLst>
          </p:cNvPr>
          <p:cNvCxnSpPr>
            <a:cxnSpLocks/>
          </p:cNvCxnSpPr>
          <p:nvPr/>
        </p:nvCxnSpPr>
        <p:spPr>
          <a:xfrm flipH="1">
            <a:off x="5546365" y="3317665"/>
            <a:ext cx="2565160" cy="0"/>
          </a:xfrm>
          <a:prstGeom prst="straightConnector1">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8" name="Google Shape;236;p27">
            <a:extLst>
              <a:ext uri="{FF2B5EF4-FFF2-40B4-BE49-F238E27FC236}">
                <a16:creationId xmlns:a16="http://schemas.microsoft.com/office/drawing/2014/main" id="{36F7F28F-4114-DC91-E25C-7BF1EB00B4D1}"/>
              </a:ext>
            </a:extLst>
          </p:cNvPr>
          <p:cNvSpPr txBox="1"/>
          <p:nvPr/>
        </p:nvSpPr>
        <p:spPr>
          <a:xfrm>
            <a:off x="5420323" y="3315179"/>
            <a:ext cx="2823643" cy="1231840"/>
          </a:xfrm>
          <a:prstGeom prst="rect">
            <a:avLst/>
          </a:prstGeom>
          <a:noFill/>
          <a:ln>
            <a:noFill/>
          </a:ln>
        </p:spPr>
        <p:txBody>
          <a:bodyPr spcFirstLastPara="1" wrap="square" lIns="91425" tIns="91425" rIns="91425" bIns="91425" anchor="t" anchorCtr="0">
            <a:noAutofit/>
          </a:bodyPr>
          <a:lstStyle/>
          <a:p>
            <a:pPr marL="285750" indent="-285750">
              <a:buFont typeface="Wingdings" pitchFamily="2" charset="2"/>
              <a:buChar char="§"/>
            </a:pPr>
            <a:r>
              <a:rPr lang="fr-FR" sz="1450" b="1" noProof="0" dirty="0">
                <a:solidFill>
                  <a:schemeClr val="bg1"/>
                </a:solidFill>
                <a:latin typeface="IBM Plex Sans"/>
                <a:ea typeface="IBM Plex Sans"/>
              </a:rPr>
              <a:t>Valide les blocs du référentiel RNCP</a:t>
            </a:r>
          </a:p>
        </p:txBody>
      </p:sp>
      <p:sp>
        <p:nvSpPr>
          <p:cNvPr id="41" name="Google Shape;88;p16">
            <a:extLst>
              <a:ext uri="{FF2B5EF4-FFF2-40B4-BE49-F238E27FC236}">
                <a16:creationId xmlns:a16="http://schemas.microsoft.com/office/drawing/2014/main" id="{D0E4A4B0-1A01-9046-A5E0-10141BCA91EA}"/>
              </a:ext>
            </a:extLst>
          </p:cNvPr>
          <p:cNvSpPr txBox="1">
            <a:spLocks noGrp="1"/>
          </p:cNvSpPr>
          <p:nvPr>
            <p:ph type="subTitle" idx="1"/>
          </p:nvPr>
        </p:nvSpPr>
        <p:spPr>
          <a:xfrm>
            <a:off x="235925" y="1055200"/>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&lt;Modalités&gt;</a:t>
            </a:r>
          </a:p>
        </p:txBody>
      </p:sp>
    </p:spTree>
    <p:extLst>
      <p:ext uri="{BB962C8B-B14F-4D97-AF65-F5344CB8AC3E}">
        <p14:creationId xmlns:p14="http://schemas.microsoft.com/office/powerpoint/2010/main" val="39105223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A8F26BC1-681C-9AC0-11ED-F84210C516E8}"/>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547B0E0B-DC5E-BC9B-7B55-6F023C883768}"/>
              </a:ext>
            </a:extLst>
          </p:cNvPr>
          <p:cNvSpPr txBox="1">
            <a:spLocks noGrp="1"/>
          </p:cNvSpPr>
          <p:nvPr>
            <p:ph type="ctrTitle"/>
          </p:nvPr>
        </p:nvSpPr>
        <p:spPr>
          <a:xfrm>
            <a:off x="1606325" y="163818"/>
            <a:ext cx="7681800" cy="1582800"/>
          </a:xfrm>
          <a:prstGeom prst="rect">
            <a:avLst/>
          </a:prstGeom>
        </p:spPr>
        <p:txBody>
          <a:bodyPr spcFirstLastPara="1" wrap="square" lIns="91425" tIns="91425" rIns="91425" bIns="91425" anchor="t" anchorCtr="0">
            <a:normAutofit/>
          </a:bodyPr>
          <a:lstStyle/>
          <a:p>
            <a:pPr algn="l"/>
            <a:r>
              <a:rPr lang="fr-FR" sz="5600" noProof="0" dirty="0">
                <a:solidFill>
                  <a:schemeClr val="lt1"/>
                </a:solidFill>
                <a:latin typeface="Anton"/>
                <a:ea typeface="Anton"/>
                <a:cs typeface="Anton"/>
                <a:sym typeface="Anton"/>
              </a:rPr>
              <a:t>Procédures</a:t>
            </a:r>
            <a:r>
              <a:rPr lang="fr-FR" sz="5600" noProof="0" dirty="0">
                <a:solidFill>
                  <a:srgbClr val="FF1EF7"/>
                </a:solidFill>
                <a:latin typeface="Anton"/>
                <a:ea typeface="Anton"/>
                <a:cs typeface="Anton"/>
                <a:sym typeface="Anton"/>
              </a:rPr>
              <a:t>_</a:t>
            </a:r>
          </a:p>
        </p:txBody>
      </p:sp>
      <p:sp>
        <p:nvSpPr>
          <p:cNvPr id="77" name="Google Shape;77;p15">
            <a:extLst>
              <a:ext uri="{FF2B5EF4-FFF2-40B4-BE49-F238E27FC236}">
                <a16:creationId xmlns:a16="http://schemas.microsoft.com/office/drawing/2014/main" id="{5DA9D1E8-DE94-9C9A-B2EC-9B8AB43A9F6D}"/>
              </a:ext>
            </a:extLst>
          </p:cNvPr>
          <p:cNvSpPr txBox="1">
            <a:spLocks noGrp="1"/>
          </p:cNvSpPr>
          <p:nvPr>
            <p:ph type="ctrTitle" idx="4294967295"/>
          </p:nvPr>
        </p:nvSpPr>
        <p:spPr>
          <a:xfrm>
            <a:off x="0" y="163513"/>
            <a:ext cx="1366838" cy="1582737"/>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fr-FR" sz="5600" noProof="0" dirty="0">
                <a:solidFill>
                  <a:schemeClr val="lt1"/>
                </a:solidFill>
                <a:latin typeface="Anton"/>
                <a:ea typeface="Anton"/>
                <a:cs typeface="Anton"/>
                <a:sym typeface="Anton"/>
              </a:rPr>
              <a:t>07</a:t>
            </a:r>
            <a:endParaRPr lang="fr-FR" sz="5600" noProof="0" dirty="0">
              <a:solidFill>
                <a:srgbClr val="FF1EF7"/>
              </a:solidFill>
              <a:latin typeface="Anton"/>
              <a:ea typeface="Anton"/>
              <a:cs typeface="Anton"/>
              <a:sym typeface="Anton"/>
            </a:endParaRPr>
          </a:p>
        </p:txBody>
      </p:sp>
      <p:sp>
        <p:nvSpPr>
          <p:cNvPr id="73" name="Google Shape;73;p15">
            <a:extLst>
              <a:ext uri="{FF2B5EF4-FFF2-40B4-BE49-F238E27FC236}">
                <a16:creationId xmlns:a16="http://schemas.microsoft.com/office/drawing/2014/main" id="{FFEFD026-3453-670B-AA20-C5F7261CF96E}"/>
              </a:ext>
            </a:extLst>
          </p:cNvPr>
          <p:cNvSpPr/>
          <p:nvPr/>
        </p:nvSpPr>
        <p:spPr>
          <a:xfrm>
            <a:off x="1366809" y="2733609"/>
            <a:ext cx="13668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4" name="Google Shape;74;p15">
            <a:extLst>
              <a:ext uri="{FF2B5EF4-FFF2-40B4-BE49-F238E27FC236}">
                <a16:creationId xmlns:a16="http://schemas.microsoft.com/office/drawing/2014/main" id="{52E80D4C-5A9C-F8D0-EC73-3498D59B1EDB}"/>
              </a:ext>
            </a:extLst>
          </p:cNvPr>
          <p:cNvSpPr/>
          <p:nvPr/>
        </p:nvSpPr>
        <p:spPr>
          <a:xfrm rot="5400000">
            <a:off x="-683381" y="683400"/>
            <a:ext cx="2733600" cy="1366800"/>
          </a:xfrm>
          <a:prstGeom prst="rect">
            <a:avLst/>
          </a:prstGeom>
          <a:solidFill>
            <a:srgbClr val="FFFFFF">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pic>
        <p:nvPicPr>
          <p:cNvPr id="75" name="Google Shape;75;p15" title="Fichier 3.png">
            <a:extLst>
              <a:ext uri="{FF2B5EF4-FFF2-40B4-BE49-F238E27FC236}">
                <a16:creationId xmlns:a16="http://schemas.microsoft.com/office/drawing/2014/main" id="{31D7D41F-15EE-4F0F-5216-EE5B73145478}"/>
              </a:ext>
            </a:extLst>
          </p:cNvPr>
          <p:cNvPicPr preferRelativeResize="0"/>
          <p:nvPr/>
        </p:nvPicPr>
        <p:blipFill>
          <a:blip r:embed="rId3">
            <a:alphaModFix/>
          </a:blip>
          <a:stretch>
            <a:fillRect/>
          </a:stretch>
        </p:blipFill>
        <p:spPr>
          <a:xfrm rot="5400000">
            <a:off x="7225412" y="2901337"/>
            <a:ext cx="1582901" cy="1581326"/>
          </a:xfrm>
          <a:prstGeom prst="rect">
            <a:avLst/>
          </a:prstGeom>
          <a:noFill/>
          <a:ln>
            <a:noFill/>
          </a:ln>
        </p:spPr>
      </p:pic>
      <p:sp>
        <p:nvSpPr>
          <p:cNvPr id="76" name="Google Shape;76;p15">
            <a:extLst>
              <a:ext uri="{FF2B5EF4-FFF2-40B4-BE49-F238E27FC236}">
                <a16:creationId xmlns:a16="http://schemas.microsoft.com/office/drawing/2014/main" id="{F1AC80FD-50AF-B616-C7A7-A073B7BA610A}"/>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chemeClr val="lt1"/>
                </a:solidFill>
                <a:latin typeface="IBM Plex Sans"/>
                <a:ea typeface="IBM Plex Sans"/>
                <a:cs typeface="IBM Plex Sans"/>
                <a:sym typeface="IBM Plex Sans"/>
              </a:rPr>
              <a:t>&lt;20&gt;</a:t>
            </a:r>
          </a:p>
        </p:txBody>
      </p:sp>
    </p:spTree>
    <p:extLst>
      <p:ext uri="{BB962C8B-B14F-4D97-AF65-F5344CB8AC3E}">
        <p14:creationId xmlns:p14="http://schemas.microsoft.com/office/powerpoint/2010/main" val="2769492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3D536C3F-C305-436D-44C2-4419E1842BCE}"/>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DED70980-0917-11D7-96B9-8D03B5A853B7}"/>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&lt;21&gt;</a:t>
            </a:r>
          </a:p>
        </p:txBody>
      </p:sp>
      <p:sp>
        <p:nvSpPr>
          <p:cNvPr id="113" name="Google Shape;113;p18">
            <a:extLst>
              <a:ext uri="{FF2B5EF4-FFF2-40B4-BE49-F238E27FC236}">
                <a16:creationId xmlns:a16="http://schemas.microsoft.com/office/drawing/2014/main" id="{D900D2CF-0595-2261-C748-9E67C7A2156C}"/>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Procédures</a:t>
            </a:r>
            <a:r>
              <a:rPr lang="fr-FR" sz="5600" noProof="0" dirty="0">
                <a:solidFill>
                  <a:srgbClr val="013AFB"/>
                </a:solidFill>
                <a:latin typeface="Anton"/>
                <a:ea typeface="Anton"/>
                <a:cs typeface="Anton"/>
                <a:sym typeface="Anton"/>
              </a:rPr>
              <a:t>_</a:t>
            </a:r>
          </a:p>
        </p:txBody>
      </p:sp>
      <p:sp>
        <p:nvSpPr>
          <p:cNvPr id="124" name="Google Shape;124;p18">
            <a:extLst>
              <a:ext uri="{FF2B5EF4-FFF2-40B4-BE49-F238E27FC236}">
                <a16:creationId xmlns:a16="http://schemas.microsoft.com/office/drawing/2014/main" id="{6B47DB56-3F9A-77C2-D75F-A60CEF58F623}"/>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 name="Google Shape;88;p16">
            <a:extLst>
              <a:ext uri="{FF2B5EF4-FFF2-40B4-BE49-F238E27FC236}">
                <a16:creationId xmlns:a16="http://schemas.microsoft.com/office/drawing/2014/main" id="{23BF3D15-8D96-FE73-AC33-8FE06F8B28A1}"/>
              </a:ext>
            </a:extLst>
          </p:cNvPr>
          <p:cNvSpPr txBox="1">
            <a:spLocks noGrp="1"/>
          </p:cNvSpPr>
          <p:nvPr>
            <p:ph type="subTitle" idx="1"/>
          </p:nvPr>
        </p:nvSpPr>
        <p:spPr>
          <a:xfrm>
            <a:off x="235925" y="935931"/>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&lt;Demande de ressources&gt;</a:t>
            </a:r>
          </a:p>
        </p:txBody>
      </p:sp>
      <p:sp>
        <p:nvSpPr>
          <p:cNvPr id="10" name="Google Shape;99;p17">
            <a:extLst>
              <a:ext uri="{FF2B5EF4-FFF2-40B4-BE49-F238E27FC236}">
                <a16:creationId xmlns:a16="http://schemas.microsoft.com/office/drawing/2014/main" id="{C3F78BDB-73BC-E54D-9B6E-90971478F8FC}"/>
              </a:ext>
            </a:extLst>
          </p:cNvPr>
          <p:cNvSpPr txBox="1"/>
          <p:nvPr/>
        </p:nvSpPr>
        <p:spPr>
          <a:xfrm>
            <a:off x="474120" y="2244142"/>
            <a:ext cx="7239398"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Le groupe doit avant tout étudier ses besoins avec son référent EIP</a:t>
            </a:r>
          </a:p>
          <a:p>
            <a:endParaRPr lang="fr-FR" noProof="0" dirty="0">
              <a:solidFill>
                <a:schemeClr val="dk1"/>
              </a:solidFill>
              <a:latin typeface="IBM Plex Sans"/>
            </a:endParaRPr>
          </a:p>
        </p:txBody>
      </p:sp>
      <p:sp>
        <p:nvSpPr>
          <p:cNvPr id="11" name="Google Shape;99;p17">
            <a:extLst>
              <a:ext uri="{FF2B5EF4-FFF2-40B4-BE49-F238E27FC236}">
                <a16:creationId xmlns:a16="http://schemas.microsoft.com/office/drawing/2014/main" id="{83BEAA25-C2A9-EC8D-DAE8-B444712054A0}"/>
              </a:ext>
            </a:extLst>
          </p:cNvPr>
          <p:cNvSpPr txBox="1"/>
          <p:nvPr/>
        </p:nvSpPr>
        <p:spPr>
          <a:xfrm>
            <a:off x="474120" y="2686955"/>
            <a:ext cx="8625368" cy="452492"/>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Une fois les besoins définis et validés par le référent, un ticket doit être fait à l’attention des coordinateurs EIP</a:t>
            </a:r>
          </a:p>
        </p:txBody>
      </p:sp>
      <p:sp>
        <p:nvSpPr>
          <p:cNvPr id="12" name="Google Shape;99;p17">
            <a:extLst>
              <a:ext uri="{FF2B5EF4-FFF2-40B4-BE49-F238E27FC236}">
                <a16:creationId xmlns:a16="http://schemas.microsoft.com/office/drawing/2014/main" id="{5DB192FB-4796-D946-2FDB-ADAA9735F4FB}"/>
              </a:ext>
            </a:extLst>
          </p:cNvPr>
          <p:cNvSpPr txBox="1"/>
          <p:nvPr/>
        </p:nvSpPr>
        <p:spPr>
          <a:xfrm>
            <a:off x="445257" y="3138559"/>
            <a:ext cx="5716535"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La coordinateur EIP validera la demande si c’est justifié et possible</a:t>
            </a:r>
          </a:p>
        </p:txBody>
      </p:sp>
      <p:sp>
        <p:nvSpPr>
          <p:cNvPr id="13" name="Google Shape;103;p17">
            <a:extLst>
              <a:ext uri="{FF2B5EF4-FFF2-40B4-BE49-F238E27FC236}">
                <a16:creationId xmlns:a16="http://schemas.microsoft.com/office/drawing/2014/main" id="{33455836-C356-9ACF-76EF-FBA259393B2F}"/>
              </a:ext>
            </a:extLst>
          </p:cNvPr>
          <p:cNvSpPr/>
          <p:nvPr/>
        </p:nvSpPr>
        <p:spPr>
          <a:xfrm>
            <a:off x="233449" y="243114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4" name="Google Shape;103;p17">
            <a:extLst>
              <a:ext uri="{FF2B5EF4-FFF2-40B4-BE49-F238E27FC236}">
                <a16:creationId xmlns:a16="http://schemas.microsoft.com/office/drawing/2014/main" id="{EF6493C5-0CBD-DBDC-0D8D-3E668E82917A}"/>
              </a:ext>
            </a:extLst>
          </p:cNvPr>
          <p:cNvSpPr/>
          <p:nvPr/>
        </p:nvSpPr>
        <p:spPr>
          <a:xfrm>
            <a:off x="233449" y="287564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5" name="Google Shape;103;p17">
            <a:extLst>
              <a:ext uri="{FF2B5EF4-FFF2-40B4-BE49-F238E27FC236}">
                <a16:creationId xmlns:a16="http://schemas.microsoft.com/office/drawing/2014/main" id="{01257F28-782E-A362-2661-8BF40C730C0E}"/>
              </a:ext>
            </a:extLst>
          </p:cNvPr>
          <p:cNvSpPr/>
          <p:nvPr/>
        </p:nvSpPr>
        <p:spPr>
          <a:xfrm>
            <a:off x="233448" y="331978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Tree>
    <p:extLst>
      <p:ext uri="{BB962C8B-B14F-4D97-AF65-F5344CB8AC3E}">
        <p14:creationId xmlns:p14="http://schemas.microsoft.com/office/powerpoint/2010/main" val="283990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9E589D00-0961-D80C-F676-99099D8B97EE}"/>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C0DBD8EE-213B-1B45-FB32-35643CC4AF3F}"/>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&lt;22&gt;</a:t>
            </a:r>
          </a:p>
        </p:txBody>
      </p:sp>
      <p:sp>
        <p:nvSpPr>
          <p:cNvPr id="113" name="Google Shape;113;p18">
            <a:extLst>
              <a:ext uri="{FF2B5EF4-FFF2-40B4-BE49-F238E27FC236}">
                <a16:creationId xmlns:a16="http://schemas.microsoft.com/office/drawing/2014/main" id="{1B1CC4E9-61AD-971A-2E8D-0EB1848CA8D4}"/>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Procédures</a:t>
            </a:r>
            <a:r>
              <a:rPr lang="fr-FR" sz="5600" noProof="0" dirty="0">
                <a:solidFill>
                  <a:srgbClr val="013AFB"/>
                </a:solidFill>
                <a:latin typeface="Anton"/>
                <a:ea typeface="Anton"/>
                <a:cs typeface="Anton"/>
                <a:sym typeface="Anton"/>
              </a:rPr>
              <a:t>_</a:t>
            </a:r>
          </a:p>
        </p:txBody>
      </p:sp>
      <p:sp>
        <p:nvSpPr>
          <p:cNvPr id="124" name="Google Shape;124;p18">
            <a:extLst>
              <a:ext uri="{FF2B5EF4-FFF2-40B4-BE49-F238E27FC236}">
                <a16:creationId xmlns:a16="http://schemas.microsoft.com/office/drawing/2014/main" id="{D3FD4C8A-4938-64E8-45F6-90150055EB64}"/>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 name="Google Shape;88;p16">
            <a:extLst>
              <a:ext uri="{FF2B5EF4-FFF2-40B4-BE49-F238E27FC236}">
                <a16:creationId xmlns:a16="http://schemas.microsoft.com/office/drawing/2014/main" id="{315D8231-18C5-D6D4-B45E-F80F10D7C59E}"/>
              </a:ext>
            </a:extLst>
          </p:cNvPr>
          <p:cNvSpPr txBox="1">
            <a:spLocks noGrp="1"/>
          </p:cNvSpPr>
          <p:nvPr>
            <p:ph type="subTitle" idx="1"/>
          </p:nvPr>
        </p:nvSpPr>
        <p:spPr>
          <a:xfrm>
            <a:off x="235925" y="935931"/>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&lt;Changement de sujet&gt;</a:t>
            </a:r>
          </a:p>
        </p:txBody>
      </p:sp>
      <p:sp>
        <p:nvSpPr>
          <p:cNvPr id="10" name="Google Shape;99;p17">
            <a:extLst>
              <a:ext uri="{FF2B5EF4-FFF2-40B4-BE49-F238E27FC236}">
                <a16:creationId xmlns:a16="http://schemas.microsoft.com/office/drawing/2014/main" id="{48D6BBD3-6086-90A1-8490-E4F37752C70E}"/>
              </a:ext>
            </a:extLst>
          </p:cNvPr>
          <p:cNvSpPr txBox="1"/>
          <p:nvPr/>
        </p:nvSpPr>
        <p:spPr>
          <a:xfrm>
            <a:off x="474119" y="2087917"/>
            <a:ext cx="7957611"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Pas de pivot du sujet : les groupes ont choisi leur sujet, ils doivent donc rester sur le sujet initial</a:t>
            </a:r>
            <a:endParaRPr lang="fr-FR" noProof="0" dirty="0">
              <a:solidFill>
                <a:schemeClr val="dk1"/>
              </a:solidFill>
              <a:latin typeface="IBM Plex Sans"/>
            </a:endParaRPr>
          </a:p>
        </p:txBody>
      </p:sp>
      <p:sp>
        <p:nvSpPr>
          <p:cNvPr id="11" name="Google Shape;99;p17">
            <a:extLst>
              <a:ext uri="{FF2B5EF4-FFF2-40B4-BE49-F238E27FC236}">
                <a16:creationId xmlns:a16="http://schemas.microsoft.com/office/drawing/2014/main" id="{11307623-63E8-7AE3-B304-D2D712716CB2}"/>
              </a:ext>
            </a:extLst>
          </p:cNvPr>
          <p:cNvSpPr txBox="1"/>
          <p:nvPr/>
        </p:nvSpPr>
        <p:spPr>
          <a:xfrm>
            <a:off x="474120" y="2530730"/>
            <a:ext cx="8625368" cy="452492"/>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En fonction de la situation du groupe, on peut revoir le scope du projet : le groupe doit soumettre une demande au référent EIP qui soumettra les changements aux coordinateurs EIP</a:t>
            </a:r>
          </a:p>
        </p:txBody>
      </p:sp>
      <p:sp>
        <p:nvSpPr>
          <p:cNvPr id="12" name="Google Shape;99;p17">
            <a:extLst>
              <a:ext uri="{FF2B5EF4-FFF2-40B4-BE49-F238E27FC236}">
                <a16:creationId xmlns:a16="http://schemas.microsoft.com/office/drawing/2014/main" id="{B42881DB-692F-F2DE-A793-0483A67B6B13}"/>
              </a:ext>
            </a:extLst>
          </p:cNvPr>
          <p:cNvSpPr txBox="1"/>
          <p:nvPr/>
        </p:nvSpPr>
        <p:spPr>
          <a:xfrm>
            <a:off x="445257" y="3082814"/>
            <a:ext cx="5716535"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Les coordinateurs valideront la demande si c’est pertinent</a:t>
            </a:r>
          </a:p>
        </p:txBody>
      </p:sp>
      <p:sp>
        <p:nvSpPr>
          <p:cNvPr id="13" name="Google Shape;103;p17">
            <a:extLst>
              <a:ext uri="{FF2B5EF4-FFF2-40B4-BE49-F238E27FC236}">
                <a16:creationId xmlns:a16="http://schemas.microsoft.com/office/drawing/2014/main" id="{F9BF0ED9-CE85-99B4-2047-EEEF724D4FF0}"/>
              </a:ext>
            </a:extLst>
          </p:cNvPr>
          <p:cNvSpPr/>
          <p:nvPr/>
        </p:nvSpPr>
        <p:spPr>
          <a:xfrm>
            <a:off x="233449" y="227491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4" name="Google Shape;103;p17">
            <a:extLst>
              <a:ext uri="{FF2B5EF4-FFF2-40B4-BE49-F238E27FC236}">
                <a16:creationId xmlns:a16="http://schemas.microsoft.com/office/drawing/2014/main" id="{0BD3BFFC-5E66-4D91-3AA1-1C3DBE1E82E5}"/>
              </a:ext>
            </a:extLst>
          </p:cNvPr>
          <p:cNvSpPr/>
          <p:nvPr/>
        </p:nvSpPr>
        <p:spPr>
          <a:xfrm>
            <a:off x="233449" y="271941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5" name="Google Shape;103;p17">
            <a:extLst>
              <a:ext uri="{FF2B5EF4-FFF2-40B4-BE49-F238E27FC236}">
                <a16:creationId xmlns:a16="http://schemas.microsoft.com/office/drawing/2014/main" id="{FA632770-CECA-1C02-BDA6-2919AE7B832A}"/>
              </a:ext>
            </a:extLst>
          </p:cNvPr>
          <p:cNvSpPr/>
          <p:nvPr/>
        </p:nvSpPr>
        <p:spPr>
          <a:xfrm>
            <a:off x="233448" y="3264040"/>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99;p17">
            <a:extLst>
              <a:ext uri="{FF2B5EF4-FFF2-40B4-BE49-F238E27FC236}">
                <a16:creationId xmlns:a16="http://schemas.microsoft.com/office/drawing/2014/main" id="{8F0ADB9A-DEDD-94D7-F046-0B370E21149B}"/>
              </a:ext>
            </a:extLst>
          </p:cNvPr>
          <p:cNvSpPr txBox="1"/>
          <p:nvPr/>
        </p:nvSpPr>
        <p:spPr>
          <a:xfrm>
            <a:off x="445257" y="3504307"/>
            <a:ext cx="5716535"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Il est possible de changer le nom du projet, il faut ouvrir un ticket</a:t>
            </a:r>
          </a:p>
        </p:txBody>
      </p:sp>
      <p:sp>
        <p:nvSpPr>
          <p:cNvPr id="3" name="Google Shape;103;p17">
            <a:extLst>
              <a:ext uri="{FF2B5EF4-FFF2-40B4-BE49-F238E27FC236}">
                <a16:creationId xmlns:a16="http://schemas.microsoft.com/office/drawing/2014/main" id="{06658A4A-E3DF-8D3B-3ED3-16B2E60F7915}"/>
              </a:ext>
            </a:extLst>
          </p:cNvPr>
          <p:cNvSpPr/>
          <p:nvPr/>
        </p:nvSpPr>
        <p:spPr>
          <a:xfrm>
            <a:off x="233448" y="3685533"/>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Tree>
    <p:extLst>
      <p:ext uri="{BB962C8B-B14F-4D97-AF65-F5344CB8AC3E}">
        <p14:creationId xmlns:p14="http://schemas.microsoft.com/office/powerpoint/2010/main" val="599860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029F1AFD-56CA-4854-0280-887B57A9E4ED}"/>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D71F3D58-56C7-153D-DFD3-70F11B0A2971}"/>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&lt;23&gt;</a:t>
            </a:r>
          </a:p>
        </p:txBody>
      </p:sp>
      <p:sp>
        <p:nvSpPr>
          <p:cNvPr id="113" name="Google Shape;113;p18">
            <a:extLst>
              <a:ext uri="{FF2B5EF4-FFF2-40B4-BE49-F238E27FC236}">
                <a16:creationId xmlns:a16="http://schemas.microsoft.com/office/drawing/2014/main" id="{F28247A3-2210-6A37-BF1D-720AE628EAD4}"/>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Procédures</a:t>
            </a:r>
            <a:r>
              <a:rPr lang="fr-FR" sz="5600" noProof="0" dirty="0">
                <a:solidFill>
                  <a:srgbClr val="013AFB"/>
                </a:solidFill>
                <a:latin typeface="Anton"/>
                <a:ea typeface="Anton"/>
                <a:cs typeface="Anton"/>
                <a:sym typeface="Anton"/>
              </a:rPr>
              <a:t>_</a:t>
            </a:r>
          </a:p>
        </p:txBody>
      </p:sp>
      <p:sp>
        <p:nvSpPr>
          <p:cNvPr id="124" name="Google Shape;124;p18">
            <a:extLst>
              <a:ext uri="{FF2B5EF4-FFF2-40B4-BE49-F238E27FC236}">
                <a16:creationId xmlns:a16="http://schemas.microsoft.com/office/drawing/2014/main" id="{BED3B329-CBB1-931F-D49E-62EC5E0C2D4F}"/>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 name="Google Shape;88;p16">
            <a:extLst>
              <a:ext uri="{FF2B5EF4-FFF2-40B4-BE49-F238E27FC236}">
                <a16:creationId xmlns:a16="http://schemas.microsoft.com/office/drawing/2014/main" id="{8319FB08-5729-9706-1F44-4979E311047C}"/>
              </a:ext>
            </a:extLst>
          </p:cNvPr>
          <p:cNvSpPr txBox="1">
            <a:spLocks noGrp="1"/>
          </p:cNvSpPr>
          <p:nvPr>
            <p:ph type="subTitle" idx="1"/>
          </p:nvPr>
        </p:nvSpPr>
        <p:spPr>
          <a:xfrm>
            <a:off x="235925" y="935931"/>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&lt;Gestion du manque d’investissement&gt;</a:t>
            </a:r>
          </a:p>
        </p:txBody>
      </p:sp>
      <p:sp>
        <p:nvSpPr>
          <p:cNvPr id="10" name="Google Shape;99;p17">
            <a:extLst>
              <a:ext uri="{FF2B5EF4-FFF2-40B4-BE49-F238E27FC236}">
                <a16:creationId xmlns:a16="http://schemas.microsoft.com/office/drawing/2014/main" id="{69D1DD28-6015-FC41-C5E7-E0068A549700}"/>
              </a:ext>
            </a:extLst>
          </p:cNvPr>
          <p:cNvSpPr txBox="1"/>
          <p:nvPr/>
        </p:nvSpPr>
        <p:spPr>
          <a:xfrm>
            <a:off x="474120" y="2061478"/>
            <a:ext cx="7239398"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sym typeface="IBM Plex Sans"/>
              </a:rPr>
              <a:t>Identification des indicateurs de non investissement : retards récurrents, absence de livrable, suivi non satisfaisants</a:t>
            </a:r>
            <a:endParaRPr lang="fr-FR" noProof="0" dirty="0">
              <a:solidFill>
                <a:schemeClr val="dk1"/>
              </a:solidFill>
              <a:latin typeface="IBM Plex Sans"/>
            </a:endParaRPr>
          </a:p>
        </p:txBody>
      </p:sp>
      <p:sp>
        <p:nvSpPr>
          <p:cNvPr id="11" name="Google Shape;99;p17">
            <a:extLst>
              <a:ext uri="{FF2B5EF4-FFF2-40B4-BE49-F238E27FC236}">
                <a16:creationId xmlns:a16="http://schemas.microsoft.com/office/drawing/2014/main" id="{56D51504-7AF5-E907-A643-7747B61D97C5}"/>
              </a:ext>
            </a:extLst>
          </p:cNvPr>
          <p:cNvSpPr txBox="1"/>
          <p:nvPr/>
        </p:nvSpPr>
        <p:spPr>
          <a:xfrm>
            <a:off x="474120" y="2554531"/>
            <a:ext cx="8625368" cy="452492"/>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Première intervention : faire un point avec le référent EIP</a:t>
            </a:r>
          </a:p>
        </p:txBody>
      </p:sp>
      <p:sp>
        <p:nvSpPr>
          <p:cNvPr id="12" name="Google Shape;99;p17">
            <a:extLst>
              <a:ext uri="{FF2B5EF4-FFF2-40B4-BE49-F238E27FC236}">
                <a16:creationId xmlns:a16="http://schemas.microsoft.com/office/drawing/2014/main" id="{BAA99200-8958-2571-56EB-83689CB44F45}"/>
              </a:ext>
            </a:extLst>
          </p:cNvPr>
          <p:cNvSpPr txBox="1"/>
          <p:nvPr/>
        </p:nvSpPr>
        <p:spPr>
          <a:xfrm>
            <a:off x="445257" y="2845359"/>
            <a:ext cx="8196325"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Si aucune amélioration :</a:t>
            </a:r>
          </a:p>
        </p:txBody>
      </p:sp>
      <p:sp>
        <p:nvSpPr>
          <p:cNvPr id="13" name="Google Shape;103;p17">
            <a:extLst>
              <a:ext uri="{FF2B5EF4-FFF2-40B4-BE49-F238E27FC236}">
                <a16:creationId xmlns:a16="http://schemas.microsoft.com/office/drawing/2014/main" id="{75F9D64C-F7BD-64A6-6EAF-30E16228EE53}"/>
              </a:ext>
            </a:extLst>
          </p:cNvPr>
          <p:cNvSpPr/>
          <p:nvPr/>
        </p:nvSpPr>
        <p:spPr>
          <a:xfrm>
            <a:off x="233449" y="224847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4" name="Google Shape;103;p17">
            <a:extLst>
              <a:ext uri="{FF2B5EF4-FFF2-40B4-BE49-F238E27FC236}">
                <a16:creationId xmlns:a16="http://schemas.microsoft.com/office/drawing/2014/main" id="{D9D3DCB4-1D4C-B1E5-9ACE-776A990F169F}"/>
              </a:ext>
            </a:extLst>
          </p:cNvPr>
          <p:cNvSpPr/>
          <p:nvPr/>
        </p:nvSpPr>
        <p:spPr>
          <a:xfrm>
            <a:off x="233449" y="274321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5" name="Google Shape;103;p17">
            <a:extLst>
              <a:ext uri="{FF2B5EF4-FFF2-40B4-BE49-F238E27FC236}">
                <a16:creationId xmlns:a16="http://schemas.microsoft.com/office/drawing/2014/main" id="{C0BF49B5-E48C-DBF4-5AF6-FAA209650842}"/>
              </a:ext>
            </a:extLst>
          </p:cNvPr>
          <p:cNvSpPr/>
          <p:nvPr/>
        </p:nvSpPr>
        <p:spPr>
          <a:xfrm>
            <a:off x="233448" y="302658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4" name="Google Shape;99;p17">
            <a:extLst>
              <a:ext uri="{FF2B5EF4-FFF2-40B4-BE49-F238E27FC236}">
                <a16:creationId xmlns:a16="http://schemas.microsoft.com/office/drawing/2014/main" id="{46892AEE-6272-3305-3A74-0EC0ABF64CCA}"/>
              </a:ext>
            </a:extLst>
          </p:cNvPr>
          <p:cNvSpPr txBox="1"/>
          <p:nvPr/>
        </p:nvSpPr>
        <p:spPr>
          <a:xfrm>
            <a:off x="806919" y="3034345"/>
            <a:ext cx="8196325" cy="437928"/>
          </a:xfrm>
          <a:prstGeom prst="rect">
            <a:avLst/>
          </a:prstGeom>
          <a:noFill/>
          <a:ln>
            <a:noFill/>
          </a:ln>
        </p:spPr>
        <p:txBody>
          <a:bodyPr spcFirstLastPara="1" wrap="square" lIns="91425" tIns="91425" rIns="91425" bIns="91425" anchor="t" anchorCtr="0">
            <a:noAutofit/>
          </a:bodyPr>
          <a:lstStyle/>
          <a:p>
            <a:pPr marL="285750" indent="-285750">
              <a:buFontTx/>
              <a:buChar char="-"/>
            </a:pPr>
            <a:r>
              <a:rPr lang="fr-FR" noProof="0" dirty="0">
                <a:solidFill>
                  <a:schemeClr val="dk1"/>
                </a:solidFill>
                <a:latin typeface="IBM Plex Sans" panose="020B0503050203000203" pitchFamily="34" charset="0"/>
                <a:ea typeface="IBM Plex Sans"/>
                <a:sym typeface="IBM Plex Sans"/>
              </a:rPr>
              <a:t>Le référent EIP informera les coordinateurs</a:t>
            </a:r>
          </a:p>
          <a:p>
            <a:pPr marL="285750" indent="-285750">
              <a:buFontTx/>
              <a:buChar char="-"/>
            </a:pPr>
            <a:r>
              <a:rPr lang="fr-FR" noProof="0" dirty="0">
                <a:solidFill>
                  <a:schemeClr val="dk1"/>
                </a:solidFill>
                <a:latin typeface="IBM Plex Sans" panose="020B0503050203000203" pitchFamily="34" charset="0"/>
                <a:ea typeface="IBM Plex Sans"/>
                <a:sym typeface="IBM Plex Sans"/>
              </a:rPr>
              <a:t>Les coordinateurs envoient un rappel officiel avec les RF en copie</a:t>
            </a:r>
          </a:p>
        </p:txBody>
      </p:sp>
      <p:sp>
        <p:nvSpPr>
          <p:cNvPr id="5" name="Google Shape;99;p17">
            <a:extLst>
              <a:ext uri="{FF2B5EF4-FFF2-40B4-BE49-F238E27FC236}">
                <a16:creationId xmlns:a16="http://schemas.microsoft.com/office/drawing/2014/main" id="{FE624C40-05DC-D0E4-09CC-9C85E81CCFD7}"/>
              </a:ext>
            </a:extLst>
          </p:cNvPr>
          <p:cNvSpPr txBox="1"/>
          <p:nvPr/>
        </p:nvSpPr>
        <p:spPr>
          <a:xfrm>
            <a:off x="438280" y="3583518"/>
            <a:ext cx="8196325" cy="437928"/>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panose="020B0503050203000203" pitchFamily="34" charset="0"/>
                <a:ea typeface="IBM Plex Sans"/>
                <a:sym typeface="IBM Plex Sans"/>
              </a:rPr>
              <a:t>Potentielle sanction : arrêt du projet ou exclusion du groupe en cas de persistance du problème</a:t>
            </a:r>
          </a:p>
        </p:txBody>
      </p:sp>
      <p:sp>
        <p:nvSpPr>
          <p:cNvPr id="6" name="Google Shape;103;p17">
            <a:extLst>
              <a:ext uri="{FF2B5EF4-FFF2-40B4-BE49-F238E27FC236}">
                <a16:creationId xmlns:a16="http://schemas.microsoft.com/office/drawing/2014/main" id="{E1C585A9-D2BD-7CDD-61D9-A271A638540D}"/>
              </a:ext>
            </a:extLst>
          </p:cNvPr>
          <p:cNvSpPr/>
          <p:nvPr/>
        </p:nvSpPr>
        <p:spPr>
          <a:xfrm>
            <a:off x="226471" y="3764744"/>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Tree>
    <p:extLst>
      <p:ext uri="{BB962C8B-B14F-4D97-AF65-F5344CB8AC3E}">
        <p14:creationId xmlns:p14="http://schemas.microsoft.com/office/powerpoint/2010/main" val="8880409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11">
          <a:extLst>
            <a:ext uri="{FF2B5EF4-FFF2-40B4-BE49-F238E27FC236}">
              <a16:creationId xmlns:a16="http://schemas.microsoft.com/office/drawing/2014/main" id="{2B2BBD71-6571-60CA-D405-EB0794BCC1C9}"/>
            </a:ext>
          </a:extLst>
        </p:cNvPr>
        <p:cNvGrpSpPr/>
        <p:nvPr/>
      </p:nvGrpSpPr>
      <p:grpSpPr>
        <a:xfrm>
          <a:off x="0" y="0"/>
          <a:ext cx="0" cy="0"/>
          <a:chOff x="0" y="0"/>
          <a:chExt cx="0" cy="0"/>
        </a:xfrm>
      </p:grpSpPr>
      <p:sp>
        <p:nvSpPr>
          <p:cNvPr id="112" name="Google Shape;112;p18">
            <a:extLst>
              <a:ext uri="{FF2B5EF4-FFF2-40B4-BE49-F238E27FC236}">
                <a16:creationId xmlns:a16="http://schemas.microsoft.com/office/drawing/2014/main" id="{013C8CA0-2955-9B25-77AE-CF1F632BD9B6}"/>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fr-FR" sz="1500" noProof="0" dirty="0">
                <a:solidFill>
                  <a:srgbClr val="013AFB"/>
                </a:solidFill>
                <a:latin typeface="IBM Plex Sans"/>
                <a:ea typeface="IBM Plex Sans"/>
                <a:cs typeface="IBM Plex Sans"/>
                <a:sym typeface="IBM Plex Sans"/>
              </a:rPr>
              <a:t>&lt;24&gt;</a:t>
            </a:r>
          </a:p>
        </p:txBody>
      </p:sp>
      <p:sp>
        <p:nvSpPr>
          <p:cNvPr id="113" name="Google Shape;113;p18">
            <a:extLst>
              <a:ext uri="{FF2B5EF4-FFF2-40B4-BE49-F238E27FC236}">
                <a16:creationId xmlns:a16="http://schemas.microsoft.com/office/drawing/2014/main" id="{1458B571-28C5-D9D9-901C-69628459B891}"/>
              </a:ext>
            </a:extLst>
          </p:cNvPr>
          <p:cNvSpPr txBox="1">
            <a:spLocks noGrp="1"/>
          </p:cNvSpPr>
          <p:nvPr>
            <p:ph type="ctrTitle"/>
          </p:nvPr>
        </p:nvSpPr>
        <p:spPr>
          <a:xfrm>
            <a:off x="226471" y="152075"/>
            <a:ext cx="7308354" cy="963048"/>
          </a:xfrm>
          <a:prstGeom prst="rect">
            <a:avLst/>
          </a:prstGeom>
        </p:spPr>
        <p:txBody>
          <a:bodyPr spcFirstLastPara="1" wrap="square" lIns="91425" tIns="91425" rIns="91425" bIns="91425" anchor="t" anchorCtr="0">
            <a:normAutofit fontScale="90000"/>
          </a:bodyPr>
          <a:lstStyle/>
          <a:p>
            <a:pPr algn="l"/>
            <a:r>
              <a:rPr lang="fr-FR" sz="5000" noProof="0" dirty="0">
                <a:solidFill>
                  <a:srgbClr val="013AFB"/>
                </a:solidFill>
                <a:latin typeface="Anton"/>
                <a:ea typeface="Anton"/>
                <a:cs typeface="Anton"/>
                <a:sym typeface="Anton"/>
              </a:rPr>
              <a:t>Procédures</a:t>
            </a:r>
            <a:r>
              <a:rPr lang="fr-FR" sz="5600" noProof="0" dirty="0">
                <a:solidFill>
                  <a:srgbClr val="013AFB"/>
                </a:solidFill>
                <a:latin typeface="Anton"/>
                <a:ea typeface="Anton"/>
                <a:cs typeface="Anton"/>
                <a:sym typeface="Anton"/>
              </a:rPr>
              <a:t>_</a:t>
            </a:r>
          </a:p>
        </p:txBody>
      </p:sp>
      <p:sp>
        <p:nvSpPr>
          <p:cNvPr id="124" name="Google Shape;124;p18">
            <a:extLst>
              <a:ext uri="{FF2B5EF4-FFF2-40B4-BE49-F238E27FC236}">
                <a16:creationId xmlns:a16="http://schemas.microsoft.com/office/drawing/2014/main" id="{35128896-B1E5-E62D-A6D5-1BF64EAF6864}"/>
              </a:ext>
            </a:extLst>
          </p:cNvPr>
          <p:cNvSpPr/>
          <p:nvPr/>
        </p:nvSpPr>
        <p:spPr>
          <a:xfrm>
            <a:off x="7776959"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7" name="Google Shape;88;p16">
            <a:extLst>
              <a:ext uri="{FF2B5EF4-FFF2-40B4-BE49-F238E27FC236}">
                <a16:creationId xmlns:a16="http://schemas.microsoft.com/office/drawing/2014/main" id="{7E3D1EA2-966A-1C02-1B03-93E1D309A82B}"/>
              </a:ext>
            </a:extLst>
          </p:cNvPr>
          <p:cNvSpPr txBox="1">
            <a:spLocks noGrp="1"/>
          </p:cNvSpPr>
          <p:nvPr>
            <p:ph type="subTitle" idx="1"/>
          </p:nvPr>
        </p:nvSpPr>
        <p:spPr>
          <a:xfrm>
            <a:off x="235925" y="935931"/>
            <a:ext cx="6251586" cy="604415"/>
          </a:xfrm>
          <a:prstGeom prst="rect">
            <a:avLst/>
          </a:prstGeom>
        </p:spPr>
        <p:txBody>
          <a:bodyPr spcFirstLastPara="1" wrap="square" lIns="91425" tIns="91425" rIns="91425" bIns="91425" anchor="t" anchorCtr="0">
            <a:noAutofit/>
          </a:bodyPr>
          <a:lstStyle/>
          <a:p>
            <a:pPr marL="0" indent="0" algn="l"/>
            <a:r>
              <a:rPr lang="fr-FR" sz="2500" noProof="0" dirty="0">
                <a:solidFill>
                  <a:srgbClr val="013AFB"/>
                </a:solidFill>
                <a:latin typeface="IBM Plex Sans"/>
                <a:ea typeface="IBM Plex Sans"/>
                <a:cs typeface="IBM Plex Sans"/>
                <a:sym typeface="IBM Plex Sans"/>
              </a:rPr>
              <a:t>&lt;Changement de groupe&gt;</a:t>
            </a:r>
          </a:p>
        </p:txBody>
      </p:sp>
      <p:sp>
        <p:nvSpPr>
          <p:cNvPr id="10" name="Google Shape;99;p17">
            <a:extLst>
              <a:ext uri="{FF2B5EF4-FFF2-40B4-BE49-F238E27FC236}">
                <a16:creationId xmlns:a16="http://schemas.microsoft.com/office/drawing/2014/main" id="{43355599-E78D-E989-0868-D4D94484E937}"/>
              </a:ext>
            </a:extLst>
          </p:cNvPr>
          <p:cNvSpPr txBox="1"/>
          <p:nvPr/>
        </p:nvSpPr>
        <p:spPr>
          <a:xfrm>
            <a:off x="474120" y="2087917"/>
            <a:ext cx="7543724"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Discuter des motivations en cas de souhait de changement de groupe avec son référent EIP</a:t>
            </a:r>
            <a:endParaRPr lang="fr-FR" noProof="0" dirty="0">
              <a:solidFill>
                <a:schemeClr val="dk1"/>
              </a:solidFill>
              <a:latin typeface="IBM Plex Sans"/>
            </a:endParaRPr>
          </a:p>
        </p:txBody>
      </p:sp>
      <p:sp>
        <p:nvSpPr>
          <p:cNvPr id="11" name="Google Shape;99;p17">
            <a:extLst>
              <a:ext uri="{FF2B5EF4-FFF2-40B4-BE49-F238E27FC236}">
                <a16:creationId xmlns:a16="http://schemas.microsoft.com/office/drawing/2014/main" id="{7B93EDD7-8548-A503-73D6-8F45E0F11E17}"/>
              </a:ext>
            </a:extLst>
          </p:cNvPr>
          <p:cNvSpPr txBox="1"/>
          <p:nvPr/>
        </p:nvSpPr>
        <p:spPr>
          <a:xfrm>
            <a:off x="474120" y="2530730"/>
            <a:ext cx="8625368" cy="452492"/>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rPr>
              <a:t>On va évaluer les besoins :</a:t>
            </a:r>
          </a:p>
        </p:txBody>
      </p:sp>
      <p:sp>
        <p:nvSpPr>
          <p:cNvPr id="12" name="Google Shape;99;p17">
            <a:extLst>
              <a:ext uri="{FF2B5EF4-FFF2-40B4-BE49-F238E27FC236}">
                <a16:creationId xmlns:a16="http://schemas.microsoft.com/office/drawing/2014/main" id="{BEC05E36-D700-C8B3-30C8-257064B5317F}"/>
              </a:ext>
            </a:extLst>
          </p:cNvPr>
          <p:cNvSpPr txBox="1"/>
          <p:nvPr/>
        </p:nvSpPr>
        <p:spPr>
          <a:xfrm>
            <a:off x="445257" y="3082814"/>
            <a:ext cx="5716535" cy="437928"/>
          </a:xfrm>
          <a:prstGeom prst="rect">
            <a:avLst/>
          </a:prstGeom>
          <a:noFill/>
          <a:ln>
            <a:noFill/>
          </a:ln>
        </p:spPr>
        <p:txBody>
          <a:bodyPr spcFirstLastPara="1" wrap="square" lIns="91425" tIns="91425" rIns="91425" bIns="91425" anchor="t" anchorCtr="0">
            <a:noAutofit/>
          </a:bodyPr>
          <a:lstStyle/>
          <a:p>
            <a:endParaRPr lang="fr-FR" noProof="0" dirty="0">
              <a:solidFill>
                <a:schemeClr val="dk1"/>
              </a:solidFill>
              <a:ea typeface="IBM Plex Sans"/>
              <a:sym typeface="IBM Plex Sans"/>
            </a:endParaRPr>
          </a:p>
        </p:txBody>
      </p:sp>
      <p:sp>
        <p:nvSpPr>
          <p:cNvPr id="13" name="Google Shape;103;p17">
            <a:extLst>
              <a:ext uri="{FF2B5EF4-FFF2-40B4-BE49-F238E27FC236}">
                <a16:creationId xmlns:a16="http://schemas.microsoft.com/office/drawing/2014/main" id="{700EDE54-3707-0957-9CB3-50D47BE9C74F}"/>
              </a:ext>
            </a:extLst>
          </p:cNvPr>
          <p:cNvSpPr/>
          <p:nvPr/>
        </p:nvSpPr>
        <p:spPr>
          <a:xfrm>
            <a:off x="233449" y="227491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14" name="Google Shape;103;p17">
            <a:extLst>
              <a:ext uri="{FF2B5EF4-FFF2-40B4-BE49-F238E27FC236}">
                <a16:creationId xmlns:a16="http://schemas.microsoft.com/office/drawing/2014/main" id="{6530131A-732B-ADB1-C5EF-7249CADA6876}"/>
              </a:ext>
            </a:extLst>
          </p:cNvPr>
          <p:cNvSpPr/>
          <p:nvPr/>
        </p:nvSpPr>
        <p:spPr>
          <a:xfrm>
            <a:off x="233449" y="2719415"/>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
        <p:nvSpPr>
          <p:cNvPr id="2" name="Google Shape;99;p17">
            <a:extLst>
              <a:ext uri="{FF2B5EF4-FFF2-40B4-BE49-F238E27FC236}">
                <a16:creationId xmlns:a16="http://schemas.microsoft.com/office/drawing/2014/main" id="{3073C2A7-F947-446C-6423-4CF486F071AF}"/>
              </a:ext>
            </a:extLst>
          </p:cNvPr>
          <p:cNvSpPr txBox="1"/>
          <p:nvPr/>
        </p:nvSpPr>
        <p:spPr>
          <a:xfrm>
            <a:off x="777245" y="2810743"/>
            <a:ext cx="8625368" cy="452492"/>
          </a:xfrm>
          <a:prstGeom prst="rect">
            <a:avLst/>
          </a:prstGeom>
          <a:noFill/>
          <a:ln>
            <a:noFill/>
          </a:ln>
        </p:spPr>
        <p:txBody>
          <a:bodyPr spcFirstLastPara="1" wrap="square" lIns="91425" tIns="91425" rIns="91425" bIns="91425" anchor="t" anchorCtr="0">
            <a:noAutofit/>
          </a:bodyPr>
          <a:lstStyle/>
          <a:p>
            <a:pPr marL="285750" indent="-285750">
              <a:buFontTx/>
              <a:buChar char="-"/>
            </a:pPr>
            <a:r>
              <a:rPr lang="fr-FR" noProof="0" dirty="0">
                <a:solidFill>
                  <a:schemeClr val="dk1"/>
                </a:solidFill>
                <a:latin typeface="IBM Plex Sans"/>
              </a:rPr>
              <a:t>Un départ ne doit pas mettre en danger le reste du groupe</a:t>
            </a:r>
          </a:p>
          <a:p>
            <a:pPr marL="285750" indent="-285750">
              <a:buFontTx/>
              <a:buChar char="-"/>
            </a:pPr>
            <a:r>
              <a:rPr lang="fr-FR" noProof="0" dirty="0">
                <a:solidFill>
                  <a:schemeClr val="dk1"/>
                </a:solidFill>
                <a:latin typeface="IBM Plex Sans"/>
              </a:rPr>
              <a:t>Un recrutement doit être justifié dans le groupe</a:t>
            </a:r>
          </a:p>
        </p:txBody>
      </p:sp>
      <p:sp>
        <p:nvSpPr>
          <p:cNvPr id="3" name="Google Shape;99;p17">
            <a:extLst>
              <a:ext uri="{FF2B5EF4-FFF2-40B4-BE49-F238E27FC236}">
                <a16:creationId xmlns:a16="http://schemas.microsoft.com/office/drawing/2014/main" id="{9907B1F7-0FF0-4359-4DB9-36C9EF0A7781}"/>
              </a:ext>
            </a:extLst>
          </p:cNvPr>
          <p:cNvSpPr txBox="1"/>
          <p:nvPr/>
        </p:nvSpPr>
        <p:spPr>
          <a:xfrm>
            <a:off x="474120" y="3442088"/>
            <a:ext cx="7239398" cy="443700"/>
          </a:xfrm>
          <a:prstGeom prst="rect">
            <a:avLst/>
          </a:prstGeom>
          <a:noFill/>
          <a:ln>
            <a:noFill/>
          </a:ln>
        </p:spPr>
        <p:txBody>
          <a:bodyPr spcFirstLastPara="1" wrap="square" lIns="91425" tIns="91425" rIns="91425" bIns="91425" anchor="t" anchorCtr="0">
            <a:noAutofit/>
          </a:bodyPr>
          <a:lstStyle/>
          <a:p>
            <a:r>
              <a:rPr lang="fr-FR" noProof="0" dirty="0">
                <a:solidFill>
                  <a:schemeClr val="dk1"/>
                </a:solidFill>
                <a:latin typeface="IBM Plex Sans"/>
                <a:ea typeface="IBM Plex Sans"/>
                <a:sym typeface="IBM Plex Sans"/>
              </a:rPr>
              <a:t>Le groupe ou l’étudiant concerné doit faire un ticket pour demander le changement souhaité</a:t>
            </a:r>
            <a:endParaRPr lang="fr-FR" noProof="0" dirty="0">
              <a:solidFill>
                <a:schemeClr val="dk1"/>
              </a:solidFill>
              <a:latin typeface="IBM Plex Sans"/>
            </a:endParaRPr>
          </a:p>
        </p:txBody>
      </p:sp>
      <p:sp>
        <p:nvSpPr>
          <p:cNvPr id="4" name="Google Shape;103;p17">
            <a:extLst>
              <a:ext uri="{FF2B5EF4-FFF2-40B4-BE49-F238E27FC236}">
                <a16:creationId xmlns:a16="http://schemas.microsoft.com/office/drawing/2014/main" id="{5F80231C-CA25-952D-CEAB-C813B7B2C89B}"/>
              </a:ext>
            </a:extLst>
          </p:cNvPr>
          <p:cNvSpPr/>
          <p:nvPr/>
        </p:nvSpPr>
        <p:spPr>
          <a:xfrm>
            <a:off x="233449" y="3629086"/>
            <a:ext cx="188100" cy="69600"/>
          </a:xfrm>
          <a:prstGeom prst="rect">
            <a:avLst/>
          </a:prstGeom>
          <a:solidFill>
            <a:srgbClr val="013AF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fr-FR" noProof="0" dirty="0"/>
          </a:p>
        </p:txBody>
      </p:sp>
    </p:spTree>
    <p:extLst>
      <p:ext uri="{BB962C8B-B14F-4D97-AF65-F5344CB8AC3E}">
        <p14:creationId xmlns:p14="http://schemas.microsoft.com/office/powerpoint/2010/main" val="29007361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2F4F8"/>
        </a:solidFill>
        <a:effectLst/>
      </p:bgPr>
    </p:bg>
    <p:spTree>
      <p:nvGrpSpPr>
        <p:cNvPr id="1" name="Shape 92">
          <a:extLst>
            <a:ext uri="{FF2B5EF4-FFF2-40B4-BE49-F238E27FC236}">
              <a16:creationId xmlns:a16="http://schemas.microsoft.com/office/drawing/2014/main" id="{A5748A0A-27DB-1C2D-A422-D372203AB4B6}"/>
            </a:ext>
          </a:extLst>
        </p:cNvPr>
        <p:cNvGrpSpPr/>
        <p:nvPr/>
      </p:nvGrpSpPr>
      <p:grpSpPr>
        <a:xfrm>
          <a:off x="0" y="0"/>
          <a:ext cx="0" cy="0"/>
          <a:chOff x="0" y="0"/>
          <a:chExt cx="0" cy="0"/>
        </a:xfrm>
      </p:grpSpPr>
      <p:pic>
        <p:nvPicPr>
          <p:cNvPr id="93" name="Google Shape;93;p17" title="Capture d’écran 2025-07-03 à 10.37.29.png">
            <a:extLst>
              <a:ext uri="{FF2B5EF4-FFF2-40B4-BE49-F238E27FC236}">
                <a16:creationId xmlns:a16="http://schemas.microsoft.com/office/drawing/2014/main" id="{D992EDD6-D11B-0C59-CDAA-0937F7DF6D9D}"/>
              </a:ext>
            </a:extLst>
          </p:cNvPr>
          <p:cNvPicPr preferRelativeResize="0"/>
          <p:nvPr/>
        </p:nvPicPr>
        <p:blipFill rotWithShape="1">
          <a:blip r:embed="rId3">
            <a:alphaModFix/>
          </a:blip>
          <a:srcRect l="16702" r="7101" b="1681"/>
          <a:stretch/>
        </p:blipFill>
        <p:spPr>
          <a:xfrm>
            <a:off x="6040553" y="0"/>
            <a:ext cx="3103450" cy="5143500"/>
          </a:xfrm>
          <a:prstGeom prst="rect">
            <a:avLst/>
          </a:prstGeom>
          <a:noFill/>
          <a:ln>
            <a:noFill/>
          </a:ln>
        </p:spPr>
      </p:pic>
      <p:sp>
        <p:nvSpPr>
          <p:cNvPr id="94" name="Google Shape;94;p17">
            <a:extLst>
              <a:ext uri="{FF2B5EF4-FFF2-40B4-BE49-F238E27FC236}">
                <a16:creationId xmlns:a16="http://schemas.microsoft.com/office/drawing/2014/main" id="{39E292D8-A289-50A5-36A6-FE883E8545EB}"/>
              </a:ext>
            </a:extLst>
          </p:cNvPr>
          <p:cNvSpPr/>
          <p:nvPr/>
        </p:nvSpPr>
        <p:spPr>
          <a:xfrm>
            <a:off x="5360377" y="6"/>
            <a:ext cx="1366800" cy="1366800"/>
          </a:xfrm>
          <a:prstGeom prst="rect">
            <a:avLst/>
          </a:prstGeom>
          <a:solidFill>
            <a:srgbClr val="013AFB">
              <a:alpha val="500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96" name="Google Shape;96;p17">
            <a:extLst>
              <a:ext uri="{FF2B5EF4-FFF2-40B4-BE49-F238E27FC236}">
                <a16:creationId xmlns:a16="http://schemas.microsoft.com/office/drawing/2014/main" id="{7625FEEF-C024-84D3-625C-DE55FE058954}"/>
              </a:ext>
            </a:extLst>
          </p:cNvPr>
          <p:cNvSpPr txBox="1">
            <a:spLocks noGrp="1"/>
          </p:cNvSpPr>
          <p:nvPr>
            <p:ph type="ctrTitle"/>
          </p:nvPr>
        </p:nvSpPr>
        <p:spPr>
          <a:xfrm>
            <a:off x="233440" y="152075"/>
            <a:ext cx="4806300" cy="81384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sz="5000" noProof="0" dirty="0">
                <a:solidFill>
                  <a:srgbClr val="013AFB"/>
                </a:solidFill>
                <a:latin typeface="Anton"/>
                <a:ea typeface="Anton"/>
                <a:cs typeface="Anton"/>
                <a:sym typeface="Anton"/>
              </a:rPr>
              <a:t>Contact us</a:t>
            </a:r>
            <a:endParaRPr lang="fr-FR" sz="5600" noProof="0" dirty="0">
              <a:solidFill>
                <a:schemeClr val="lt1"/>
              </a:solidFill>
              <a:latin typeface="Anton"/>
              <a:ea typeface="Anton"/>
              <a:cs typeface="Anton"/>
              <a:sym typeface="Anton"/>
            </a:endParaRPr>
          </a:p>
        </p:txBody>
      </p:sp>
      <p:sp>
        <p:nvSpPr>
          <p:cNvPr id="107" name="Google Shape;107;p17">
            <a:extLst>
              <a:ext uri="{FF2B5EF4-FFF2-40B4-BE49-F238E27FC236}">
                <a16:creationId xmlns:a16="http://schemas.microsoft.com/office/drawing/2014/main" id="{D6A349C5-47EC-CD45-757A-84EE921C1A9D}"/>
              </a:ext>
            </a:extLst>
          </p:cNvPr>
          <p:cNvSpPr txBox="1">
            <a:spLocks noGrp="1"/>
          </p:cNvSpPr>
          <p:nvPr>
            <p:ph type="subTitle" idx="1"/>
          </p:nvPr>
        </p:nvSpPr>
        <p:spPr>
          <a:xfrm>
            <a:off x="233440" y="912058"/>
            <a:ext cx="5046900" cy="677700"/>
          </a:xfrm>
          <a:prstGeom prst="rect">
            <a:avLst/>
          </a:prstGeom>
        </p:spPr>
        <p:txBody>
          <a:bodyPr spcFirstLastPara="1" wrap="square" lIns="91425" tIns="91425" rIns="91425" bIns="91425" anchor="t" anchorCtr="0">
            <a:noAutofit/>
          </a:bodyPr>
          <a:lstStyle/>
          <a:p>
            <a:pPr marL="0" lvl="0" indent="0" algn="l"/>
            <a:r>
              <a:rPr lang="fr-FR" sz="2500" noProof="0" dirty="0">
                <a:solidFill>
                  <a:srgbClr val="013AFB"/>
                </a:solidFill>
                <a:latin typeface="IBM Plex Sans"/>
                <a:ea typeface="IBM Plex Sans"/>
                <a:cs typeface="IBM Plex Sans"/>
                <a:sym typeface="IBM Plex Sans"/>
              </a:rPr>
              <a:t>Nous sommes là pour vous</a:t>
            </a:r>
          </a:p>
        </p:txBody>
      </p:sp>
      <p:sp>
        <p:nvSpPr>
          <p:cNvPr id="2" name="Google Shape;119;p18">
            <a:extLst>
              <a:ext uri="{FF2B5EF4-FFF2-40B4-BE49-F238E27FC236}">
                <a16:creationId xmlns:a16="http://schemas.microsoft.com/office/drawing/2014/main" id="{DB7AC74E-6297-D15A-4F01-BCD4AB5237D5}"/>
              </a:ext>
            </a:extLst>
          </p:cNvPr>
          <p:cNvSpPr/>
          <p:nvPr/>
        </p:nvSpPr>
        <p:spPr>
          <a:xfrm>
            <a:off x="338540" y="1685276"/>
            <a:ext cx="188100" cy="69600"/>
          </a:xfrm>
          <a:prstGeom prst="rect">
            <a:avLst/>
          </a:prstGeom>
          <a:solidFill>
            <a:srgbClr val="013AFB"/>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3" name="Google Shape;119;p18">
            <a:extLst>
              <a:ext uri="{FF2B5EF4-FFF2-40B4-BE49-F238E27FC236}">
                <a16:creationId xmlns:a16="http://schemas.microsoft.com/office/drawing/2014/main" id="{BFD1DA0D-59CF-0646-75A0-9177A60CDD52}"/>
              </a:ext>
            </a:extLst>
          </p:cNvPr>
          <p:cNvSpPr/>
          <p:nvPr/>
        </p:nvSpPr>
        <p:spPr>
          <a:xfrm>
            <a:off x="344868" y="2143473"/>
            <a:ext cx="188100" cy="69600"/>
          </a:xfrm>
          <a:prstGeom prst="rect">
            <a:avLst/>
          </a:prstGeom>
          <a:solidFill>
            <a:srgbClr val="013AFB"/>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fr-FR"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115;p18">
            <a:extLst>
              <a:ext uri="{FF2B5EF4-FFF2-40B4-BE49-F238E27FC236}">
                <a16:creationId xmlns:a16="http://schemas.microsoft.com/office/drawing/2014/main" id="{7AF3F92B-DE8E-5308-EDE5-DF28B613A1E7}"/>
              </a:ext>
            </a:extLst>
          </p:cNvPr>
          <p:cNvSpPr txBox="1"/>
          <p:nvPr/>
        </p:nvSpPr>
        <p:spPr>
          <a:xfrm>
            <a:off x="572954" y="1533026"/>
            <a:ext cx="7019324" cy="443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Contact us: </a:t>
            </a: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hlinkClick r:id="rId4">
                  <a:extLst>
                    <a:ext uri="{A12FA001-AC4F-418D-AE19-62706E023703}">
                      <ahyp:hlinkClr xmlns:ahyp="http://schemas.microsoft.com/office/drawing/2018/hyperlinkcolor" val="tx"/>
                    </a:ext>
                  </a:extLst>
                </a:hlinkClick>
              </a:rPr>
              <a:t>https://help.epitech.eu</a:t>
            </a: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 or 01.84.07.43.71 </a:t>
            </a:r>
          </a:p>
        </p:txBody>
      </p:sp>
      <p:sp>
        <p:nvSpPr>
          <p:cNvPr id="6" name="Google Shape;115;p18">
            <a:extLst>
              <a:ext uri="{FF2B5EF4-FFF2-40B4-BE49-F238E27FC236}">
                <a16:creationId xmlns:a16="http://schemas.microsoft.com/office/drawing/2014/main" id="{D02E1BC5-9800-344D-5F26-573912B43C53}"/>
              </a:ext>
            </a:extLst>
          </p:cNvPr>
          <p:cNvSpPr txBox="1"/>
          <p:nvPr/>
        </p:nvSpPr>
        <p:spPr>
          <a:xfrm>
            <a:off x="572954" y="1976726"/>
            <a:ext cx="7019324" cy="443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400" b="0" i="0" u="none" strike="noStrike" kern="0" cap="none" spc="0" normalizeH="0" baseline="0" noProof="0" dirty="0" err="1">
                <a:ln>
                  <a:noFill/>
                </a:ln>
                <a:solidFill>
                  <a:srgbClr val="000000"/>
                </a:solidFill>
                <a:effectLst/>
                <a:uLnTx/>
                <a:uFillTx/>
                <a:latin typeface="IBM Plex Sans"/>
                <a:ea typeface="IBM Plex Sans"/>
                <a:cs typeface="IBM Plex Sans"/>
                <a:sym typeface="IBM Plex Sans"/>
              </a:rPr>
              <a:t>Scholarship</a:t>
            </a: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 or Payment: </a:t>
            </a: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hlinkClick r:id="rId5">
                  <a:extLst>
                    <a:ext uri="{A12FA001-AC4F-418D-AE19-62706E023703}">
                      <ahyp:hlinkClr xmlns:ahyp="http://schemas.microsoft.com/office/drawing/2018/hyperlinkcolor" val="tx"/>
                    </a:ext>
                  </a:extLst>
                </a:hlinkClick>
              </a:rPr>
              <a:t>paris-adm@epitech.eu</a:t>
            </a:r>
            <a:r>
              <a:rPr kumimoji="0" lang="fr-FR" sz="1400" b="0" i="0" u="none" strike="noStrike" kern="0" cap="none" spc="0" normalizeH="0" baseline="0" noProof="0" dirty="0">
                <a:ln>
                  <a:noFill/>
                </a:ln>
                <a:solidFill>
                  <a:srgbClr val="000000"/>
                </a:solidFill>
                <a:effectLst/>
                <a:uLnTx/>
                <a:uFillTx/>
                <a:latin typeface="IBM Plex Sans"/>
                <a:ea typeface="IBM Plex Sans"/>
                <a:cs typeface="IBM Plex Sans"/>
                <a:sym typeface="IBM Plex Sans"/>
              </a:rPr>
              <a:t>  </a:t>
            </a:r>
          </a:p>
        </p:txBody>
      </p:sp>
      <p:sp>
        <p:nvSpPr>
          <p:cNvPr id="9" name="Espace réservé du numéro de diapositive 8">
            <a:extLst>
              <a:ext uri="{FF2B5EF4-FFF2-40B4-BE49-F238E27FC236}">
                <a16:creationId xmlns:a16="http://schemas.microsoft.com/office/drawing/2014/main" id="{7061264E-0E34-0814-9C56-2A4A12096AD0}"/>
              </a:ext>
            </a:extLst>
          </p:cNvPr>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fr-FR" sz="1000" b="0" i="0" u="none" strike="noStrike" kern="0" cap="none" spc="0" normalizeH="0" baseline="0" noProof="0" smtClean="0">
                <a:ln>
                  <a:noFill/>
                </a:ln>
                <a:solidFill>
                  <a:srgbClr val="FFFFFF"/>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28</a:t>
            </a:fld>
            <a:endParaRPr kumimoji="0" lang="fr-FR" sz="1000" b="0" i="0" u="none" strike="noStrike" kern="0" cap="none" spc="0" normalizeH="0" baseline="0" noProof="0" dirty="0">
              <a:ln>
                <a:noFill/>
              </a:ln>
              <a:solidFill>
                <a:srgbClr val="FFFFFF"/>
              </a:solidFill>
              <a:effectLst/>
              <a:uLnTx/>
              <a:uFillTx/>
              <a:latin typeface="Arial"/>
              <a:cs typeface="Arial"/>
              <a:sym typeface="Arial"/>
            </a:endParaRPr>
          </a:p>
        </p:txBody>
      </p:sp>
      <p:pic>
        <p:nvPicPr>
          <p:cNvPr id="8" name="Image 7">
            <a:extLst>
              <a:ext uri="{FF2B5EF4-FFF2-40B4-BE49-F238E27FC236}">
                <a16:creationId xmlns:a16="http://schemas.microsoft.com/office/drawing/2014/main" id="{C4059F60-3CE3-B527-6966-6FD1BEC1E729}"/>
              </a:ext>
            </a:extLst>
          </p:cNvPr>
          <p:cNvPicPr>
            <a:picLocks noChangeAspect="1"/>
          </p:cNvPicPr>
          <p:nvPr/>
        </p:nvPicPr>
        <p:blipFill>
          <a:blip r:embed="rId6"/>
          <a:stretch>
            <a:fillRect/>
          </a:stretch>
        </p:blipFill>
        <p:spPr>
          <a:xfrm>
            <a:off x="748623" y="2363694"/>
            <a:ext cx="4016534" cy="2723074"/>
          </a:xfrm>
          <a:prstGeom prst="rect">
            <a:avLst/>
          </a:prstGeom>
        </p:spPr>
      </p:pic>
    </p:spTree>
    <p:extLst>
      <p:ext uri="{BB962C8B-B14F-4D97-AF65-F5344CB8AC3E}">
        <p14:creationId xmlns:p14="http://schemas.microsoft.com/office/powerpoint/2010/main" val="882986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13AFB"/>
        </a:solidFill>
        <a:effectLst/>
      </p:bgPr>
    </p:bg>
    <p:spTree>
      <p:nvGrpSpPr>
        <p:cNvPr id="1" name="Shape 177">
          <a:extLst>
            <a:ext uri="{FF2B5EF4-FFF2-40B4-BE49-F238E27FC236}">
              <a16:creationId xmlns:a16="http://schemas.microsoft.com/office/drawing/2014/main" id="{8C519507-1317-2C0D-F85B-3B91E1141729}"/>
            </a:ext>
          </a:extLst>
        </p:cNvPr>
        <p:cNvGrpSpPr/>
        <p:nvPr/>
      </p:nvGrpSpPr>
      <p:grpSpPr>
        <a:xfrm>
          <a:off x="0" y="0"/>
          <a:ext cx="0" cy="0"/>
          <a:chOff x="0" y="0"/>
          <a:chExt cx="0" cy="0"/>
        </a:xfrm>
      </p:grpSpPr>
      <p:pic>
        <p:nvPicPr>
          <p:cNvPr id="178" name="Google Shape;178;p23" title="Fichier 5.png">
            <a:extLst>
              <a:ext uri="{FF2B5EF4-FFF2-40B4-BE49-F238E27FC236}">
                <a16:creationId xmlns:a16="http://schemas.microsoft.com/office/drawing/2014/main" id="{2BAEECA9-167F-17B1-157B-25ED23C7163F}"/>
              </a:ext>
            </a:extLst>
          </p:cNvPr>
          <p:cNvPicPr preferRelativeResize="0"/>
          <p:nvPr/>
        </p:nvPicPr>
        <p:blipFill rotWithShape="1">
          <a:blip r:embed="rId3">
            <a:alphaModFix/>
          </a:blip>
          <a:srcRect t="8770" r="11174" b="-228"/>
          <a:stretch/>
        </p:blipFill>
        <p:spPr>
          <a:xfrm>
            <a:off x="5579800" y="0"/>
            <a:ext cx="3564200" cy="4704250"/>
          </a:xfrm>
          <a:prstGeom prst="rect">
            <a:avLst/>
          </a:prstGeom>
          <a:noFill/>
          <a:ln>
            <a:noFill/>
          </a:ln>
        </p:spPr>
      </p:pic>
      <p:sp>
        <p:nvSpPr>
          <p:cNvPr id="180" name="Google Shape;180;p23">
            <a:extLst>
              <a:ext uri="{FF2B5EF4-FFF2-40B4-BE49-F238E27FC236}">
                <a16:creationId xmlns:a16="http://schemas.microsoft.com/office/drawing/2014/main" id="{99F0BC4C-B7B2-9D7D-63BF-B10D37C42EF9}"/>
              </a:ext>
            </a:extLst>
          </p:cNvPr>
          <p:cNvSpPr txBox="1">
            <a:spLocks noGrp="1"/>
          </p:cNvSpPr>
          <p:nvPr>
            <p:ph type="ctrTitle"/>
          </p:nvPr>
        </p:nvSpPr>
        <p:spPr>
          <a:xfrm>
            <a:off x="277549" y="2156135"/>
            <a:ext cx="5197500" cy="1584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fr-FR" sz="5600" noProof="0" dirty="0">
                <a:solidFill>
                  <a:schemeClr val="lt1"/>
                </a:solidFill>
                <a:latin typeface="Anton"/>
                <a:ea typeface="Anton"/>
                <a:cs typeface="Anton"/>
                <a:sym typeface="Anton"/>
              </a:rPr>
              <a:t>Questions ?</a:t>
            </a:r>
            <a:r>
              <a:rPr lang="fr-FR" sz="5600" noProof="0" dirty="0">
                <a:solidFill>
                  <a:srgbClr val="00FF97"/>
                </a:solidFill>
                <a:latin typeface="Anton"/>
                <a:ea typeface="Anton"/>
                <a:cs typeface="Anton"/>
                <a:sym typeface="Anton"/>
              </a:rPr>
              <a:t>_</a:t>
            </a:r>
          </a:p>
        </p:txBody>
      </p:sp>
      <p:sp>
        <p:nvSpPr>
          <p:cNvPr id="2" name="Google Shape;84;p16">
            <a:extLst>
              <a:ext uri="{FF2B5EF4-FFF2-40B4-BE49-F238E27FC236}">
                <a16:creationId xmlns:a16="http://schemas.microsoft.com/office/drawing/2014/main" id="{7307FC05-5491-9D9D-699A-38BB633AEA01}"/>
              </a:ext>
            </a:extLst>
          </p:cNvPr>
          <p:cNvSpPr txBox="1"/>
          <p:nvPr/>
        </p:nvSpPr>
        <p:spPr>
          <a:xfrm>
            <a:off x="7907044" y="4605917"/>
            <a:ext cx="1096200" cy="443700"/>
          </a:xfrm>
          <a:prstGeom prst="rect">
            <a:avLst/>
          </a:prstGeom>
          <a:noFill/>
          <a:ln>
            <a:noFill/>
          </a:ln>
        </p:spPr>
        <p:txBody>
          <a:bodyPr spcFirstLastPara="1" wrap="square" lIns="91425" tIns="91425" rIns="91425" bIns="91425" anchor="t"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kumimoji="0" lang="fr-FR" sz="1500" b="0" i="0" u="none" strike="noStrike" kern="0" cap="none" spc="0" normalizeH="0" baseline="0" noProof="0" dirty="0">
                <a:ln>
                  <a:noFill/>
                </a:ln>
                <a:solidFill>
                  <a:schemeClr val="bg1"/>
                </a:solidFill>
                <a:effectLst/>
                <a:uLnTx/>
                <a:uFillTx/>
                <a:latin typeface="IBM Plex Sans"/>
                <a:ea typeface="IBM Plex Sans"/>
                <a:cs typeface="IBM Plex Sans"/>
                <a:sym typeface="IBM Plex Sans"/>
              </a:rPr>
              <a:t>&lt;</a:t>
            </a:r>
            <a:fld id="{25562702-A7E3-E945-8C32-08D3A0F68BC1}" type="slidenum">
              <a:rPr kumimoji="0" lang="fr-FR" sz="1500" b="0" i="0" u="none" strike="noStrike" kern="0" cap="none" spc="0" normalizeH="0" baseline="0" noProof="0" smtClean="0">
                <a:ln>
                  <a:noFill/>
                </a:ln>
                <a:solidFill>
                  <a:schemeClr val="bg1"/>
                </a:solidFill>
                <a:effectLst/>
                <a:uLnTx/>
                <a:uFillTx/>
                <a:latin typeface="IBM Plex Sans"/>
                <a:ea typeface="IBM Plex Sans"/>
                <a:cs typeface="IBM Plex Sans"/>
                <a:sym typeface="IBM Plex San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29</a:t>
            </a:fld>
            <a:r>
              <a:rPr kumimoji="0" lang="fr-FR" sz="1500" b="0" i="0" u="none" strike="noStrike" kern="0" cap="none" spc="0" normalizeH="0" baseline="0" noProof="0" dirty="0">
                <a:ln>
                  <a:noFill/>
                </a:ln>
                <a:solidFill>
                  <a:schemeClr val="bg1"/>
                </a:solidFill>
                <a:effectLst/>
                <a:uLnTx/>
                <a:uFillTx/>
                <a:latin typeface="IBM Plex Sans"/>
                <a:ea typeface="IBM Plex Sans"/>
                <a:cs typeface="IBM Plex Sans"/>
                <a:sym typeface="IBM Plex Sans"/>
              </a:rPr>
              <a:t>&gt;</a:t>
            </a:r>
          </a:p>
        </p:txBody>
      </p:sp>
    </p:spTree>
    <p:extLst>
      <p:ext uri="{BB962C8B-B14F-4D97-AF65-F5344CB8AC3E}">
        <p14:creationId xmlns:p14="http://schemas.microsoft.com/office/powerpoint/2010/main" val="159714367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2803A477DC0844B9864DFF7387FD88" ma:contentTypeVersion="19" ma:contentTypeDescription="Crée un document." ma:contentTypeScope="" ma:versionID="5242cd74c7af62bf6eb82d8c73574174">
  <xsd:schema xmlns:xsd="http://www.w3.org/2001/XMLSchema" xmlns:xs="http://www.w3.org/2001/XMLSchema" xmlns:p="http://schemas.microsoft.com/office/2006/metadata/properties" xmlns:ns2="413671f2-d2bb-4e52-8f79-d38d4bb7b225" xmlns:ns3="166c3b87-f5ff-4207-bea0-d97450623423" targetNamespace="http://schemas.microsoft.com/office/2006/metadata/properties" ma:root="true" ma:fieldsID="0b7fd0336b2a6bb048dab9bfce2fee1d" ns2:_="" ns3:_="">
    <xsd:import namespace="413671f2-d2bb-4e52-8f79-d38d4bb7b225"/>
    <xsd:import namespace="166c3b87-f5ff-4207-bea0-d9745062342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3671f2-d2bb-4e52-8f79-d38d4bb7b2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ea5cba62-7a90-4cbb-8c0d-a8cd742f6be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6c3b87-f5ff-4207-bea0-d97450623423"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551ecc6e-ff37-4f24-b260-772fd01a443a}" ma:internalName="TaxCatchAll" ma:showField="CatchAllData" ma:web="166c3b87-f5ff-4207-bea0-d974506234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13671f2-d2bb-4e52-8f79-d38d4bb7b225">
      <Terms xmlns="http://schemas.microsoft.com/office/infopath/2007/PartnerControls"/>
    </lcf76f155ced4ddcb4097134ff3c332f>
    <TaxCatchAll xmlns="166c3b87-f5ff-4207-bea0-d97450623423" xsi:nil="true"/>
  </documentManagement>
</p:properties>
</file>

<file path=customXml/itemProps1.xml><?xml version="1.0" encoding="utf-8"?>
<ds:datastoreItem xmlns:ds="http://schemas.openxmlformats.org/officeDocument/2006/customXml" ds:itemID="{872499EA-9114-4963-816F-86C9F1CFE10D}">
  <ds:schemaRefs>
    <ds:schemaRef ds:uri="166c3b87-f5ff-4207-bea0-d97450623423"/>
    <ds:schemaRef ds:uri="413671f2-d2bb-4e52-8f79-d38d4bb7b2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38819E0-E224-4514-95E8-5562CF80599B}">
  <ds:schemaRefs>
    <ds:schemaRef ds:uri="http://schemas.microsoft.com/sharepoint/v3/contenttype/forms"/>
  </ds:schemaRefs>
</ds:datastoreItem>
</file>

<file path=customXml/itemProps3.xml><?xml version="1.0" encoding="utf-8"?>
<ds:datastoreItem xmlns:ds="http://schemas.openxmlformats.org/officeDocument/2006/customXml" ds:itemID="{18F99DCE-0F12-4F89-BAD6-352FD5312C10}">
  <ds:schemaRefs>
    <ds:schemaRef ds:uri="413671f2-d2bb-4e52-8f79-d38d4bb7b225"/>
    <ds:schemaRef ds:uri="166c3b87-f5ff-4207-bea0-d97450623423"/>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353</TotalTime>
  <Words>1488</Words>
  <Application>Microsoft Office PowerPoint</Application>
  <PresentationFormat>Affichage à l'écran (16:9)</PresentationFormat>
  <Paragraphs>308</Paragraphs>
  <Slides>29</Slides>
  <Notes>29</Notes>
  <HiddenSlides>0</HiddenSlides>
  <MMClips>0</MMClips>
  <ScaleCrop>false</ScaleCrop>
  <HeadingPairs>
    <vt:vector size="6" baseType="variant">
      <vt:variant>
        <vt:lpstr>Polices utilisées</vt:lpstr>
      </vt:variant>
      <vt:variant>
        <vt:i4>6</vt:i4>
      </vt:variant>
      <vt:variant>
        <vt:lpstr>Thème</vt:lpstr>
      </vt:variant>
      <vt:variant>
        <vt:i4>2</vt:i4>
      </vt:variant>
      <vt:variant>
        <vt:lpstr>Titres des diapositives</vt:lpstr>
      </vt:variant>
      <vt:variant>
        <vt:i4>29</vt:i4>
      </vt:variant>
    </vt:vector>
  </HeadingPairs>
  <TitlesOfParts>
    <vt:vector size="37" baseType="lpstr">
      <vt:lpstr>Arial</vt:lpstr>
      <vt:lpstr>IBM Plex Sans</vt:lpstr>
      <vt:lpstr>IBM Plex Sans Bold</vt:lpstr>
      <vt:lpstr>Wingdings</vt:lpstr>
      <vt:lpstr>Anton</vt:lpstr>
      <vt:lpstr>Calibri</vt:lpstr>
      <vt:lpstr>Simple Light</vt:lpstr>
      <vt:lpstr>1_Simple Light</vt:lpstr>
      <vt:lpstr>Kick-off EIP_</vt:lpstr>
      <vt:lpstr>Sommaire_</vt:lpstr>
      <vt:lpstr>Accompagnement_</vt:lpstr>
      <vt:lpstr>PGE4 – Supervisors_  </vt:lpstr>
      <vt:lpstr>PGE4 – Supervisors_   </vt:lpstr>
      <vt:lpstr>L’équipe pédagogique</vt:lpstr>
      <vt:lpstr>Accompagnement_</vt:lpstr>
      <vt:lpstr>Objectifs de l’EIP</vt:lpstr>
      <vt:lpstr>Objectifs de l’EIP_</vt:lpstr>
      <vt:lpstr>Objectifs de l’EIP_</vt:lpstr>
      <vt:lpstr>Suivi pédagogique_</vt:lpstr>
      <vt:lpstr>Suivi pédagogique_</vt:lpstr>
      <vt:lpstr>Suivi pédagogique_ </vt:lpstr>
      <vt:lpstr>Mentorat_</vt:lpstr>
      <vt:lpstr>Mentorat_</vt:lpstr>
      <vt:lpstr>Mentorat_</vt:lpstr>
      <vt:lpstr>Calendrier_</vt:lpstr>
      <vt:lpstr>Calendrier_</vt:lpstr>
      <vt:lpstr>Calendrier_</vt:lpstr>
      <vt:lpstr>Soutenances_</vt:lpstr>
      <vt:lpstr>Soutenances_</vt:lpstr>
      <vt:lpstr>Soutenances_</vt:lpstr>
      <vt:lpstr>Procédures_</vt:lpstr>
      <vt:lpstr>Procédures_</vt:lpstr>
      <vt:lpstr>Procédures_</vt:lpstr>
      <vt:lpstr>Procédures_</vt:lpstr>
      <vt:lpstr>Procédures_</vt:lpstr>
      <vt:lpstr>Contact us</vt:lpstr>
      <vt:lpstr>Questions ?_</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TheOnlyOne</dc:creator>
  <cp:lastModifiedBy>Joffrey Riela</cp:lastModifiedBy>
  <cp:revision>35</cp:revision>
  <dcterms:modified xsi:type="dcterms:W3CDTF">2026-09-03T20:13:03Z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0x010100C82803A477DC0844B9864DFF7387FD88</vt:lpwstr>
  </property>
</Properties>
</file>