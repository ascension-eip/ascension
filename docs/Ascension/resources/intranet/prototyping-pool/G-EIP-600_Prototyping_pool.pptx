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6"/>
  </p:notesMasterIdLst>
  <p:sldIdLst>
    <p:sldId id="256" r:id="rId5"/>
    <p:sldId id="260" r:id="rId6"/>
    <p:sldId id="277" r:id="rId7"/>
    <p:sldId id="278" r:id="rId8"/>
    <p:sldId id="280" r:id="rId9"/>
    <p:sldId id="281" r:id="rId10"/>
    <p:sldId id="283" r:id="rId11"/>
    <p:sldId id="284" r:id="rId12"/>
    <p:sldId id="285" r:id="rId13"/>
    <p:sldId id="286" r:id="rId14"/>
    <p:sldId id="267" r:id="rId15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3AFB"/>
    <a:srgbClr val="00FF97"/>
    <a:srgbClr val="FF5F3A"/>
    <a:srgbClr val="FF1EF7"/>
    <a:srgbClr val="FFFFFF"/>
    <a:srgbClr val="809DF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6B7DDB3-64E1-2A92-7224-F3E6E6E8BCE6}" v="1" dt="2026-03-02T09:54:41.43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phaël Rossignol" userId="S::raphael.rossignol@epitech.eu::aadbf45a-81fb-4bb9-a493-6f8268ed3992" providerId="AD" clId="Web-{F6B7DDB3-64E1-2A92-7224-F3E6E6E8BCE6}"/>
    <pc:docChg chg="modSld">
      <pc:chgData name="Raphaël Rossignol" userId="S::raphael.rossignol@epitech.eu::aadbf45a-81fb-4bb9-a493-6f8268ed3992" providerId="AD" clId="Web-{F6B7DDB3-64E1-2A92-7224-F3E6E6E8BCE6}" dt="2026-03-02T09:54:41.432" v="0" actId="1076"/>
      <pc:docMkLst>
        <pc:docMk/>
      </pc:docMkLst>
      <pc:sldChg chg="modSp">
        <pc:chgData name="Raphaël Rossignol" userId="S::raphael.rossignol@epitech.eu::aadbf45a-81fb-4bb9-a493-6f8268ed3992" providerId="AD" clId="Web-{F6B7DDB3-64E1-2A92-7224-F3E6E6E8BCE6}" dt="2026-03-02T09:54:41.432" v="0" actId="1076"/>
        <pc:sldMkLst>
          <pc:docMk/>
          <pc:sldMk cId="4238243801" sldId="280"/>
        </pc:sldMkLst>
        <pc:spChg chg="mod">
          <ac:chgData name="Raphaël Rossignol" userId="S::raphael.rossignol@epitech.eu::aadbf45a-81fb-4bb9-a493-6f8268ed3992" providerId="AD" clId="Web-{F6B7DDB3-64E1-2A92-7224-F3E6E6E8BCE6}" dt="2026-03-02T09:54:41.432" v="0" actId="1076"/>
          <ac:spMkLst>
            <pc:docMk/>
            <pc:sldMk cId="4238243801" sldId="280"/>
            <ac:spMk id="3" creationId="{42E7791C-C247-8BF1-6F46-9C23785ADD0C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98C05C-391B-42AA-AECB-5CE0032B90AD}" type="datetimeFigureOut">
              <a:rPr lang="fr-FR" smtClean="0"/>
              <a:t>02/03/2026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FE70D1-5CEA-4505-9AD8-DD224F7777BA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35635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08E55B-5ED6-7ED1-78B1-8D1C39FE90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BEA3CDDB-52E9-3E89-5AB5-F9AFD616CD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7C2F6731-72E1-2AAB-CA2C-5293D69DA0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2AE6C4E-F6D3-D764-13DA-A54B3A6A66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FE70D1-5CEA-4505-9AD8-DD224F7777BA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990002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A8E75C-E3E4-5EDC-548F-B088EBC2BA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9C791292-68ED-EBB1-027D-467BE3367E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A6B602E9-5791-35C2-025D-7042DA7ABC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EC0EF25-D536-B207-2B40-6BE5E42CB2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FE70D1-5CEA-4505-9AD8-DD224F7777BA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8626762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17AE1C-7E5F-3F7B-15C0-C178406212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3F0AB1AC-4D56-C29C-1BCC-007E63909A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0C30078C-F657-CED5-359D-7D019F4EF0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BD867C1-8D09-87DA-8918-A8694B87754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FE70D1-5CEA-4505-9AD8-DD224F7777BA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0830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E79ABB-104C-A7B9-0E1A-65FA0E6444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7CBB0404-167F-8686-69A1-C2DBE343C6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B8BBC5E6-AD76-1E14-891D-DACF707D28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4AA298D-176C-7B81-8474-9D42483203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FE70D1-5CEA-4505-9AD8-DD224F7777BA}" type="slidenum">
              <a:rPr lang="fr-FR" smtClean="0"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4651447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4066ED-B91C-121D-5554-D63B5AAB54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7058DBD0-53A4-4712-AA39-BCEE919CDB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7A4A76FF-F0D0-3986-4247-F0FE8FE761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12D7821-75A7-4808-952C-79903E64B2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FE70D1-5CEA-4505-9AD8-DD224F7777BA}" type="slidenum">
              <a:rPr lang="fr-FR" smtClean="0"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4026830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7A33D8-88E2-F149-38FA-7E6F3D7573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35671353-D34F-1505-8473-E09C316BB8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1CC65291-B841-A757-B500-E7004CDD8A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3E34CAD-995E-90B2-141E-5AE98D08194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FE70D1-5CEA-4505-9AD8-DD224F7777BA}" type="slidenum">
              <a:rPr lang="fr-FR" smtClean="0"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7949729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80EDDA-A578-1057-0B86-FB47EAAC25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E845CB40-4A3C-B21A-DFDB-7449E34924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6998A7D2-DC5B-5FCA-31BF-C057A55A0D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EFD2944-5D84-C9B0-E8BB-289701FFB4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FE70D1-5CEA-4505-9AD8-DD224F7777BA}" type="slidenum">
              <a:rPr lang="fr-FR" smtClean="0"/>
              <a:t>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6967766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A32527-4823-F71E-CAF7-5F736667D2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00A0990E-D0A5-D1E6-7C44-0E6EF248F6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C9BCA481-4BFA-D2BA-1999-2AA5C989A6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303515C-8996-AC4C-D3D1-0C56F79EF4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FE70D1-5CEA-4505-9AD8-DD224F7777BA}" type="slidenum">
              <a:rPr lang="fr-FR" smtClean="0"/>
              <a:t>10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066309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bg>
      <p:bgPr>
        <a:solidFill>
          <a:srgbClr val="013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FAC3FA9-8E3A-0750-7B1E-02A44BA3007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1917" y="3604251"/>
            <a:ext cx="11453526" cy="1618839"/>
          </a:xfrm>
        </p:spPr>
        <p:txBody>
          <a:bodyPr anchor="b">
            <a:noAutofit/>
          </a:bodyPr>
          <a:lstStyle>
            <a:lvl1pPr algn="l">
              <a:defRPr sz="8600">
                <a:solidFill>
                  <a:schemeClr val="bg1"/>
                </a:solidFill>
                <a:latin typeface="Anton" pitchFamily="2" charset="0"/>
              </a:defRPr>
            </a:lvl1pPr>
          </a:lstStyle>
          <a:p>
            <a:r>
              <a:rPr lang="fr-FR"/>
              <a:t>TITRE-86</a:t>
            </a:r>
            <a:r>
              <a:rPr lang="fr" sz="8600">
                <a:solidFill>
                  <a:srgbClr val="FF5F3A"/>
                </a:solidFill>
                <a:latin typeface="Anton"/>
                <a:ea typeface="Anton"/>
                <a:cs typeface="Anton"/>
                <a:sym typeface="Anton"/>
              </a:rPr>
              <a:t>_</a:t>
            </a:r>
            <a:endParaRPr lang="fr-FR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D5213607-63AF-1A5B-C33B-2228AAFEFAD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81916" y="5396332"/>
            <a:ext cx="11453526" cy="1295450"/>
          </a:xfrm>
        </p:spPr>
        <p:txBody>
          <a:bodyPr>
            <a:normAutofit/>
          </a:bodyPr>
          <a:lstStyle>
            <a:lvl1pPr marL="0" indent="0" algn="l" rtl="0"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bg1"/>
                </a:solidFill>
                <a:latin typeface="IBM Plex Sans" panose="020B0503050203000203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&lt;Sous-titre optionnel - 28&gt;</a:t>
            </a:r>
          </a:p>
        </p:txBody>
      </p:sp>
      <p:pic>
        <p:nvPicPr>
          <p:cNvPr id="7" name="Google Shape;56;p13" title="logo-blanc.png">
            <a:extLst>
              <a:ext uri="{FF2B5EF4-FFF2-40B4-BE49-F238E27FC236}">
                <a16:creationId xmlns:a16="http://schemas.microsoft.com/office/drawing/2014/main" id="{4238B07E-B530-9769-2D8A-50C4E29D8494}"/>
              </a:ext>
            </a:extLst>
          </p:cNvPr>
          <p:cNvPicPr preferRelativeResize="0"/>
          <p:nvPr userDrawn="1"/>
        </p:nvPicPr>
        <p:blipFill>
          <a:blip r:embed="rId2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1917" y="387811"/>
            <a:ext cx="2292276" cy="553950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57;p13">
            <a:extLst>
              <a:ext uri="{FF2B5EF4-FFF2-40B4-BE49-F238E27FC236}">
                <a16:creationId xmlns:a16="http://schemas.microsoft.com/office/drawing/2014/main" id="{EA1DF6B1-77F1-D612-6EDF-7EE8E9767F8D}"/>
              </a:ext>
            </a:extLst>
          </p:cNvPr>
          <p:cNvSpPr/>
          <p:nvPr userDrawn="1"/>
        </p:nvSpPr>
        <p:spPr>
          <a:xfrm rot="10800000">
            <a:off x="6964392" y="1742536"/>
            <a:ext cx="1742536" cy="1742536"/>
          </a:xfrm>
          <a:prstGeom prst="rect">
            <a:avLst/>
          </a:prstGeom>
          <a:solidFill>
            <a:srgbClr val="809DF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Google Shape;58;p13">
            <a:extLst>
              <a:ext uri="{FF2B5EF4-FFF2-40B4-BE49-F238E27FC236}">
                <a16:creationId xmlns:a16="http://schemas.microsoft.com/office/drawing/2014/main" id="{C4BBCAB1-E76B-BD46-DED0-12BA74A62E5E}"/>
              </a:ext>
            </a:extLst>
          </p:cNvPr>
          <p:cNvSpPr/>
          <p:nvPr userDrawn="1"/>
        </p:nvSpPr>
        <p:spPr>
          <a:xfrm rot="10800000">
            <a:off x="8706928" y="0"/>
            <a:ext cx="3485072" cy="1742536"/>
          </a:xfrm>
          <a:prstGeom prst="rect">
            <a:avLst/>
          </a:prstGeom>
          <a:solidFill>
            <a:srgbClr val="809DF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644229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e de titre de section">
    <p:bg>
      <p:bgPr>
        <a:solidFill>
          <a:srgbClr val="013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9DA77CA-512C-3DD7-C867-95C077B741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78965" y="365125"/>
            <a:ext cx="9274833" cy="1325563"/>
          </a:xfrm>
        </p:spPr>
        <p:txBody>
          <a:bodyPr>
            <a:noAutofit/>
          </a:bodyPr>
          <a:lstStyle>
            <a:lvl1pPr>
              <a:defRPr sz="8600">
                <a:solidFill>
                  <a:srgbClr val="FFFFFF"/>
                </a:solidFill>
                <a:latin typeface="Anton" pitchFamily="2" charset="0"/>
              </a:defRPr>
            </a:lvl1pPr>
          </a:lstStyle>
          <a:p>
            <a:r>
              <a:rPr lang="fr-FR"/>
              <a:t>TITRE_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EEBB26D-D71A-CC8C-BA36-3B80C08915FF}"/>
              </a:ext>
            </a:extLst>
          </p:cNvPr>
          <p:cNvSpPr txBox="1">
            <a:spLocks/>
          </p:cNvSpPr>
          <p:nvPr userDrawn="1"/>
        </p:nvSpPr>
        <p:spPr>
          <a:xfrm>
            <a:off x="9309340" y="63119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500">
                <a:solidFill>
                  <a:schemeClr val="bg1"/>
                </a:solidFill>
                <a:latin typeface="IBM Plex Sans" panose="020B0503050203000203" pitchFamily="34" charset="0"/>
              </a:rPr>
              <a:t>&lt;</a:t>
            </a:r>
            <a:fld id="{FC5F32F1-593F-4499-ABC1-06509EC27309}" type="slidenum">
              <a:rPr lang="fr-FR" sz="1500" smtClean="0">
                <a:solidFill>
                  <a:schemeClr val="bg1"/>
                </a:solidFill>
                <a:latin typeface="IBM Plex Sans" panose="020B0503050203000203" pitchFamily="34" charset="0"/>
              </a:rPr>
              <a:pPr/>
              <a:t>‹#›</a:t>
            </a:fld>
            <a:r>
              <a:rPr lang="fr-FR" sz="1500">
                <a:solidFill>
                  <a:schemeClr val="bg1"/>
                </a:solidFill>
                <a:latin typeface="IBM Plex Sans" panose="020B0503050203000203" pitchFamily="34" charset="0"/>
              </a:rPr>
              <a:t>&gt;</a:t>
            </a:r>
          </a:p>
        </p:txBody>
      </p:sp>
      <p:sp>
        <p:nvSpPr>
          <p:cNvPr id="7" name="Google Shape;58;p13">
            <a:extLst>
              <a:ext uri="{FF2B5EF4-FFF2-40B4-BE49-F238E27FC236}">
                <a16:creationId xmlns:a16="http://schemas.microsoft.com/office/drawing/2014/main" id="{59066ADC-F748-3E27-F3B4-5BF24F2D6673}"/>
              </a:ext>
            </a:extLst>
          </p:cNvPr>
          <p:cNvSpPr/>
          <p:nvPr userDrawn="1"/>
        </p:nvSpPr>
        <p:spPr>
          <a:xfrm rot="16200000">
            <a:off x="-871268" y="871268"/>
            <a:ext cx="3485072" cy="1742536"/>
          </a:xfrm>
          <a:prstGeom prst="rect">
            <a:avLst/>
          </a:prstGeom>
          <a:solidFill>
            <a:srgbClr val="809DF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Google Shape;57;p13">
            <a:extLst>
              <a:ext uri="{FF2B5EF4-FFF2-40B4-BE49-F238E27FC236}">
                <a16:creationId xmlns:a16="http://schemas.microsoft.com/office/drawing/2014/main" id="{D8F25456-C9E1-1128-C344-7237A80FC055}"/>
              </a:ext>
            </a:extLst>
          </p:cNvPr>
          <p:cNvSpPr/>
          <p:nvPr userDrawn="1"/>
        </p:nvSpPr>
        <p:spPr>
          <a:xfrm rot="10800000">
            <a:off x="1742537" y="3485073"/>
            <a:ext cx="1742536" cy="1742536"/>
          </a:xfrm>
          <a:prstGeom prst="rect">
            <a:avLst/>
          </a:prstGeom>
          <a:solidFill>
            <a:srgbClr val="809DF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9" name="Google Shape;75;p15" title="Fichier 3.png">
            <a:extLst>
              <a:ext uri="{FF2B5EF4-FFF2-40B4-BE49-F238E27FC236}">
                <a16:creationId xmlns:a16="http://schemas.microsoft.com/office/drawing/2014/main" id="{92BDEA94-DDCA-7E3C-2B68-3B83A12C34F3}"/>
              </a:ext>
            </a:extLst>
          </p:cNvPr>
          <p:cNvPicPr preferRelativeResize="0"/>
          <p:nvPr userDrawn="1"/>
        </p:nvPicPr>
        <p:blipFill>
          <a:blip r:embed="rId2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9582770" y="3818083"/>
            <a:ext cx="2365949" cy="2363595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Espace réservé du texte 10">
            <a:extLst>
              <a:ext uri="{FF2B5EF4-FFF2-40B4-BE49-F238E27FC236}">
                <a16:creationId xmlns:a16="http://schemas.microsoft.com/office/drawing/2014/main" id="{62F43B31-5C61-63AF-F167-E648B0B5DD8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2768" y="411162"/>
            <a:ext cx="1397000" cy="1325563"/>
          </a:xfrm>
        </p:spPr>
        <p:txBody>
          <a:bodyPr>
            <a:normAutofit/>
          </a:bodyPr>
          <a:lstStyle>
            <a:lvl1pPr marL="0" indent="0" algn="ctr">
              <a:buNone/>
              <a:defRPr sz="8600">
                <a:solidFill>
                  <a:srgbClr val="FFFFFF"/>
                </a:solidFill>
                <a:latin typeface="Anton" pitchFamily="2" charset="0"/>
              </a:defRPr>
            </a:lvl1pPr>
            <a:lvl2pPr>
              <a:defRPr>
                <a:solidFill>
                  <a:srgbClr val="FFFFFF"/>
                </a:solidFill>
                <a:latin typeface="Anton" pitchFamily="2" charset="0"/>
              </a:defRPr>
            </a:lvl2pPr>
            <a:lvl3pPr>
              <a:defRPr>
                <a:solidFill>
                  <a:srgbClr val="FFFFFF"/>
                </a:solidFill>
                <a:latin typeface="Anton" pitchFamily="2" charset="0"/>
              </a:defRPr>
            </a:lvl3pPr>
            <a:lvl4pPr>
              <a:defRPr>
                <a:solidFill>
                  <a:srgbClr val="FFFFFF"/>
                </a:solidFill>
                <a:latin typeface="Anton" pitchFamily="2" charset="0"/>
              </a:defRPr>
            </a:lvl4pPr>
            <a:lvl5pPr>
              <a:defRPr>
                <a:solidFill>
                  <a:srgbClr val="FFFFFF"/>
                </a:solidFill>
                <a:latin typeface="Anton" pitchFamily="2" charset="0"/>
              </a:defRPr>
            </a:lvl5pPr>
          </a:lstStyle>
          <a:p>
            <a:pPr lvl="0"/>
            <a:r>
              <a:rPr lang="fr-FR"/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4757059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e de sommai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88E234A-D78A-E798-FC75-AE72D7F152C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80226" y="365125"/>
            <a:ext cx="8988725" cy="1325563"/>
          </a:xfrm>
        </p:spPr>
        <p:txBody>
          <a:bodyPr>
            <a:normAutofit/>
          </a:bodyPr>
          <a:lstStyle>
            <a:lvl1pPr>
              <a:defRPr sz="8600">
                <a:solidFill>
                  <a:srgbClr val="013AFB"/>
                </a:solidFill>
                <a:latin typeface="Anton" pitchFamily="2" charset="0"/>
              </a:defRPr>
            </a:lvl1pPr>
          </a:lstStyle>
          <a:p>
            <a:r>
              <a:rPr lang="fr-FR"/>
              <a:t>TITRE-86_</a:t>
            </a:r>
          </a:p>
        </p:txBody>
      </p:sp>
      <p:pic>
        <p:nvPicPr>
          <p:cNvPr id="6" name="Google Shape;65;p14" title="Icône 1.png">
            <a:extLst>
              <a:ext uri="{FF2B5EF4-FFF2-40B4-BE49-F238E27FC236}">
                <a16:creationId xmlns:a16="http://schemas.microsoft.com/office/drawing/2014/main" id="{E02AF032-06F6-ACA5-EC58-226FE03C945E}"/>
              </a:ext>
            </a:extLst>
          </p:cNvPr>
          <p:cNvPicPr preferRelativeResize="0"/>
          <p:nvPr userDrawn="1"/>
        </p:nvPicPr>
        <p:blipFill rotWithShape="1">
          <a:blip r:embed="rId2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0992" t="8600"/>
          <a:stretch/>
        </p:blipFill>
        <p:spPr>
          <a:xfrm>
            <a:off x="0" y="-1"/>
            <a:ext cx="1207698" cy="2209315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57;p13">
            <a:extLst>
              <a:ext uri="{FF2B5EF4-FFF2-40B4-BE49-F238E27FC236}">
                <a16:creationId xmlns:a16="http://schemas.microsoft.com/office/drawing/2014/main" id="{645A8BBD-134F-AF34-6342-8C17C97F42FE}"/>
              </a:ext>
            </a:extLst>
          </p:cNvPr>
          <p:cNvSpPr/>
          <p:nvPr userDrawn="1"/>
        </p:nvSpPr>
        <p:spPr>
          <a:xfrm rot="10800000">
            <a:off x="10449464" y="0"/>
            <a:ext cx="1742536" cy="1742536"/>
          </a:xfrm>
          <a:prstGeom prst="rect">
            <a:avLst/>
          </a:prstGeom>
          <a:solidFill>
            <a:srgbClr val="809DF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Espace réservé du texte 8">
            <a:extLst>
              <a:ext uri="{FF2B5EF4-FFF2-40B4-BE49-F238E27FC236}">
                <a16:creationId xmlns:a16="http://schemas.microsoft.com/office/drawing/2014/main" id="{DE6D45E4-CA1C-F665-1F72-79AD74A7295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379538" y="2019300"/>
            <a:ext cx="8990012" cy="4054475"/>
          </a:xfrm>
        </p:spPr>
        <p:txBody>
          <a:bodyPr/>
          <a:lstStyle>
            <a:lvl1pPr>
              <a:defRPr>
                <a:latin typeface="IBM Plex Sans" panose="020B0503050203000203" pitchFamily="34" charset="0"/>
              </a:defRPr>
            </a:lvl1pPr>
            <a:lvl2pPr>
              <a:defRPr>
                <a:latin typeface="IBM Plex Sans" panose="020B0503050203000203" pitchFamily="34" charset="0"/>
              </a:defRPr>
            </a:lvl2pPr>
            <a:lvl3pPr>
              <a:defRPr>
                <a:latin typeface="IBM Plex Sans" panose="020B0503050203000203" pitchFamily="34" charset="0"/>
              </a:defRPr>
            </a:lvl3pPr>
            <a:lvl4pPr>
              <a:defRPr>
                <a:latin typeface="IBM Plex Sans" panose="020B0503050203000203" pitchFamily="34" charset="0"/>
              </a:defRPr>
            </a:lvl4pPr>
            <a:lvl5pPr>
              <a:defRPr>
                <a:latin typeface="IBM Plex Sans" panose="020B0503050203000203" pitchFamily="34" charset="0"/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10" name="Espace réservé du numéro de diapositive 5">
            <a:extLst>
              <a:ext uri="{FF2B5EF4-FFF2-40B4-BE49-F238E27FC236}">
                <a16:creationId xmlns:a16="http://schemas.microsoft.com/office/drawing/2014/main" id="{A0764CAE-5584-597C-4BDC-10A366A1CB02}"/>
              </a:ext>
            </a:extLst>
          </p:cNvPr>
          <p:cNvSpPr txBox="1">
            <a:spLocks/>
          </p:cNvSpPr>
          <p:nvPr userDrawn="1"/>
        </p:nvSpPr>
        <p:spPr>
          <a:xfrm>
            <a:off x="9309340" y="63119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500">
                <a:solidFill>
                  <a:srgbClr val="013AFB"/>
                </a:solidFill>
                <a:latin typeface="IBM Plex Sans" panose="020B0503050203000203" pitchFamily="34" charset="0"/>
              </a:rPr>
              <a:t>&lt;</a:t>
            </a:r>
            <a:fld id="{FC5F32F1-593F-4499-ABC1-06509EC27309}" type="slidenum">
              <a:rPr lang="fr-FR" sz="1500" smtClean="0">
                <a:solidFill>
                  <a:srgbClr val="013AFB"/>
                </a:solidFill>
                <a:latin typeface="IBM Plex Sans" panose="020B0503050203000203" pitchFamily="34" charset="0"/>
              </a:rPr>
              <a:pPr/>
              <a:t>‹#›</a:t>
            </a:fld>
            <a:r>
              <a:rPr lang="fr-FR" sz="1500">
                <a:solidFill>
                  <a:srgbClr val="013AFB"/>
                </a:solidFill>
                <a:latin typeface="IBM Plex Sans" panose="020B0503050203000203" pitchFamily="34" charset="0"/>
              </a:rPr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24749302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4332189-1D18-409F-9128-11293DDE227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298" y="365125"/>
            <a:ext cx="9016042" cy="1325563"/>
          </a:xfrm>
        </p:spPr>
        <p:txBody>
          <a:bodyPr>
            <a:noAutofit/>
          </a:bodyPr>
          <a:lstStyle>
            <a:lvl1pPr>
              <a:defRPr sz="8600">
                <a:solidFill>
                  <a:srgbClr val="013AFB"/>
                </a:solidFill>
                <a:latin typeface="Anton" pitchFamily="2" charset="0"/>
              </a:defRPr>
            </a:lvl1pPr>
          </a:lstStyle>
          <a:p>
            <a:r>
              <a:rPr lang="fr-FR"/>
              <a:t>TITRE-86_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E1DE43D-5359-89BE-8785-53A9D8FB91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3298" y="1825625"/>
            <a:ext cx="11060502" cy="4351338"/>
          </a:xfrm>
        </p:spPr>
        <p:txBody>
          <a:bodyPr/>
          <a:lstStyle>
            <a:lvl1pPr>
              <a:defRPr>
                <a:latin typeface="IBM Plex Sans" panose="020B0503050203000203" pitchFamily="34" charset="0"/>
              </a:defRPr>
            </a:lvl1pPr>
            <a:lvl2pPr>
              <a:defRPr>
                <a:latin typeface="IBM Plex Sans" panose="020B0503050203000203" pitchFamily="34" charset="0"/>
              </a:defRPr>
            </a:lvl2pPr>
            <a:lvl3pPr>
              <a:defRPr>
                <a:latin typeface="IBM Plex Sans" panose="020B0503050203000203" pitchFamily="34" charset="0"/>
              </a:defRPr>
            </a:lvl3pPr>
            <a:lvl4pPr>
              <a:defRPr>
                <a:latin typeface="IBM Plex Sans" panose="020B0503050203000203" pitchFamily="34" charset="0"/>
              </a:defRPr>
            </a:lvl4pPr>
            <a:lvl5pPr>
              <a:defRPr>
                <a:latin typeface="IBM Plex Sans" panose="020B0503050203000203" pitchFamily="34" charset="0"/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12" name="Espace réservé du numéro de diapositive 5">
            <a:extLst>
              <a:ext uri="{FF2B5EF4-FFF2-40B4-BE49-F238E27FC236}">
                <a16:creationId xmlns:a16="http://schemas.microsoft.com/office/drawing/2014/main" id="{1D264A1A-A0A0-9A8A-0905-02D220F8C275}"/>
              </a:ext>
            </a:extLst>
          </p:cNvPr>
          <p:cNvSpPr txBox="1">
            <a:spLocks/>
          </p:cNvSpPr>
          <p:nvPr userDrawn="1"/>
        </p:nvSpPr>
        <p:spPr>
          <a:xfrm>
            <a:off x="9309340" y="63119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500">
                <a:solidFill>
                  <a:srgbClr val="013AFB"/>
                </a:solidFill>
                <a:latin typeface="IBM Plex Sans" panose="020B0503050203000203" pitchFamily="34" charset="0"/>
              </a:rPr>
              <a:t>&lt;</a:t>
            </a:r>
            <a:fld id="{FC5F32F1-593F-4499-ABC1-06509EC27309}" type="slidenum">
              <a:rPr lang="fr-FR" sz="1500" smtClean="0">
                <a:solidFill>
                  <a:srgbClr val="013AFB"/>
                </a:solidFill>
                <a:latin typeface="IBM Plex Sans" panose="020B0503050203000203" pitchFamily="34" charset="0"/>
              </a:rPr>
              <a:pPr/>
              <a:t>‹#›</a:t>
            </a:fld>
            <a:r>
              <a:rPr lang="fr-FR" sz="1500">
                <a:solidFill>
                  <a:srgbClr val="013AFB"/>
                </a:solidFill>
                <a:latin typeface="IBM Plex Sans" panose="020B0503050203000203" pitchFamily="34" charset="0"/>
              </a:rPr>
              <a:t>&gt;</a:t>
            </a:r>
          </a:p>
        </p:txBody>
      </p:sp>
      <p:sp>
        <p:nvSpPr>
          <p:cNvPr id="14" name="Google Shape;57;p13">
            <a:extLst>
              <a:ext uri="{FF2B5EF4-FFF2-40B4-BE49-F238E27FC236}">
                <a16:creationId xmlns:a16="http://schemas.microsoft.com/office/drawing/2014/main" id="{84899840-1253-14B1-EA3A-1720C84CB3F1}"/>
              </a:ext>
            </a:extLst>
          </p:cNvPr>
          <p:cNvSpPr/>
          <p:nvPr userDrawn="1"/>
        </p:nvSpPr>
        <p:spPr>
          <a:xfrm rot="10800000">
            <a:off x="10449464" y="0"/>
            <a:ext cx="1742536" cy="1742536"/>
          </a:xfrm>
          <a:prstGeom prst="rect">
            <a:avLst/>
          </a:prstGeom>
          <a:solidFill>
            <a:srgbClr val="809DF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372462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contenu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4332189-1D18-409F-9128-11293DDE227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298" y="365125"/>
            <a:ext cx="8307238" cy="1325563"/>
          </a:xfrm>
        </p:spPr>
        <p:txBody>
          <a:bodyPr>
            <a:noAutofit/>
          </a:bodyPr>
          <a:lstStyle>
            <a:lvl1pPr>
              <a:defRPr sz="8600">
                <a:solidFill>
                  <a:srgbClr val="013AFB"/>
                </a:solidFill>
                <a:latin typeface="Anton" pitchFamily="2" charset="0"/>
              </a:defRPr>
            </a:lvl1pPr>
          </a:lstStyle>
          <a:p>
            <a:r>
              <a:rPr lang="fr-FR"/>
              <a:t>TITRE-86_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E1DE43D-5359-89BE-8785-53A9D8FB91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3298" y="1958196"/>
            <a:ext cx="11060502" cy="3079630"/>
          </a:xfrm>
        </p:spPr>
        <p:txBody>
          <a:bodyPr/>
          <a:lstStyle>
            <a:lvl1pPr>
              <a:defRPr>
                <a:latin typeface="IBM Plex Sans" panose="020B0503050203000203" pitchFamily="34" charset="0"/>
              </a:defRPr>
            </a:lvl1pPr>
            <a:lvl2pPr>
              <a:defRPr>
                <a:latin typeface="IBM Plex Sans" panose="020B0503050203000203" pitchFamily="34" charset="0"/>
              </a:defRPr>
            </a:lvl2pPr>
            <a:lvl3pPr>
              <a:defRPr>
                <a:latin typeface="IBM Plex Sans" panose="020B0503050203000203" pitchFamily="34" charset="0"/>
              </a:defRPr>
            </a:lvl3pPr>
            <a:lvl4pPr>
              <a:defRPr>
                <a:latin typeface="IBM Plex Sans" panose="020B0503050203000203" pitchFamily="34" charset="0"/>
              </a:defRPr>
            </a:lvl4pPr>
            <a:lvl5pPr>
              <a:defRPr>
                <a:latin typeface="IBM Plex Sans" panose="020B0503050203000203" pitchFamily="34" charset="0"/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12" name="Espace réservé du numéro de diapositive 5">
            <a:extLst>
              <a:ext uri="{FF2B5EF4-FFF2-40B4-BE49-F238E27FC236}">
                <a16:creationId xmlns:a16="http://schemas.microsoft.com/office/drawing/2014/main" id="{1D264A1A-A0A0-9A8A-0905-02D220F8C275}"/>
              </a:ext>
            </a:extLst>
          </p:cNvPr>
          <p:cNvSpPr txBox="1">
            <a:spLocks/>
          </p:cNvSpPr>
          <p:nvPr userDrawn="1"/>
        </p:nvSpPr>
        <p:spPr>
          <a:xfrm>
            <a:off x="9309340" y="63119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500">
                <a:solidFill>
                  <a:srgbClr val="013AFB"/>
                </a:solidFill>
                <a:latin typeface="IBM Plex Sans" panose="020B0503050203000203" pitchFamily="34" charset="0"/>
              </a:rPr>
              <a:t>&lt;</a:t>
            </a:r>
            <a:fld id="{FC5F32F1-593F-4499-ABC1-06509EC27309}" type="slidenum">
              <a:rPr lang="fr-FR" sz="1500" smtClean="0">
                <a:solidFill>
                  <a:srgbClr val="013AFB"/>
                </a:solidFill>
                <a:latin typeface="IBM Plex Sans" panose="020B0503050203000203" pitchFamily="34" charset="0"/>
              </a:rPr>
              <a:pPr/>
              <a:t>‹#›</a:t>
            </a:fld>
            <a:r>
              <a:rPr lang="fr-FR" sz="1500">
                <a:solidFill>
                  <a:srgbClr val="013AFB"/>
                </a:solidFill>
                <a:latin typeface="IBM Plex Sans" panose="020B0503050203000203" pitchFamily="34" charset="0"/>
              </a:rPr>
              <a:t>&gt;</a:t>
            </a:r>
          </a:p>
        </p:txBody>
      </p:sp>
      <p:sp>
        <p:nvSpPr>
          <p:cNvPr id="4" name="Google Shape;58;p13">
            <a:extLst>
              <a:ext uri="{FF2B5EF4-FFF2-40B4-BE49-F238E27FC236}">
                <a16:creationId xmlns:a16="http://schemas.microsoft.com/office/drawing/2014/main" id="{B6DB4CEC-2DC0-D4FD-2785-7AC650AF39E8}"/>
              </a:ext>
            </a:extLst>
          </p:cNvPr>
          <p:cNvSpPr/>
          <p:nvPr userDrawn="1"/>
        </p:nvSpPr>
        <p:spPr>
          <a:xfrm rot="10800000">
            <a:off x="8706928" y="0"/>
            <a:ext cx="3485072" cy="1742536"/>
          </a:xfrm>
          <a:prstGeom prst="rect">
            <a:avLst/>
          </a:prstGeom>
          <a:solidFill>
            <a:srgbClr val="809DF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Google Shape;57;p13">
            <a:extLst>
              <a:ext uri="{FF2B5EF4-FFF2-40B4-BE49-F238E27FC236}">
                <a16:creationId xmlns:a16="http://schemas.microsoft.com/office/drawing/2014/main" id="{352F1FD8-0D0F-975D-7032-CB79778A9662}"/>
              </a:ext>
            </a:extLst>
          </p:cNvPr>
          <p:cNvSpPr/>
          <p:nvPr userDrawn="1"/>
        </p:nvSpPr>
        <p:spPr>
          <a:xfrm rot="10800000">
            <a:off x="0" y="5115464"/>
            <a:ext cx="1742536" cy="1742536"/>
          </a:xfrm>
          <a:prstGeom prst="rect">
            <a:avLst/>
          </a:prstGeom>
          <a:solidFill>
            <a:srgbClr val="809DF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773828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contenu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4332189-1D18-409F-9128-11293DDE227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298" y="365125"/>
            <a:ext cx="6889501" cy="1325563"/>
          </a:xfrm>
        </p:spPr>
        <p:txBody>
          <a:bodyPr>
            <a:noAutofit/>
          </a:bodyPr>
          <a:lstStyle>
            <a:lvl1pPr>
              <a:defRPr sz="8600">
                <a:solidFill>
                  <a:srgbClr val="013AFB"/>
                </a:solidFill>
                <a:latin typeface="Anton" pitchFamily="2" charset="0"/>
              </a:defRPr>
            </a:lvl1pPr>
          </a:lstStyle>
          <a:p>
            <a:r>
              <a:rPr lang="fr-FR"/>
              <a:t>TITRE-86_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E1DE43D-5359-89BE-8785-53A9D8FB91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3298" y="1958195"/>
            <a:ext cx="7565366" cy="4718829"/>
          </a:xfrm>
        </p:spPr>
        <p:txBody>
          <a:bodyPr/>
          <a:lstStyle>
            <a:lvl1pPr>
              <a:defRPr>
                <a:latin typeface="IBM Plex Sans" panose="020B0503050203000203" pitchFamily="34" charset="0"/>
              </a:defRPr>
            </a:lvl1pPr>
            <a:lvl2pPr>
              <a:defRPr>
                <a:latin typeface="IBM Plex Sans" panose="020B0503050203000203" pitchFamily="34" charset="0"/>
              </a:defRPr>
            </a:lvl2pPr>
            <a:lvl3pPr>
              <a:defRPr>
                <a:latin typeface="IBM Plex Sans" panose="020B0503050203000203" pitchFamily="34" charset="0"/>
              </a:defRPr>
            </a:lvl3pPr>
            <a:lvl4pPr>
              <a:defRPr>
                <a:latin typeface="IBM Plex Sans" panose="020B0503050203000203" pitchFamily="34" charset="0"/>
              </a:defRPr>
            </a:lvl4pPr>
            <a:lvl5pPr>
              <a:defRPr>
                <a:latin typeface="IBM Plex Sans" panose="020B0503050203000203" pitchFamily="34" charset="0"/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pic>
        <p:nvPicPr>
          <p:cNvPr id="6" name="Google Shape;91;p17" title="Capture d’écran 2025-07-03 à 10.37.29.png">
            <a:extLst>
              <a:ext uri="{FF2B5EF4-FFF2-40B4-BE49-F238E27FC236}">
                <a16:creationId xmlns:a16="http://schemas.microsoft.com/office/drawing/2014/main" id="{270A904C-E894-84A6-E4A9-9B048499C837}"/>
              </a:ext>
            </a:extLst>
          </p:cNvPr>
          <p:cNvPicPr preferRelativeResize="0"/>
          <p:nvPr userDrawn="1"/>
        </p:nvPicPr>
        <p:blipFill rotWithShape="1">
          <a:blip r:embed="rId2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054067" y="0"/>
            <a:ext cx="4137933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Espace réservé du numéro de diapositive 5">
            <a:extLst>
              <a:ext uri="{FF2B5EF4-FFF2-40B4-BE49-F238E27FC236}">
                <a16:creationId xmlns:a16="http://schemas.microsoft.com/office/drawing/2014/main" id="{1D264A1A-A0A0-9A8A-0905-02D220F8C275}"/>
              </a:ext>
            </a:extLst>
          </p:cNvPr>
          <p:cNvSpPr txBox="1">
            <a:spLocks/>
          </p:cNvSpPr>
          <p:nvPr userDrawn="1"/>
        </p:nvSpPr>
        <p:spPr>
          <a:xfrm>
            <a:off x="9309340" y="63119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500">
                <a:solidFill>
                  <a:schemeClr val="bg1"/>
                </a:solidFill>
                <a:latin typeface="IBM Plex Sans" panose="020B0503050203000203" pitchFamily="34" charset="0"/>
              </a:rPr>
              <a:t>&lt;</a:t>
            </a:r>
            <a:fld id="{FC5F32F1-593F-4499-ABC1-06509EC27309}" type="slidenum">
              <a:rPr lang="fr-FR" sz="1500" smtClean="0">
                <a:solidFill>
                  <a:schemeClr val="bg1"/>
                </a:solidFill>
                <a:latin typeface="IBM Plex Sans" panose="020B0503050203000203" pitchFamily="34" charset="0"/>
              </a:rPr>
              <a:pPr/>
              <a:t>‹#›</a:t>
            </a:fld>
            <a:r>
              <a:rPr lang="fr-FR" sz="1500">
                <a:solidFill>
                  <a:schemeClr val="bg1"/>
                </a:solidFill>
                <a:latin typeface="IBM Plex Sans" panose="020B0503050203000203" pitchFamily="34" charset="0"/>
              </a:rPr>
              <a:t>&gt;</a:t>
            </a:r>
          </a:p>
        </p:txBody>
      </p:sp>
      <p:sp>
        <p:nvSpPr>
          <p:cNvPr id="8" name="Google Shape;57;p13">
            <a:extLst>
              <a:ext uri="{FF2B5EF4-FFF2-40B4-BE49-F238E27FC236}">
                <a16:creationId xmlns:a16="http://schemas.microsoft.com/office/drawing/2014/main" id="{2FBD5C20-0545-FA31-F4E5-032F96EB47BA}"/>
              </a:ext>
            </a:extLst>
          </p:cNvPr>
          <p:cNvSpPr/>
          <p:nvPr userDrawn="1"/>
        </p:nvSpPr>
        <p:spPr>
          <a:xfrm rot="10800000">
            <a:off x="7182799" y="0"/>
            <a:ext cx="1742536" cy="1742536"/>
          </a:xfrm>
          <a:prstGeom prst="rect">
            <a:avLst/>
          </a:prstGeom>
          <a:solidFill>
            <a:srgbClr val="013AFB">
              <a:alpha val="5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565078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iffres clés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4332189-1D18-409F-9128-11293DDE227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298" y="365125"/>
            <a:ext cx="11637034" cy="1325563"/>
          </a:xfrm>
        </p:spPr>
        <p:txBody>
          <a:bodyPr>
            <a:noAutofit/>
          </a:bodyPr>
          <a:lstStyle>
            <a:lvl1pPr mar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  <a:defRPr sz="8600">
                <a:solidFill>
                  <a:srgbClr val="013AFB"/>
                </a:solidFill>
                <a:latin typeface="Anton" pitchFamily="2" charset="0"/>
              </a:defRPr>
            </a:lvl1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fr-FR" sz="8000">
                <a:solidFill>
                  <a:srgbClr val="013AFB"/>
                </a:solidFill>
                <a:latin typeface="Anton"/>
                <a:ea typeface="Anton"/>
                <a:cs typeface="Anton"/>
                <a:sym typeface="Anton"/>
              </a:rPr>
              <a:t>CHIFFRES CLÉS</a:t>
            </a:r>
            <a:r>
              <a:rPr lang="fr-FR" sz="8000">
                <a:solidFill>
                  <a:srgbClr val="FF1EF7"/>
                </a:solidFill>
                <a:latin typeface="Anton"/>
                <a:ea typeface="Anton"/>
                <a:cs typeface="Anton"/>
                <a:sym typeface="Anton"/>
              </a:rPr>
              <a:t>_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E1DE43D-5359-89BE-8785-53A9D8FB911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76378" y="2139351"/>
            <a:ext cx="3183146" cy="1604513"/>
          </a:xfrm>
        </p:spPr>
        <p:txBody>
          <a:bodyPr>
            <a:normAutofit/>
          </a:bodyPr>
          <a:lstStyle>
            <a:lvl1pPr marL="0" indent="0" algn="ctr">
              <a:buNone/>
              <a:defRPr sz="8600">
                <a:solidFill>
                  <a:srgbClr val="00FF97"/>
                </a:solidFill>
                <a:latin typeface="Anton" pitchFamily="2" charset="0"/>
              </a:defRPr>
            </a:lvl1pPr>
            <a:lvl2pPr>
              <a:defRPr>
                <a:latin typeface="IBM Plex Sans" panose="020B0503050203000203" pitchFamily="34" charset="0"/>
              </a:defRPr>
            </a:lvl2pPr>
            <a:lvl3pPr>
              <a:defRPr>
                <a:latin typeface="IBM Plex Sans" panose="020B0503050203000203" pitchFamily="34" charset="0"/>
              </a:defRPr>
            </a:lvl3pPr>
            <a:lvl4pPr>
              <a:defRPr>
                <a:latin typeface="IBM Plex Sans" panose="020B0503050203000203" pitchFamily="34" charset="0"/>
              </a:defRPr>
            </a:lvl4pPr>
            <a:lvl5pPr>
              <a:defRPr>
                <a:latin typeface="IBM Plex Sans" panose="020B0503050203000203" pitchFamily="34" charset="0"/>
              </a:defRPr>
            </a:lvl5pPr>
          </a:lstStyle>
          <a:p>
            <a:pPr lvl="0"/>
            <a:r>
              <a:rPr lang="fr-FR"/>
              <a:t>+6.000</a:t>
            </a:r>
          </a:p>
        </p:txBody>
      </p:sp>
      <p:sp>
        <p:nvSpPr>
          <p:cNvPr id="4" name="Espace réservé du numéro de diapositive 5">
            <a:extLst>
              <a:ext uri="{FF2B5EF4-FFF2-40B4-BE49-F238E27FC236}">
                <a16:creationId xmlns:a16="http://schemas.microsoft.com/office/drawing/2014/main" id="{5DE35421-14A0-FEF0-5A2C-D2BC821874D4}"/>
              </a:ext>
            </a:extLst>
          </p:cNvPr>
          <p:cNvSpPr txBox="1">
            <a:spLocks/>
          </p:cNvSpPr>
          <p:nvPr userDrawn="1"/>
        </p:nvSpPr>
        <p:spPr>
          <a:xfrm>
            <a:off x="9309340" y="63119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500">
                <a:solidFill>
                  <a:srgbClr val="013AFB"/>
                </a:solidFill>
                <a:latin typeface="IBM Plex Sans" panose="020B0503050203000203" pitchFamily="34" charset="0"/>
              </a:rPr>
              <a:t>&lt;</a:t>
            </a:r>
            <a:fld id="{FC5F32F1-593F-4499-ABC1-06509EC27309}" type="slidenum">
              <a:rPr lang="fr-FR" sz="1500" smtClean="0">
                <a:solidFill>
                  <a:srgbClr val="013AFB"/>
                </a:solidFill>
                <a:latin typeface="IBM Plex Sans" panose="020B0503050203000203" pitchFamily="34" charset="0"/>
              </a:rPr>
              <a:pPr/>
              <a:t>‹#›</a:t>
            </a:fld>
            <a:r>
              <a:rPr lang="fr-FR" sz="1500">
                <a:solidFill>
                  <a:srgbClr val="013AFB"/>
                </a:solidFill>
                <a:latin typeface="IBM Plex Sans" panose="020B0503050203000203" pitchFamily="34" charset="0"/>
              </a:rPr>
              <a:t>&gt;</a:t>
            </a:r>
          </a:p>
        </p:txBody>
      </p:sp>
      <p:sp>
        <p:nvSpPr>
          <p:cNvPr id="7" name="Espace réservé du contenu 2">
            <a:extLst>
              <a:ext uri="{FF2B5EF4-FFF2-40B4-BE49-F238E27FC236}">
                <a16:creationId xmlns:a16="http://schemas.microsoft.com/office/drawing/2014/main" id="{9AEA3D74-E10C-92B7-C616-EA650304B610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4520242" y="4152106"/>
            <a:ext cx="3183146" cy="1604513"/>
          </a:xfrm>
        </p:spPr>
        <p:txBody>
          <a:bodyPr>
            <a:normAutofit/>
          </a:bodyPr>
          <a:lstStyle>
            <a:lvl1pPr marL="0" indent="0" algn="ctr">
              <a:buNone/>
              <a:defRPr sz="8600">
                <a:solidFill>
                  <a:srgbClr val="FF5F3A"/>
                </a:solidFill>
                <a:latin typeface="Anton" pitchFamily="2" charset="0"/>
              </a:defRPr>
            </a:lvl1pPr>
            <a:lvl2pPr>
              <a:defRPr>
                <a:latin typeface="IBM Plex Sans" panose="020B0503050203000203" pitchFamily="34" charset="0"/>
              </a:defRPr>
            </a:lvl2pPr>
            <a:lvl3pPr>
              <a:defRPr>
                <a:latin typeface="IBM Plex Sans" panose="020B0503050203000203" pitchFamily="34" charset="0"/>
              </a:defRPr>
            </a:lvl3pPr>
            <a:lvl4pPr>
              <a:defRPr>
                <a:latin typeface="IBM Plex Sans" panose="020B0503050203000203" pitchFamily="34" charset="0"/>
              </a:defRPr>
            </a:lvl4pPr>
            <a:lvl5pPr>
              <a:defRPr>
                <a:latin typeface="IBM Plex Sans" panose="020B0503050203000203" pitchFamily="34" charset="0"/>
              </a:defRPr>
            </a:lvl5pPr>
          </a:lstStyle>
          <a:p>
            <a:pPr lvl="0"/>
            <a:r>
              <a:rPr lang="fr-FR"/>
              <a:t>15</a:t>
            </a:r>
          </a:p>
        </p:txBody>
      </p:sp>
      <p:sp>
        <p:nvSpPr>
          <p:cNvPr id="9" name="Espace réservé du contenu 2">
            <a:extLst>
              <a:ext uri="{FF2B5EF4-FFF2-40B4-BE49-F238E27FC236}">
                <a16:creationId xmlns:a16="http://schemas.microsoft.com/office/drawing/2014/main" id="{24860569-302A-8954-C736-2B3AF4DF9B07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8126083" y="2250011"/>
            <a:ext cx="3183145" cy="1604513"/>
          </a:xfrm>
        </p:spPr>
        <p:txBody>
          <a:bodyPr>
            <a:normAutofit/>
          </a:bodyPr>
          <a:lstStyle>
            <a:lvl1pPr marL="0" indent="0" algn="ctr">
              <a:buNone/>
              <a:defRPr sz="8600">
                <a:solidFill>
                  <a:srgbClr val="FF1EF7"/>
                </a:solidFill>
                <a:latin typeface="Anton" pitchFamily="2" charset="0"/>
              </a:defRPr>
            </a:lvl1pPr>
            <a:lvl2pPr>
              <a:defRPr>
                <a:latin typeface="IBM Plex Sans" panose="020B0503050203000203" pitchFamily="34" charset="0"/>
              </a:defRPr>
            </a:lvl2pPr>
            <a:lvl3pPr>
              <a:defRPr>
                <a:latin typeface="IBM Plex Sans" panose="020B0503050203000203" pitchFamily="34" charset="0"/>
              </a:defRPr>
            </a:lvl3pPr>
            <a:lvl4pPr>
              <a:defRPr>
                <a:latin typeface="IBM Plex Sans" panose="020B0503050203000203" pitchFamily="34" charset="0"/>
              </a:defRPr>
            </a:lvl4pPr>
            <a:lvl5pPr>
              <a:defRPr>
                <a:latin typeface="IBM Plex Sans" panose="020B0503050203000203" pitchFamily="34" charset="0"/>
              </a:defRPr>
            </a:lvl5pPr>
          </a:lstStyle>
          <a:p>
            <a:pPr lvl="0"/>
            <a:r>
              <a:rPr lang="fr-FR"/>
              <a:t>+3.000</a:t>
            </a:r>
          </a:p>
        </p:txBody>
      </p:sp>
      <p:sp>
        <p:nvSpPr>
          <p:cNvPr id="11" name="Espace réservé du texte 10">
            <a:extLst>
              <a:ext uri="{FF2B5EF4-FFF2-40B4-BE49-F238E27FC236}">
                <a16:creationId xmlns:a16="http://schemas.microsoft.com/office/drawing/2014/main" id="{262CBA99-C850-3FF9-7A79-348CB28EC9E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76288" y="3890963"/>
            <a:ext cx="3183146" cy="522287"/>
          </a:xfrm>
        </p:spPr>
        <p:txBody>
          <a:bodyPr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>
                <a:latin typeface="IBM Plex Sans" panose="020B0503050203000203" pitchFamily="34" charset="0"/>
              </a:defRPr>
            </a:lvl1pPr>
            <a:lvl2pPr>
              <a:defRPr sz="1400">
                <a:latin typeface="IBM Plex Sans" panose="020B0503050203000203" pitchFamily="34" charset="0"/>
              </a:defRPr>
            </a:lvl2pPr>
            <a:lvl3pPr>
              <a:defRPr sz="1400">
                <a:latin typeface="IBM Plex Sans" panose="020B0503050203000203" pitchFamily="34" charset="0"/>
              </a:defRPr>
            </a:lvl3pPr>
            <a:lvl4pPr>
              <a:defRPr sz="1400">
                <a:latin typeface="IBM Plex Sans" panose="020B0503050203000203" pitchFamily="34" charset="0"/>
              </a:defRPr>
            </a:lvl4pPr>
            <a:lvl5pPr>
              <a:defRPr sz="1400">
                <a:latin typeface="IBM Plex Sans" panose="020B0503050203000203" pitchFamily="34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fr-FR">
                <a:solidFill>
                  <a:srgbClr val="013AFB"/>
                </a:solidFill>
                <a:latin typeface="IBM Plex Sans"/>
                <a:ea typeface="IBM Plex Sans"/>
                <a:cs typeface="IBM Plex Sans"/>
                <a:sym typeface="IBM Plex Sans"/>
              </a:rPr>
              <a:t>&lt; </a:t>
            </a:r>
            <a:r>
              <a:rPr lang="fr-FR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Étudiants dans le monde</a:t>
            </a:r>
            <a:r>
              <a:rPr lang="fr-FR">
                <a:solidFill>
                  <a:srgbClr val="013AFB"/>
                </a:solidFill>
                <a:latin typeface="IBM Plex Sans"/>
                <a:ea typeface="IBM Plex Sans"/>
                <a:cs typeface="IBM Plex Sans"/>
                <a:sym typeface="IBM Plex Sans"/>
              </a:rPr>
              <a:t> &gt;</a:t>
            </a:r>
          </a:p>
        </p:txBody>
      </p:sp>
      <p:sp>
        <p:nvSpPr>
          <p:cNvPr id="13" name="Espace réservé du texte 10">
            <a:extLst>
              <a:ext uri="{FF2B5EF4-FFF2-40B4-BE49-F238E27FC236}">
                <a16:creationId xmlns:a16="http://schemas.microsoft.com/office/drawing/2014/main" id="{A5E38A8E-AC3D-4CE2-7C41-EF5F8FB2E1D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20242" y="5970588"/>
            <a:ext cx="3183146" cy="522287"/>
          </a:xfrm>
        </p:spPr>
        <p:txBody>
          <a:bodyPr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>
                <a:latin typeface="IBM Plex Sans" panose="020B0503050203000203" pitchFamily="34" charset="0"/>
              </a:defRPr>
            </a:lvl1pPr>
            <a:lvl2pPr>
              <a:defRPr sz="1400">
                <a:latin typeface="IBM Plex Sans" panose="020B0503050203000203" pitchFamily="34" charset="0"/>
              </a:defRPr>
            </a:lvl2pPr>
            <a:lvl3pPr>
              <a:defRPr sz="1400">
                <a:latin typeface="IBM Plex Sans" panose="020B0503050203000203" pitchFamily="34" charset="0"/>
              </a:defRPr>
            </a:lvl3pPr>
            <a:lvl4pPr>
              <a:defRPr sz="1400">
                <a:latin typeface="IBM Plex Sans" panose="020B0503050203000203" pitchFamily="34" charset="0"/>
              </a:defRPr>
            </a:lvl4pPr>
            <a:lvl5pPr>
              <a:defRPr sz="1400">
                <a:latin typeface="IBM Plex Sans" panose="020B0503050203000203" pitchFamily="34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fr-FR">
                <a:solidFill>
                  <a:srgbClr val="013AFB"/>
                </a:solidFill>
                <a:latin typeface="IBM Plex Sans"/>
                <a:ea typeface="IBM Plex Sans"/>
                <a:cs typeface="IBM Plex Sans"/>
                <a:sym typeface="IBM Plex Sans"/>
              </a:rPr>
              <a:t>&lt; </a:t>
            </a:r>
            <a:r>
              <a:rPr lang="fr-FR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Campus en France et 3 en Europe</a:t>
            </a:r>
            <a:r>
              <a:rPr lang="fr-FR">
                <a:solidFill>
                  <a:srgbClr val="013AFB"/>
                </a:solidFill>
                <a:latin typeface="IBM Plex Sans"/>
                <a:ea typeface="IBM Plex Sans"/>
                <a:cs typeface="IBM Plex Sans"/>
                <a:sym typeface="IBM Plex Sans"/>
              </a:rPr>
              <a:t> &gt;</a:t>
            </a:r>
          </a:p>
        </p:txBody>
      </p:sp>
      <p:sp>
        <p:nvSpPr>
          <p:cNvPr id="14" name="Espace réservé du texte 10">
            <a:extLst>
              <a:ext uri="{FF2B5EF4-FFF2-40B4-BE49-F238E27FC236}">
                <a16:creationId xmlns:a16="http://schemas.microsoft.com/office/drawing/2014/main" id="{D9EF2C3A-A616-8F5C-DAB3-884BFCCBD1C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126084" y="4069901"/>
            <a:ext cx="3183146" cy="522287"/>
          </a:xfrm>
        </p:spPr>
        <p:txBody>
          <a:bodyPr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>
                <a:latin typeface="IBM Plex Sans" panose="020B0503050203000203" pitchFamily="34" charset="0"/>
              </a:defRPr>
            </a:lvl1pPr>
            <a:lvl2pPr>
              <a:defRPr sz="1400">
                <a:latin typeface="IBM Plex Sans" panose="020B0503050203000203" pitchFamily="34" charset="0"/>
              </a:defRPr>
            </a:lvl2pPr>
            <a:lvl3pPr>
              <a:defRPr sz="1400">
                <a:latin typeface="IBM Plex Sans" panose="020B0503050203000203" pitchFamily="34" charset="0"/>
              </a:defRPr>
            </a:lvl3pPr>
            <a:lvl4pPr>
              <a:defRPr sz="1400">
                <a:latin typeface="IBM Plex Sans" panose="020B0503050203000203" pitchFamily="34" charset="0"/>
              </a:defRPr>
            </a:lvl4pPr>
            <a:lvl5pPr>
              <a:defRPr sz="1400">
                <a:latin typeface="IBM Plex Sans" panose="020B0503050203000203" pitchFamily="34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fr-FR">
                <a:solidFill>
                  <a:srgbClr val="013AFB"/>
                </a:solidFill>
                <a:latin typeface="IBM Plex Sans"/>
                <a:ea typeface="IBM Plex Sans"/>
                <a:cs typeface="IBM Plex Sans"/>
                <a:sym typeface="IBM Plex Sans"/>
              </a:rPr>
              <a:t>&lt; </a:t>
            </a:r>
            <a:r>
              <a:rPr lang="fr-FR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Entreprises partenaires</a:t>
            </a:r>
            <a:r>
              <a:rPr lang="fr-FR">
                <a:solidFill>
                  <a:srgbClr val="013AFB"/>
                </a:solidFill>
                <a:latin typeface="IBM Plex Sans"/>
                <a:ea typeface="IBM Plex Sans"/>
                <a:cs typeface="IBM Plex Sans"/>
                <a:sym typeface="IBM Plex Sans"/>
              </a:rPr>
              <a:t> &gt;</a:t>
            </a:r>
          </a:p>
        </p:txBody>
      </p:sp>
    </p:spTree>
    <p:extLst>
      <p:ext uri="{BB962C8B-B14F-4D97-AF65-F5344CB8AC3E}">
        <p14:creationId xmlns:p14="http://schemas.microsoft.com/office/powerpoint/2010/main" val="2073231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iffres clés 2">
    <p:bg>
      <p:bgPr>
        <a:solidFill>
          <a:srgbClr val="013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505B54B-3576-E456-C53A-E921B5702A6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>
            <a:lvl1pPr>
              <a:defRPr sz="8600">
                <a:solidFill>
                  <a:schemeClr val="bg1"/>
                </a:solidFill>
                <a:latin typeface="Anton" pitchFamily="2" charset="0"/>
              </a:defRPr>
            </a:lvl1pPr>
          </a:lstStyle>
          <a:p>
            <a:r>
              <a:rPr lang="fr-FR"/>
              <a:t>CHIFFRES CL</a:t>
            </a:r>
            <a:r>
              <a:rPr lang="fr" sz="8000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rPr>
              <a:t>É</a:t>
            </a:r>
            <a:r>
              <a:rPr lang="fr-FR"/>
              <a:t>S_</a:t>
            </a:r>
          </a:p>
        </p:txBody>
      </p:sp>
      <p:pic>
        <p:nvPicPr>
          <p:cNvPr id="6" name="Google Shape;142;p20" title="Fichier 7@4x.png">
            <a:extLst>
              <a:ext uri="{FF2B5EF4-FFF2-40B4-BE49-F238E27FC236}">
                <a16:creationId xmlns:a16="http://schemas.microsoft.com/office/drawing/2014/main" id="{18F34BA2-A67C-727D-B5B8-9AFCB1463CA1}"/>
              </a:ext>
            </a:extLst>
          </p:cNvPr>
          <p:cNvPicPr preferRelativeResize="0"/>
          <p:nvPr userDrawn="1"/>
        </p:nvPicPr>
        <p:blipFill rotWithShape="1">
          <a:blip r:embed="rId2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202393" y="2158771"/>
            <a:ext cx="5989608" cy="3899918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Espace réservé du numéro de diapositive 5">
            <a:extLst>
              <a:ext uri="{FF2B5EF4-FFF2-40B4-BE49-F238E27FC236}">
                <a16:creationId xmlns:a16="http://schemas.microsoft.com/office/drawing/2014/main" id="{E5ADF813-7DEA-4F96-83F4-A0974D31DAD9}"/>
              </a:ext>
            </a:extLst>
          </p:cNvPr>
          <p:cNvSpPr txBox="1">
            <a:spLocks/>
          </p:cNvSpPr>
          <p:nvPr userDrawn="1"/>
        </p:nvSpPr>
        <p:spPr>
          <a:xfrm>
            <a:off x="9309340" y="63119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500">
                <a:solidFill>
                  <a:schemeClr val="bg1"/>
                </a:solidFill>
                <a:latin typeface="IBM Plex Sans" panose="020B0503050203000203" pitchFamily="34" charset="0"/>
              </a:rPr>
              <a:t>&lt;</a:t>
            </a:r>
            <a:fld id="{FC5F32F1-593F-4499-ABC1-06509EC27309}" type="slidenum">
              <a:rPr lang="fr-FR" sz="1500" smtClean="0">
                <a:solidFill>
                  <a:schemeClr val="bg1"/>
                </a:solidFill>
                <a:latin typeface="IBM Plex Sans" panose="020B0503050203000203" pitchFamily="34" charset="0"/>
              </a:rPr>
              <a:pPr/>
              <a:t>‹#›</a:t>
            </a:fld>
            <a:r>
              <a:rPr lang="fr-FR" sz="1500">
                <a:solidFill>
                  <a:schemeClr val="bg1"/>
                </a:solidFill>
                <a:latin typeface="IBM Plex Sans" panose="020B0503050203000203" pitchFamily="34" charset="0"/>
              </a:rPr>
              <a:t>&gt;</a:t>
            </a:r>
          </a:p>
        </p:txBody>
      </p:sp>
      <p:sp>
        <p:nvSpPr>
          <p:cNvPr id="9" name="Espace réservé du texte 8">
            <a:extLst>
              <a:ext uri="{FF2B5EF4-FFF2-40B4-BE49-F238E27FC236}">
                <a16:creationId xmlns:a16="http://schemas.microsoft.com/office/drawing/2014/main" id="{E0E29D40-67F8-953D-6E85-738701FB190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16068" y="3881888"/>
            <a:ext cx="3473540" cy="1544128"/>
          </a:xfrm>
        </p:spPr>
        <p:txBody>
          <a:bodyPr>
            <a:noAutofit/>
          </a:bodyPr>
          <a:lstStyle>
            <a:lvl1pPr marL="0" indent="0">
              <a:buNone/>
              <a:defRPr sz="13200">
                <a:solidFill>
                  <a:srgbClr val="00FF97"/>
                </a:solidFill>
                <a:latin typeface="Anton" pitchFamily="2" charset="0"/>
              </a:defRPr>
            </a:lvl1pPr>
            <a:lvl5pPr>
              <a:defRPr/>
            </a:lvl5pPr>
          </a:lstStyle>
          <a:p>
            <a:pPr lvl="0"/>
            <a:r>
              <a:rPr lang="fr-FR"/>
              <a:t>1999</a:t>
            </a:r>
          </a:p>
        </p:txBody>
      </p:sp>
      <p:sp>
        <p:nvSpPr>
          <p:cNvPr id="11" name="Espace réservé du texte 10">
            <a:extLst>
              <a:ext uri="{FF2B5EF4-FFF2-40B4-BE49-F238E27FC236}">
                <a16:creationId xmlns:a16="http://schemas.microsoft.com/office/drawing/2014/main" id="{BB30130E-4C2F-E92D-44CB-7ADA675DDF2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38200" y="5554663"/>
            <a:ext cx="5257800" cy="938212"/>
          </a:xfrm>
        </p:spPr>
        <p:txBody>
          <a:bodyPr>
            <a:normAutofit/>
          </a:bodyPr>
          <a:lstStyle>
            <a:lvl1pPr algn="r">
              <a:defRPr sz="1600">
                <a:solidFill>
                  <a:srgbClr val="FFFFFF"/>
                </a:solidFill>
                <a:latin typeface="IBM Plex Sans" panose="020B0503050203000203" pitchFamily="34" charset="0"/>
              </a:defRPr>
            </a:lvl1pPr>
            <a:lvl2pPr>
              <a:defRPr>
                <a:solidFill>
                  <a:srgbClr val="FFFFFF"/>
                </a:solidFill>
                <a:latin typeface="IBM Plex Sans" panose="020B0503050203000203" pitchFamily="34" charset="0"/>
              </a:defRPr>
            </a:lvl2pPr>
            <a:lvl3pPr>
              <a:defRPr>
                <a:solidFill>
                  <a:srgbClr val="FFFFFF"/>
                </a:solidFill>
                <a:latin typeface="IBM Plex Sans" panose="020B0503050203000203" pitchFamily="34" charset="0"/>
              </a:defRPr>
            </a:lvl3pPr>
            <a:lvl4pPr>
              <a:defRPr>
                <a:solidFill>
                  <a:srgbClr val="FFFFFF"/>
                </a:solidFill>
                <a:latin typeface="IBM Plex Sans" panose="020B0503050203000203" pitchFamily="34" charset="0"/>
              </a:defRPr>
            </a:lvl4pPr>
            <a:lvl5pPr>
              <a:defRPr>
                <a:solidFill>
                  <a:srgbClr val="FFFFFF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fr-FR"/>
              <a:t>&lt;Ici se trouve un premier chiffre clé</a:t>
            </a:r>
          </a:p>
          <a:p>
            <a:pPr lvl="0"/>
            <a:r>
              <a:rPr lang="fr-FR"/>
              <a:t>Sous forme de date. /&gt;</a:t>
            </a:r>
          </a:p>
        </p:txBody>
      </p:sp>
    </p:spTree>
    <p:extLst>
      <p:ext uri="{BB962C8B-B14F-4D97-AF65-F5344CB8AC3E}">
        <p14:creationId xmlns:p14="http://schemas.microsoft.com/office/powerpoint/2010/main" val="11212628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iffres clés 3">
    <p:bg>
      <p:bgPr>
        <a:solidFill>
          <a:srgbClr val="013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505B54B-3576-E456-C53A-E921B5702A6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>
            <a:lvl1pPr>
              <a:defRPr sz="8600">
                <a:solidFill>
                  <a:schemeClr val="bg1"/>
                </a:solidFill>
                <a:latin typeface="Anton" pitchFamily="2" charset="0"/>
              </a:defRPr>
            </a:lvl1pPr>
          </a:lstStyle>
          <a:p>
            <a:r>
              <a:rPr lang="fr-FR"/>
              <a:t>CHIFFRES CL</a:t>
            </a:r>
            <a:r>
              <a:rPr lang="fr" sz="8000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rPr>
              <a:t>É</a:t>
            </a:r>
            <a:r>
              <a:rPr lang="fr-FR"/>
              <a:t>S_</a:t>
            </a:r>
          </a:p>
        </p:txBody>
      </p:sp>
      <p:sp>
        <p:nvSpPr>
          <p:cNvPr id="7" name="Espace réservé du numéro de diapositive 5">
            <a:extLst>
              <a:ext uri="{FF2B5EF4-FFF2-40B4-BE49-F238E27FC236}">
                <a16:creationId xmlns:a16="http://schemas.microsoft.com/office/drawing/2014/main" id="{E5ADF813-7DEA-4F96-83F4-A0974D31DAD9}"/>
              </a:ext>
            </a:extLst>
          </p:cNvPr>
          <p:cNvSpPr txBox="1">
            <a:spLocks/>
          </p:cNvSpPr>
          <p:nvPr userDrawn="1"/>
        </p:nvSpPr>
        <p:spPr>
          <a:xfrm>
            <a:off x="9309340" y="63119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500">
                <a:solidFill>
                  <a:schemeClr val="bg1"/>
                </a:solidFill>
                <a:latin typeface="IBM Plex Sans" panose="020B0503050203000203" pitchFamily="34" charset="0"/>
              </a:rPr>
              <a:t>&lt;</a:t>
            </a:r>
            <a:fld id="{FC5F32F1-593F-4499-ABC1-06509EC27309}" type="slidenum">
              <a:rPr lang="fr-FR" sz="1500" smtClean="0">
                <a:solidFill>
                  <a:schemeClr val="bg1"/>
                </a:solidFill>
                <a:latin typeface="IBM Plex Sans" panose="020B0503050203000203" pitchFamily="34" charset="0"/>
              </a:rPr>
              <a:pPr/>
              <a:t>‹#›</a:t>
            </a:fld>
            <a:r>
              <a:rPr lang="fr-FR" sz="1500">
                <a:solidFill>
                  <a:schemeClr val="bg1"/>
                </a:solidFill>
                <a:latin typeface="IBM Plex Sans" panose="020B0503050203000203" pitchFamily="34" charset="0"/>
              </a:rPr>
              <a:t>&gt;</a:t>
            </a:r>
          </a:p>
        </p:txBody>
      </p:sp>
      <p:sp>
        <p:nvSpPr>
          <p:cNvPr id="9" name="Espace réservé du texte 8">
            <a:extLst>
              <a:ext uri="{FF2B5EF4-FFF2-40B4-BE49-F238E27FC236}">
                <a16:creationId xmlns:a16="http://schemas.microsoft.com/office/drawing/2014/main" id="{E0E29D40-67F8-953D-6E85-738701FB190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16068" y="3881888"/>
            <a:ext cx="3579932" cy="1544128"/>
          </a:xfrm>
        </p:spPr>
        <p:txBody>
          <a:bodyPr>
            <a:noAutofit/>
          </a:bodyPr>
          <a:lstStyle>
            <a:lvl1pPr marL="0" indent="0">
              <a:buNone/>
              <a:defRPr sz="13200">
                <a:solidFill>
                  <a:srgbClr val="00FF97"/>
                </a:solidFill>
                <a:latin typeface="Anton" pitchFamily="2" charset="0"/>
              </a:defRPr>
            </a:lvl1pPr>
            <a:lvl5pPr>
              <a:defRPr/>
            </a:lvl5pPr>
          </a:lstStyle>
          <a:p>
            <a:pPr lvl="0"/>
            <a:r>
              <a:rPr lang="fr-FR"/>
              <a:t>2025</a:t>
            </a:r>
          </a:p>
        </p:txBody>
      </p:sp>
      <p:sp>
        <p:nvSpPr>
          <p:cNvPr id="11" name="Espace réservé du texte 10">
            <a:extLst>
              <a:ext uri="{FF2B5EF4-FFF2-40B4-BE49-F238E27FC236}">
                <a16:creationId xmlns:a16="http://schemas.microsoft.com/office/drawing/2014/main" id="{BB30130E-4C2F-E92D-44CB-7ADA675DDF2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16066" y="5554663"/>
            <a:ext cx="5230455" cy="938212"/>
          </a:xfrm>
        </p:spPr>
        <p:txBody>
          <a:bodyPr>
            <a:normAutofit/>
          </a:bodyPr>
          <a:lstStyle>
            <a:lvl1pPr algn="l">
              <a:defRPr sz="1600">
                <a:solidFill>
                  <a:srgbClr val="FFFFFF"/>
                </a:solidFill>
                <a:latin typeface="IBM Plex Sans" panose="020B0503050203000203" pitchFamily="34" charset="0"/>
              </a:defRPr>
            </a:lvl1pPr>
            <a:lvl2pPr>
              <a:defRPr>
                <a:solidFill>
                  <a:srgbClr val="FFFFFF"/>
                </a:solidFill>
                <a:latin typeface="IBM Plex Sans" panose="020B0503050203000203" pitchFamily="34" charset="0"/>
              </a:defRPr>
            </a:lvl2pPr>
            <a:lvl3pPr>
              <a:defRPr>
                <a:solidFill>
                  <a:srgbClr val="FFFFFF"/>
                </a:solidFill>
                <a:latin typeface="IBM Plex Sans" panose="020B0503050203000203" pitchFamily="34" charset="0"/>
              </a:defRPr>
            </a:lvl3pPr>
            <a:lvl4pPr>
              <a:defRPr>
                <a:solidFill>
                  <a:srgbClr val="FFFFFF"/>
                </a:solidFill>
                <a:latin typeface="IBM Plex Sans" panose="020B0503050203000203" pitchFamily="34" charset="0"/>
              </a:defRPr>
            </a:lvl4pPr>
            <a:lvl5pPr>
              <a:defRPr>
                <a:solidFill>
                  <a:srgbClr val="FFFFFF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fr-FR"/>
              <a:t>&lt;Ici se trouve un premier chiffre clé</a:t>
            </a:r>
          </a:p>
          <a:p>
            <a:pPr lvl="0"/>
            <a:r>
              <a:rPr lang="fr-FR"/>
              <a:t>Sous forme de date. /&gt;</a:t>
            </a:r>
          </a:p>
        </p:txBody>
      </p:sp>
      <p:pic>
        <p:nvPicPr>
          <p:cNvPr id="3" name="Google Shape;151;p21" title="Fichier 7@4x.png">
            <a:extLst>
              <a:ext uri="{FF2B5EF4-FFF2-40B4-BE49-F238E27FC236}">
                <a16:creationId xmlns:a16="http://schemas.microsoft.com/office/drawing/2014/main" id="{D6D8877D-0515-D4A2-45E0-A1C010F07BD9}"/>
              </a:ext>
            </a:extLst>
          </p:cNvPr>
          <p:cNvPicPr preferRelativeResize="0"/>
          <p:nvPr userDrawn="1"/>
        </p:nvPicPr>
        <p:blipFill rotWithShape="1">
          <a:blip r:embed="rId2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2270913"/>
            <a:ext cx="1837426" cy="381185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775349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sposition personnalisée">
    <p:bg>
      <p:bgPr>
        <a:solidFill>
          <a:srgbClr val="013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2BC8AF4-3B10-7490-023F-BB99D3B16B1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3747" y="356499"/>
            <a:ext cx="7287883" cy="1325563"/>
          </a:xfrm>
        </p:spPr>
        <p:txBody>
          <a:bodyPr>
            <a:normAutofit/>
          </a:bodyPr>
          <a:lstStyle>
            <a:lvl1pPr>
              <a:defRPr sz="8600">
                <a:solidFill>
                  <a:srgbClr val="FFFFFF"/>
                </a:solidFill>
                <a:latin typeface="Anton" pitchFamily="2" charset="0"/>
              </a:defRPr>
            </a:lvl1pPr>
          </a:lstStyle>
          <a:p>
            <a:r>
              <a:rPr lang="fr-FR"/>
              <a:t>CITATION_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8F90E0B-21A4-FB3D-0B92-0E3862E0108A}"/>
              </a:ext>
            </a:extLst>
          </p:cNvPr>
          <p:cNvSpPr txBox="1">
            <a:spLocks/>
          </p:cNvSpPr>
          <p:nvPr userDrawn="1"/>
        </p:nvSpPr>
        <p:spPr>
          <a:xfrm>
            <a:off x="9309340" y="63119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500">
                <a:solidFill>
                  <a:schemeClr val="bg1"/>
                </a:solidFill>
                <a:latin typeface="IBM Plex Sans" panose="020B0503050203000203" pitchFamily="34" charset="0"/>
              </a:rPr>
              <a:t>&lt;</a:t>
            </a:r>
            <a:fld id="{FC5F32F1-593F-4499-ABC1-06509EC27309}" type="slidenum">
              <a:rPr lang="fr-FR" sz="1500" smtClean="0">
                <a:solidFill>
                  <a:schemeClr val="bg1"/>
                </a:solidFill>
                <a:latin typeface="IBM Plex Sans" panose="020B0503050203000203" pitchFamily="34" charset="0"/>
              </a:rPr>
              <a:pPr/>
              <a:t>‹#›</a:t>
            </a:fld>
            <a:r>
              <a:rPr lang="fr-FR" sz="1500">
                <a:solidFill>
                  <a:schemeClr val="bg1"/>
                </a:solidFill>
                <a:latin typeface="IBM Plex Sans" panose="020B0503050203000203" pitchFamily="34" charset="0"/>
              </a:rPr>
              <a:t>&gt;</a:t>
            </a:r>
          </a:p>
        </p:txBody>
      </p:sp>
      <p:pic>
        <p:nvPicPr>
          <p:cNvPr id="7" name="Google Shape;171;p23" title="Fichier 5.png">
            <a:extLst>
              <a:ext uri="{FF2B5EF4-FFF2-40B4-BE49-F238E27FC236}">
                <a16:creationId xmlns:a16="http://schemas.microsoft.com/office/drawing/2014/main" id="{D1C261A9-F05A-F2AE-CD88-EDA78635C059}"/>
              </a:ext>
            </a:extLst>
          </p:cNvPr>
          <p:cNvPicPr preferRelativeResize="0"/>
          <p:nvPr userDrawn="1"/>
        </p:nvPicPr>
        <p:blipFill rotWithShape="1">
          <a:blip r:embed="rId2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250"/>
          <a:stretch/>
        </p:blipFill>
        <p:spPr>
          <a:xfrm>
            <a:off x="7901796" y="-1"/>
            <a:ext cx="4290204" cy="5662475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Espace réservé du texte 8">
            <a:extLst>
              <a:ext uri="{FF2B5EF4-FFF2-40B4-BE49-F238E27FC236}">
                <a16:creationId xmlns:a16="http://schemas.microsoft.com/office/drawing/2014/main" id="{3BE4672D-2F38-39DB-A209-D26482C908B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3747" y="3044825"/>
            <a:ext cx="7288003" cy="1069975"/>
          </a:xfrm>
        </p:spPr>
        <p:txBody>
          <a:bodyPr>
            <a:no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  <a:latin typeface="IBM Plex Sans" panose="020B0503050203000203" pitchFamily="34" charset="0"/>
              </a:defRPr>
            </a:lvl1pPr>
            <a:lvl2pPr>
              <a:defRPr sz="2000">
                <a:solidFill>
                  <a:srgbClr val="FFFFFF"/>
                </a:solidFill>
                <a:latin typeface="IBM Plex Sans" panose="020B0503050203000203" pitchFamily="34" charset="0"/>
              </a:defRPr>
            </a:lvl2pPr>
            <a:lvl3pPr>
              <a:defRPr sz="2000">
                <a:solidFill>
                  <a:srgbClr val="FFFFFF"/>
                </a:solidFill>
                <a:latin typeface="IBM Plex Sans" panose="020B0503050203000203" pitchFamily="34" charset="0"/>
              </a:defRPr>
            </a:lvl3pPr>
            <a:lvl4pPr>
              <a:defRPr sz="2000">
                <a:solidFill>
                  <a:srgbClr val="FFFFFF"/>
                </a:solidFill>
                <a:latin typeface="IBM Plex Sans" panose="020B0503050203000203" pitchFamily="34" charset="0"/>
              </a:defRPr>
            </a:lvl4pPr>
            <a:lvl5pPr>
              <a:defRPr sz="2000">
                <a:solidFill>
                  <a:srgbClr val="FFFFFF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fr-FR"/>
              <a:t>&lt; Vous pouvez sur cette slide inclure</a:t>
            </a:r>
          </a:p>
          <a:p>
            <a:pPr lvl="0"/>
            <a:r>
              <a:rPr lang="fr-FR"/>
              <a:t>Une citation à mettre en avant. /&gt;</a:t>
            </a:r>
          </a:p>
        </p:txBody>
      </p:sp>
      <p:sp>
        <p:nvSpPr>
          <p:cNvPr id="10" name="Espace réservé du texte 8">
            <a:extLst>
              <a:ext uri="{FF2B5EF4-FFF2-40B4-BE49-F238E27FC236}">
                <a16:creationId xmlns:a16="http://schemas.microsoft.com/office/drawing/2014/main" id="{16954CBA-20C8-1F3B-8126-568401777A6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3747" y="4275526"/>
            <a:ext cx="7288003" cy="1069975"/>
          </a:xfrm>
        </p:spPr>
        <p:txBody>
          <a:bodyPr>
            <a:noAutofit/>
          </a:bodyPr>
          <a:lstStyle>
            <a:lvl1pPr marL="0" indent="0" algn="ctr">
              <a:buNone/>
              <a:defRPr sz="1700" i="1">
                <a:solidFill>
                  <a:srgbClr val="FFFFFF"/>
                </a:solidFill>
                <a:latin typeface="IBM Plex Sans" panose="020B0503050203000203" pitchFamily="34" charset="0"/>
              </a:defRPr>
            </a:lvl1pPr>
            <a:lvl2pPr>
              <a:defRPr sz="2000">
                <a:solidFill>
                  <a:srgbClr val="FFFFFF"/>
                </a:solidFill>
                <a:latin typeface="IBM Plex Sans" panose="020B0503050203000203" pitchFamily="34" charset="0"/>
              </a:defRPr>
            </a:lvl2pPr>
            <a:lvl3pPr>
              <a:defRPr sz="2000">
                <a:solidFill>
                  <a:srgbClr val="FFFFFF"/>
                </a:solidFill>
                <a:latin typeface="IBM Plex Sans" panose="020B0503050203000203" pitchFamily="34" charset="0"/>
              </a:defRPr>
            </a:lvl3pPr>
            <a:lvl4pPr>
              <a:defRPr sz="2000">
                <a:solidFill>
                  <a:srgbClr val="FFFFFF"/>
                </a:solidFill>
                <a:latin typeface="IBM Plex Sans" panose="020B0503050203000203" pitchFamily="34" charset="0"/>
              </a:defRPr>
            </a:lvl4pPr>
            <a:lvl5pPr>
              <a:defRPr sz="2000">
                <a:solidFill>
                  <a:srgbClr val="FFFFFF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fr-FR"/>
              <a:t>Nom Prénom, Fonction</a:t>
            </a:r>
          </a:p>
        </p:txBody>
      </p:sp>
    </p:spTree>
    <p:extLst>
      <p:ext uri="{BB962C8B-B14F-4D97-AF65-F5344CB8AC3E}">
        <p14:creationId xmlns:p14="http://schemas.microsoft.com/office/powerpoint/2010/main" val="28282745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position vide (blanc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C108290-D761-0A5C-30AF-32646D2D7CA6}"/>
              </a:ext>
            </a:extLst>
          </p:cNvPr>
          <p:cNvSpPr txBox="1">
            <a:spLocks/>
          </p:cNvSpPr>
          <p:nvPr userDrawn="1"/>
        </p:nvSpPr>
        <p:spPr>
          <a:xfrm>
            <a:off x="9309340" y="63119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500">
                <a:solidFill>
                  <a:srgbClr val="013AFB"/>
                </a:solidFill>
                <a:latin typeface="IBM Plex Sans" panose="020B0503050203000203" pitchFamily="34" charset="0"/>
              </a:rPr>
              <a:t>&lt;</a:t>
            </a:r>
            <a:fld id="{FC5F32F1-593F-4499-ABC1-06509EC27309}" type="slidenum">
              <a:rPr lang="fr-FR" sz="1500" smtClean="0">
                <a:solidFill>
                  <a:srgbClr val="013AFB"/>
                </a:solidFill>
                <a:latin typeface="IBM Plex Sans" panose="020B0503050203000203" pitchFamily="34" charset="0"/>
              </a:rPr>
              <a:pPr/>
              <a:t>‹#›</a:t>
            </a:fld>
            <a:r>
              <a:rPr lang="fr-FR" sz="1500">
                <a:solidFill>
                  <a:srgbClr val="013AFB"/>
                </a:solidFill>
                <a:latin typeface="IBM Plex Sans" panose="020B0503050203000203" pitchFamily="34" charset="0"/>
              </a:rPr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83430245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position vide (bleu)">
    <p:bg>
      <p:bgPr>
        <a:solidFill>
          <a:srgbClr val="013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C108290-D761-0A5C-30AF-32646D2D7CA6}"/>
              </a:ext>
            </a:extLst>
          </p:cNvPr>
          <p:cNvSpPr txBox="1">
            <a:spLocks/>
          </p:cNvSpPr>
          <p:nvPr userDrawn="1"/>
        </p:nvSpPr>
        <p:spPr>
          <a:xfrm>
            <a:off x="9309340" y="63119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500">
                <a:solidFill>
                  <a:srgbClr val="FFFFFF"/>
                </a:solidFill>
                <a:latin typeface="IBM Plex Sans" panose="020B0503050203000203" pitchFamily="34" charset="0"/>
              </a:rPr>
              <a:t>&lt;</a:t>
            </a:r>
            <a:fld id="{FC5F32F1-593F-4499-ABC1-06509EC27309}" type="slidenum">
              <a:rPr lang="fr-FR" sz="1500" smtClean="0">
                <a:solidFill>
                  <a:srgbClr val="FFFFFF"/>
                </a:solidFill>
                <a:latin typeface="IBM Plex Sans" panose="020B0503050203000203" pitchFamily="34" charset="0"/>
              </a:rPr>
              <a:pPr/>
              <a:t>‹#›</a:t>
            </a:fld>
            <a:r>
              <a:rPr lang="fr-FR" sz="1500">
                <a:solidFill>
                  <a:srgbClr val="FFFFFF"/>
                </a:solidFill>
                <a:latin typeface="IBM Plex Sans" panose="020B0503050203000203" pitchFamily="34" charset="0"/>
              </a:rPr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38411678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4DAFBD0D-7CCA-913F-F750-9E4BED82EB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DB6AC83-53CB-5F3F-8A9E-C2FA30BB47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766D104-6F0F-3940-1538-95C03086564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F44F14C-D8F8-4F82-BB45-BBD870CE3440}" type="datetimeFigureOut">
              <a:rPr lang="fr-FR" smtClean="0"/>
              <a:t>02/03/2026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07A7337-B0DD-0014-D64C-D3F8B13CC0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B5B2F5F-3345-0FC8-716D-8C78FADC5A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C5F32F1-593F-4499-ABC1-06509EC27309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547041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8" r:id="rId2"/>
    <p:sldLayoutId id="2147483660" r:id="rId3"/>
    <p:sldLayoutId id="2147483650" r:id="rId4"/>
    <p:sldLayoutId id="2147483661" r:id="rId5"/>
    <p:sldLayoutId id="2147483662" r:id="rId6"/>
    <p:sldLayoutId id="2147483663" r:id="rId7"/>
    <p:sldLayoutId id="2147483664" r:id="rId8"/>
    <p:sldLayoutId id="2147483669" r:id="rId9"/>
    <p:sldLayoutId id="2147483667" r:id="rId10"/>
    <p:sldLayoutId id="2147483665" r:id="rId11"/>
    <p:sldLayoutId id="214748366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54D0D4B-0F2B-E4B1-7D78-EF44D8A0F93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err="1"/>
              <a:t>Prototyping</a:t>
            </a:r>
            <a:r>
              <a:rPr lang="fr-FR"/>
              <a:t> pool</a:t>
            </a:r>
            <a:endParaRPr lang="fr-FR">
              <a:solidFill>
                <a:srgbClr val="FF5F3A"/>
              </a:solidFill>
            </a:endParaRP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DE8ED0B8-0DEF-1ABC-A014-CFC41C681AB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/>
              <a:t>&lt;G-EIP-600&gt;</a:t>
            </a:r>
          </a:p>
        </p:txBody>
      </p:sp>
    </p:spTree>
    <p:extLst>
      <p:ext uri="{BB962C8B-B14F-4D97-AF65-F5344CB8AC3E}">
        <p14:creationId xmlns:p14="http://schemas.microsoft.com/office/powerpoint/2010/main" val="26936112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56034EC3-DD75-B8D9-D345-3866650ED5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4171" y="365125"/>
            <a:ext cx="10134599" cy="1325563"/>
          </a:xfrm>
        </p:spPr>
        <p:txBody>
          <a:bodyPr/>
          <a:lstStyle/>
          <a:p>
            <a:r>
              <a:rPr lang="fr-FR" sz="7200"/>
              <a:t>Sprint de prototypage</a:t>
            </a:r>
            <a:r>
              <a:rPr lang="fr-FR" sz="7200">
                <a:solidFill>
                  <a:srgbClr val="00FF97"/>
                </a:solidFill>
              </a:rPr>
              <a:t>_</a:t>
            </a:r>
            <a:endParaRPr lang="fr-FR" sz="7200">
              <a:solidFill>
                <a:srgbClr val="FF5F3A"/>
              </a:solidFill>
            </a:endParaRP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1B67443C-C79C-C45C-5A17-8B677DB55412}"/>
              </a:ext>
            </a:extLst>
          </p:cNvPr>
          <p:cNvSpPr txBox="1"/>
          <p:nvPr/>
        </p:nvSpPr>
        <p:spPr>
          <a:xfrm>
            <a:off x="5312230" y="2127085"/>
            <a:ext cx="6647052" cy="32565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2800">
                <a:latin typeface="Anton" pitchFamily="2" charset="0"/>
              </a:rPr>
              <a:t>Transformer une idée en prototype testable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i="0" err="1">
                <a:effectLst/>
                <a:latin typeface="Anton" pitchFamily="2" charset="0"/>
              </a:rPr>
              <a:t>Présentation</a:t>
            </a:r>
            <a:r>
              <a:rPr lang="en-US" sz="2800" i="0">
                <a:effectLst/>
                <a:latin typeface="Anton" pitchFamily="2" charset="0"/>
              </a:rPr>
              <a:t> </a:t>
            </a:r>
            <a:r>
              <a:rPr lang="en-US" sz="2800" i="0" err="1">
                <a:effectLst/>
                <a:latin typeface="Anton" pitchFamily="2" charset="0"/>
              </a:rPr>
              <a:t>publique</a:t>
            </a:r>
            <a:endParaRPr lang="en-US" sz="2800" i="0">
              <a:effectLst/>
              <a:latin typeface="Anton" pitchFamily="2" charset="0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2800" i="0">
                <a:effectLst/>
                <a:latin typeface="Anton" pitchFamily="2" charset="0"/>
              </a:rPr>
              <a:t>Les bases de votre EIP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2800">
                <a:latin typeface="Anton" pitchFamily="2" charset="0"/>
              </a:rPr>
              <a:t>Vos RNCP</a:t>
            </a:r>
            <a:endParaRPr lang="fr-FR" sz="2800" i="0">
              <a:effectLst/>
              <a:latin typeface="Anton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6583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B6002E-2E2C-8312-594B-4BB3B4858E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CCABEDC3-E11E-D1B0-1A50-3AB263D20B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2665" y="365125"/>
            <a:ext cx="10264832" cy="1325563"/>
          </a:xfrm>
        </p:spPr>
        <p:txBody>
          <a:bodyPr/>
          <a:lstStyle/>
          <a:p>
            <a:r>
              <a:rPr lang="fr-FR" sz="6600"/>
              <a:t>Vue d’ensemble</a:t>
            </a:r>
            <a:r>
              <a:rPr lang="fr-FR" sz="6600">
                <a:solidFill>
                  <a:srgbClr val="FF1EF7"/>
                </a:solidFill>
                <a:latin typeface="Anton"/>
                <a:ea typeface="Anton"/>
                <a:cs typeface="Anton"/>
                <a:sym typeface="Anton"/>
              </a:rPr>
              <a:t>_</a:t>
            </a:r>
            <a:endParaRPr lang="fr-FR" sz="6600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9788DE72-7A1E-DCF6-DF4D-16BEAAB5D1B4}"/>
              </a:ext>
            </a:extLst>
          </p:cNvPr>
          <p:cNvSpPr txBox="1"/>
          <p:nvPr/>
        </p:nvSpPr>
        <p:spPr>
          <a:xfrm>
            <a:off x="399623" y="1882535"/>
            <a:ext cx="8504891" cy="276607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4000">
                <a:latin typeface="Anton" pitchFamily="2" charset="0"/>
              </a:rPr>
              <a:t>Semaine 1 : Comprendre &amp; Concevoir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4000">
                <a:latin typeface="Anton" pitchFamily="2" charset="0"/>
              </a:rPr>
              <a:t>Semaine 2 : Prototyper &amp; Tester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4000">
                <a:latin typeface="Anton" pitchFamily="2" charset="0"/>
              </a:rPr>
              <a:t>Résultat : prototype validé</a:t>
            </a:r>
          </a:p>
        </p:txBody>
      </p:sp>
    </p:spTree>
    <p:extLst>
      <p:ext uri="{BB962C8B-B14F-4D97-AF65-F5344CB8AC3E}">
        <p14:creationId xmlns:p14="http://schemas.microsoft.com/office/powerpoint/2010/main" val="29651543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FD9655-2051-5488-2408-F915B98680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AE4DE9CD-6187-7C54-E06F-5E1C64D99A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2665" y="365125"/>
            <a:ext cx="10264832" cy="1325563"/>
          </a:xfrm>
        </p:spPr>
        <p:txBody>
          <a:bodyPr/>
          <a:lstStyle/>
          <a:p>
            <a:r>
              <a:rPr lang="fr-FR" sz="6600"/>
              <a:t>Etape 1 : </a:t>
            </a:r>
            <a:r>
              <a:rPr lang="fr-FR" sz="6600" err="1"/>
              <a:t>Definition</a:t>
            </a:r>
            <a:r>
              <a:rPr lang="fr-FR" sz="6600">
                <a:solidFill>
                  <a:srgbClr val="00FF97"/>
                </a:solidFill>
              </a:rPr>
              <a:t>_</a:t>
            </a:r>
            <a:endParaRPr lang="fr-FR" sz="6600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68570E20-35FB-B7C1-37E6-DF27F1D3A166}"/>
              </a:ext>
            </a:extLst>
          </p:cNvPr>
          <p:cNvSpPr txBox="1"/>
          <p:nvPr/>
        </p:nvSpPr>
        <p:spPr>
          <a:xfrm>
            <a:off x="1142999" y="1974910"/>
            <a:ext cx="10101943" cy="276607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4000" err="1">
                <a:latin typeface="Anton" pitchFamily="2" charset="0"/>
              </a:rPr>
              <a:t>Définir</a:t>
            </a:r>
            <a:r>
              <a:rPr lang="en-US" sz="4000">
                <a:latin typeface="Anton" pitchFamily="2" charset="0"/>
              </a:rPr>
              <a:t> </a:t>
            </a:r>
            <a:r>
              <a:rPr lang="en-US" sz="4000" err="1">
                <a:latin typeface="Anton" pitchFamily="2" charset="0"/>
              </a:rPr>
              <a:t>votre</a:t>
            </a:r>
            <a:r>
              <a:rPr lang="en-US" sz="4000">
                <a:latin typeface="Anton" pitchFamily="2" charset="0"/>
              </a:rPr>
              <a:t> scope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4000">
                <a:latin typeface="Anton" pitchFamily="2" charset="0"/>
              </a:rPr>
              <a:t>Vos </a:t>
            </a:r>
            <a:r>
              <a:rPr lang="en-US" sz="4000" err="1">
                <a:latin typeface="Anton" pitchFamily="2" charset="0"/>
              </a:rPr>
              <a:t>objectifs</a:t>
            </a:r>
            <a:endParaRPr lang="en-US" sz="4000">
              <a:latin typeface="Anton" pitchFamily="2" charset="0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4000" err="1">
                <a:latin typeface="Anton" pitchFamily="2" charset="0"/>
              </a:rPr>
              <a:t>Définir</a:t>
            </a:r>
            <a:r>
              <a:rPr lang="en-US" sz="4000">
                <a:latin typeface="Anton" pitchFamily="2" charset="0"/>
              </a:rPr>
              <a:t> </a:t>
            </a:r>
            <a:r>
              <a:rPr lang="en-US" sz="4000" err="1">
                <a:latin typeface="Anton" pitchFamily="2" charset="0"/>
              </a:rPr>
              <a:t>votre</a:t>
            </a:r>
            <a:r>
              <a:rPr lang="en-US" sz="4000">
                <a:latin typeface="Anton" pitchFamily="2" charset="0"/>
              </a:rPr>
              <a:t> scenario de </a:t>
            </a:r>
            <a:r>
              <a:rPr lang="en-US" sz="4000" err="1">
                <a:latin typeface="Anton" pitchFamily="2" charset="0"/>
              </a:rPr>
              <a:t>démonstration</a:t>
            </a:r>
            <a:endParaRPr lang="en-US" sz="4000">
              <a:latin typeface="Anton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06360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19ACBB-543B-1E50-3AE3-4169787EEA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7AA080C6-365D-E234-2DE2-9134340030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2665" y="365125"/>
            <a:ext cx="10264832" cy="1325563"/>
          </a:xfrm>
        </p:spPr>
        <p:txBody>
          <a:bodyPr/>
          <a:lstStyle/>
          <a:p>
            <a:r>
              <a:rPr lang="fr-FR" sz="6600"/>
              <a:t>Rendu Etape 1</a:t>
            </a:r>
            <a:r>
              <a:rPr lang="fr-FR" sz="6600">
                <a:solidFill>
                  <a:srgbClr val="00FF97"/>
                </a:solidFill>
              </a:rPr>
              <a:t>_</a:t>
            </a:r>
            <a:endParaRPr lang="fr-FR" sz="6600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42E7791C-C247-8BF1-6F46-9C23785ADD0C}"/>
              </a:ext>
            </a:extLst>
          </p:cNvPr>
          <p:cNvSpPr txBox="1"/>
          <p:nvPr/>
        </p:nvSpPr>
        <p:spPr>
          <a:xfrm>
            <a:off x="282531" y="1714254"/>
            <a:ext cx="10375032" cy="454925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>
                <a:latin typeface="Anton" pitchFamily="2" charset="0"/>
              </a:rPr>
              <a:t>Follow-up </a:t>
            </a:r>
            <a:r>
              <a:rPr lang="en-US" sz="2800" err="1">
                <a:latin typeface="Anton" pitchFamily="2" charset="0"/>
              </a:rPr>
              <a:t>mardi</a:t>
            </a:r>
            <a:r>
              <a:rPr lang="en-US" sz="2800">
                <a:latin typeface="Anton" pitchFamily="2" charset="0"/>
              </a:rPr>
              <a:t> :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i="0">
                <a:effectLst/>
                <a:latin typeface="Anton" pitchFamily="2" charset="0"/>
              </a:rPr>
              <a:t>Un </a:t>
            </a:r>
            <a:r>
              <a:rPr lang="en-US" sz="2800" i="0" err="1">
                <a:effectLst/>
                <a:latin typeface="Anton" pitchFamily="2" charset="0"/>
              </a:rPr>
              <a:t>github</a:t>
            </a:r>
            <a:r>
              <a:rPr lang="en-US" sz="2800" i="0">
                <a:effectLst/>
                <a:latin typeface="Anton" pitchFamily="2" charset="0"/>
              </a:rPr>
              <a:t> project sur le sprint </a:t>
            </a:r>
            <a:r>
              <a:rPr lang="en-US" sz="2800" i="0" err="1">
                <a:effectLst/>
                <a:latin typeface="Anton" pitchFamily="2" charset="0"/>
              </a:rPr>
              <a:t>actuel</a:t>
            </a:r>
            <a:endParaRPr lang="en-US" sz="2800" i="0">
              <a:effectLst/>
              <a:latin typeface="Anton" pitchFamily="2" charset="0"/>
            </a:endParaRP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>
                <a:latin typeface="Anton" pitchFamily="2" charset="0"/>
              </a:rPr>
              <a:t>Une milestone </a:t>
            </a:r>
            <a:r>
              <a:rPr lang="en-US" sz="2800" err="1">
                <a:latin typeface="Anton" pitchFamily="2" charset="0"/>
              </a:rPr>
              <a:t>définie</a:t>
            </a:r>
            <a:r>
              <a:rPr lang="en-US" sz="2800">
                <a:latin typeface="Anton" pitchFamily="2" charset="0"/>
              </a:rPr>
              <a:t> avec des taches </a:t>
            </a:r>
            <a:r>
              <a:rPr lang="en-US" sz="2800" err="1">
                <a:latin typeface="Anton" pitchFamily="2" charset="0"/>
              </a:rPr>
              <a:t>assignées</a:t>
            </a:r>
            <a:endParaRPr lang="en-US" sz="2800">
              <a:latin typeface="Anton" pitchFamily="2" charset="0"/>
            </a:endParaRP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i="0" err="1">
                <a:effectLst/>
                <a:latin typeface="Anton" pitchFamily="2" charset="0"/>
              </a:rPr>
              <a:t>Répartition</a:t>
            </a:r>
            <a:r>
              <a:rPr lang="en-US" sz="2800" i="0">
                <a:effectLst/>
                <a:latin typeface="Anton" pitchFamily="2" charset="0"/>
              </a:rPr>
              <a:t> des taches (</a:t>
            </a:r>
            <a:r>
              <a:rPr lang="en-US" sz="2800" i="0" err="1">
                <a:effectLst/>
                <a:latin typeface="Anton" pitchFamily="2" charset="0"/>
              </a:rPr>
              <a:t>documentée</a:t>
            </a:r>
            <a:r>
              <a:rPr lang="en-US" sz="2800" i="0">
                <a:effectLst/>
                <a:latin typeface="Anton" pitchFamily="2" charset="0"/>
              </a:rPr>
              <a:t>)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err="1">
                <a:latin typeface="Anton" pitchFamily="2" charset="0"/>
              </a:rPr>
              <a:t>Définition</a:t>
            </a:r>
            <a:r>
              <a:rPr lang="en-US" sz="2800">
                <a:latin typeface="Anton" pitchFamily="2" charset="0"/>
              </a:rPr>
              <a:t> de </a:t>
            </a:r>
            <a:r>
              <a:rPr lang="en-US" sz="2800" err="1">
                <a:latin typeface="Anton" pitchFamily="2" charset="0"/>
              </a:rPr>
              <a:t>votre</a:t>
            </a:r>
            <a:r>
              <a:rPr lang="en-US" sz="2800">
                <a:latin typeface="Anton" pitchFamily="2" charset="0"/>
              </a:rPr>
              <a:t> </a:t>
            </a:r>
            <a:r>
              <a:rPr lang="en-US" sz="2800" err="1">
                <a:latin typeface="Anton" pitchFamily="2" charset="0"/>
              </a:rPr>
              <a:t>environnement</a:t>
            </a:r>
            <a:r>
              <a:rPr lang="en-US" sz="2800">
                <a:latin typeface="Anton" pitchFamily="2" charset="0"/>
              </a:rPr>
              <a:t> de travail (</a:t>
            </a:r>
            <a:r>
              <a:rPr lang="en-US" sz="2800" err="1">
                <a:latin typeface="Anton" pitchFamily="2" charset="0"/>
              </a:rPr>
              <a:t>documenté</a:t>
            </a:r>
            <a:r>
              <a:rPr lang="en-US" sz="2800">
                <a:latin typeface="Anton" pitchFamily="2" charset="0"/>
              </a:rPr>
              <a:t>)</a:t>
            </a:r>
            <a:endParaRPr lang="en-US" sz="2800" i="0">
              <a:effectLst/>
              <a:latin typeface="Anton" pitchFamily="2" charset="0"/>
            </a:endParaRP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>
                <a:latin typeface="Anton" pitchFamily="2" charset="0"/>
              </a:rPr>
              <a:t>Mise </a:t>
            </a:r>
            <a:r>
              <a:rPr lang="en-US" sz="2800" err="1">
                <a:latin typeface="Anton" pitchFamily="2" charset="0"/>
              </a:rPr>
              <a:t>en</a:t>
            </a:r>
            <a:r>
              <a:rPr lang="en-US" sz="2800">
                <a:latin typeface="Anton" pitchFamily="2" charset="0"/>
              </a:rPr>
              <a:t> place du </a:t>
            </a:r>
            <a:r>
              <a:rPr lang="en-US" sz="2800" err="1">
                <a:latin typeface="Anton" pitchFamily="2" charset="0"/>
              </a:rPr>
              <a:t>projet</a:t>
            </a:r>
            <a:r>
              <a:rPr lang="en-US" sz="2800">
                <a:latin typeface="Anton" pitchFamily="2" charset="0"/>
              </a:rPr>
              <a:t> d’un point de </a:t>
            </a:r>
            <a:r>
              <a:rPr lang="en-US" sz="2800" err="1">
                <a:latin typeface="Anton" pitchFamily="2" charset="0"/>
              </a:rPr>
              <a:t>vue</a:t>
            </a:r>
            <a:r>
              <a:rPr lang="en-US" sz="2800">
                <a:latin typeface="Anton" pitchFamily="2" charset="0"/>
              </a:rPr>
              <a:t> technique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i="0" err="1">
                <a:effectLst/>
                <a:latin typeface="Anton" pitchFamily="2" charset="0"/>
              </a:rPr>
              <a:t>Besoin</a:t>
            </a:r>
            <a:r>
              <a:rPr lang="en-US" sz="2800" i="0">
                <a:effectLst/>
                <a:latin typeface="Anton" pitchFamily="2" charset="0"/>
              </a:rPr>
              <a:t> de matériel ? </a:t>
            </a:r>
            <a:r>
              <a:rPr lang="en-US" sz="2800" i="0" err="1">
                <a:effectLst/>
                <a:latin typeface="Anton" pitchFamily="2" charset="0"/>
              </a:rPr>
              <a:t>C’est</a:t>
            </a:r>
            <a:r>
              <a:rPr lang="en-US" sz="2800" i="0">
                <a:effectLst/>
                <a:latin typeface="Anton" pitchFamily="2" charset="0"/>
              </a:rPr>
              <a:t> le moment !</a:t>
            </a:r>
            <a:endParaRPr lang="fr-FR" sz="2800" i="0">
              <a:effectLst/>
              <a:latin typeface="Anton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82438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0E1EAE-7730-7A72-6249-88673A86F3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8D1FD4CF-35CB-D85D-E8A6-3FFB9A93E6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2665" y="365125"/>
            <a:ext cx="10264832" cy="1325563"/>
          </a:xfrm>
        </p:spPr>
        <p:txBody>
          <a:bodyPr/>
          <a:lstStyle/>
          <a:p>
            <a:r>
              <a:rPr lang="fr-FR" sz="6600"/>
              <a:t>Etape 2 : Parcours utilisateur</a:t>
            </a:r>
            <a:r>
              <a:rPr lang="fr-FR" sz="6600">
                <a:solidFill>
                  <a:srgbClr val="00FF97"/>
                </a:solidFill>
              </a:rPr>
              <a:t>_</a:t>
            </a:r>
            <a:endParaRPr lang="fr-FR" sz="6600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B7F6D4F-914C-0BC2-6D7D-4CAB174F1F50}"/>
              </a:ext>
            </a:extLst>
          </p:cNvPr>
          <p:cNvSpPr txBox="1"/>
          <p:nvPr/>
        </p:nvSpPr>
        <p:spPr>
          <a:xfrm>
            <a:off x="1142999" y="1974910"/>
            <a:ext cx="10101943" cy="276607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4000" err="1">
                <a:latin typeface="Anton" pitchFamily="2" charset="0"/>
              </a:rPr>
              <a:t>Avancer</a:t>
            </a:r>
            <a:r>
              <a:rPr lang="en-US" sz="4000">
                <a:latin typeface="Anton" pitchFamily="2" charset="0"/>
              </a:rPr>
              <a:t> sur </a:t>
            </a:r>
            <a:r>
              <a:rPr lang="en-US" sz="4000" err="1">
                <a:latin typeface="Anton" pitchFamily="2" charset="0"/>
              </a:rPr>
              <a:t>l’éssentiel</a:t>
            </a:r>
            <a:endParaRPr lang="en-US" sz="4000">
              <a:latin typeface="Anton" pitchFamily="2" charset="0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4000" err="1">
                <a:latin typeface="Anton" pitchFamily="2" charset="0"/>
              </a:rPr>
              <a:t>Itérer</a:t>
            </a:r>
            <a:endParaRPr lang="en-US" sz="4000">
              <a:latin typeface="Anton" pitchFamily="2" charset="0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4000" err="1">
                <a:latin typeface="Anton" pitchFamily="2" charset="0"/>
              </a:rPr>
              <a:t>Organisation</a:t>
            </a:r>
            <a:r>
              <a:rPr lang="en-US" sz="4000">
                <a:latin typeface="Anton" pitchFamily="2" charset="0"/>
              </a:rPr>
              <a:t> agile</a:t>
            </a:r>
          </a:p>
        </p:txBody>
      </p:sp>
    </p:spTree>
    <p:extLst>
      <p:ext uri="{BB962C8B-B14F-4D97-AF65-F5344CB8AC3E}">
        <p14:creationId xmlns:p14="http://schemas.microsoft.com/office/powerpoint/2010/main" val="19630229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0E621C-ED63-F73C-CC42-87AFC60151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25322A26-036E-0100-0CB4-0A9BECE2FF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2665" y="365125"/>
            <a:ext cx="10264832" cy="1325563"/>
          </a:xfrm>
        </p:spPr>
        <p:txBody>
          <a:bodyPr/>
          <a:lstStyle/>
          <a:p>
            <a:r>
              <a:rPr lang="fr-FR" sz="6600"/>
              <a:t>Follow-up Etape 2</a:t>
            </a:r>
            <a:r>
              <a:rPr lang="fr-FR" sz="6600">
                <a:solidFill>
                  <a:srgbClr val="00FF97"/>
                </a:solidFill>
              </a:rPr>
              <a:t>_</a:t>
            </a:r>
            <a:endParaRPr lang="fr-FR" sz="6600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EE9AF022-8346-6AD3-1503-DCB3CFCC904E}"/>
              </a:ext>
            </a:extLst>
          </p:cNvPr>
          <p:cNvSpPr txBox="1"/>
          <p:nvPr/>
        </p:nvSpPr>
        <p:spPr>
          <a:xfrm>
            <a:off x="86139" y="1690687"/>
            <a:ext cx="10375032" cy="36894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4000">
                <a:latin typeface="Anton" pitchFamily="2" charset="0"/>
              </a:rPr>
              <a:t>Follow-up </a:t>
            </a:r>
            <a:r>
              <a:rPr lang="en-US" sz="4000" err="1">
                <a:latin typeface="Anton" pitchFamily="2" charset="0"/>
              </a:rPr>
              <a:t>jeudi</a:t>
            </a:r>
            <a:r>
              <a:rPr lang="en-US" sz="4000">
                <a:latin typeface="Anton" pitchFamily="2" charset="0"/>
              </a:rPr>
              <a:t> :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4000" i="0">
                <a:effectLst/>
                <a:latin typeface="Anton" pitchFamily="2" charset="0"/>
              </a:rPr>
              <a:t>Début du </a:t>
            </a:r>
            <a:r>
              <a:rPr lang="en-US" sz="4000" i="0" err="1">
                <a:effectLst/>
                <a:latin typeface="Anton" pitchFamily="2" charset="0"/>
              </a:rPr>
              <a:t>prototypage</a:t>
            </a:r>
            <a:r>
              <a:rPr lang="en-US" sz="4000" i="0">
                <a:effectLst/>
                <a:latin typeface="Anton" pitchFamily="2" charset="0"/>
              </a:rPr>
              <a:t> </a:t>
            </a:r>
            <a:r>
              <a:rPr lang="en-US" sz="4000" i="0" err="1">
                <a:effectLst/>
                <a:latin typeface="Anton" pitchFamily="2" charset="0"/>
              </a:rPr>
              <a:t>en</a:t>
            </a:r>
            <a:r>
              <a:rPr lang="en-US" sz="4000" i="0">
                <a:effectLst/>
                <a:latin typeface="Anton" pitchFamily="2" charset="0"/>
              </a:rPr>
              <a:t> un seul tenant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4000">
                <a:latin typeface="Anton" pitchFamily="2" charset="0"/>
              </a:rPr>
              <a:t>Début de demonstration du </a:t>
            </a:r>
            <a:r>
              <a:rPr lang="en-US" sz="4000" err="1">
                <a:latin typeface="Anton" pitchFamily="2" charset="0"/>
              </a:rPr>
              <a:t>parcours</a:t>
            </a:r>
            <a:endParaRPr lang="en-US" sz="4000">
              <a:latin typeface="Anton" pitchFamily="2" charset="0"/>
            </a:endParaRP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4000" i="0">
                <a:effectLst/>
                <a:latin typeface="Anton" pitchFamily="2" charset="0"/>
              </a:rPr>
              <a:t>PAS DE PROJET EN PLUSIEUR</a:t>
            </a:r>
            <a:r>
              <a:rPr lang="en-US" sz="4000">
                <a:latin typeface="Anton" pitchFamily="2" charset="0"/>
              </a:rPr>
              <a:t>S PARTIES</a:t>
            </a:r>
            <a:endParaRPr lang="fr-FR" sz="4000" i="0">
              <a:effectLst/>
              <a:latin typeface="Anton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30169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3FFF4B-6725-F2C2-1B7D-53A0B2D8E5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82FCBFAD-9DAE-4738-AB4A-E065E6D38A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2665" y="365125"/>
            <a:ext cx="10264832" cy="1325563"/>
          </a:xfrm>
        </p:spPr>
        <p:txBody>
          <a:bodyPr/>
          <a:lstStyle/>
          <a:p>
            <a:r>
              <a:rPr lang="fr-FR" sz="6600"/>
              <a:t>Follow-up Etape 2</a:t>
            </a:r>
            <a:r>
              <a:rPr lang="fr-FR" sz="6600">
                <a:solidFill>
                  <a:srgbClr val="00FF97"/>
                </a:solidFill>
              </a:rPr>
              <a:t>_</a:t>
            </a:r>
            <a:endParaRPr lang="fr-FR" sz="6600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16ED441B-71FE-940B-9382-CDF42D1C3A4F}"/>
              </a:ext>
            </a:extLst>
          </p:cNvPr>
          <p:cNvSpPr txBox="1"/>
          <p:nvPr/>
        </p:nvSpPr>
        <p:spPr>
          <a:xfrm>
            <a:off x="86139" y="1690687"/>
            <a:ext cx="10375032" cy="36894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4000">
                <a:latin typeface="Anton" pitchFamily="2" charset="0"/>
              </a:rPr>
              <a:t>Follow-up </a:t>
            </a:r>
            <a:r>
              <a:rPr lang="en-US" sz="4000" err="1">
                <a:latin typeface="Anton" pitchFamily="2" charset="0"/>
              </a:rPr>
              <a:t>lundi</a:t>
            </a:r>
            <a:r>
              <a:rPr lang="en-US" sz="4000">
                <a:latin typeface="Anton" pitchFamily="2" charset="0"/>
              </a:rPr>
              <a:t> :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4000" err="1">
                <a:latin typeface="Anton" pitchFamily="2" charset="0"/>
              </a:rPr>
              <a:t>P</a:t>
            </a:r>
            <a:r>
              <a:rPr lang="en-US" sz="4000" i="0" err="1">
                <a:effectLst/>
                <a:latin typeface="Anton" pitchFamily="2" charset="0"/>
              </a:rPr>
              <a:t>rototypage</a:t>
            </a:r>
            <a:r>
              <a:rPr lang="en-US" sz="4000" i="0">
                <a:effectLst/>
                <a:latin typeface="Anton" pitchFamily="2" charset="0"/>
              </a:rPr>
              <a:t> </a:t>
            </a:r>
            <a:r>
              <a:rPr lang="en-US" sz="4000" i="0" err="1">
                <a:effectLst/>
                <a:latin typeface="Anton" pitchFamily="2" charset="0"/>
              </a:rPr>
              <a:t>en</a:t>
            </a:r>
            <a:r>
              <a:rPr lang="en-US" sz="4000" i="0">
                <a:effectLst/>
                <a:latin typeface="Anton" pitchFamily="2" charset="0"/>
              </a:rPr>
              <a:t> un seul tenant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4000">
                <a:latin typeface="Anton" pitchFamily="2" charset="0"/>
              </a:rPr>
              <a:t>Demonstration du </a:t>
            </a:r>
            <a:r>
              <a:rPr lang="en-US" sz="4000" err="1">
                <a:latin typeface="Anton" pitchFamily="2" charset="0"/>
              </a:rPr>
              <a:t>parcours</a:t>
            </a:r>
            <a:r>
              <a:rPr lang="en-US" sz="4000">
                <a:latin typeface="Anton" pitchFamily="2" charset="0"/>
              </a:rPr>
              <a:t> principal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4000" i="0">
                <a:effectLst/>
                <a:latin typeface="Anton" pitchFamily="2" charset="0"/>
              </a:rPr>
              <a:t>PAS DE PROJET EN PLUSIEUR</a:t>
            </a:r>
            <a:r>
              <a:rPr lang="en-US" sz="4000">
                <a:latin typeface="Anton" pitchFamily="2" charset="0"/>
              </a:rPr>
              <a:t>S PARTIES</a:t>
            </a:r>
            <a:endParaRPr lang="fr-FR" sz="4000" i="0">
              <a:effectLst/>
              <a:latin typeface="Anton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9334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63F880-2EEF-7EC5-9DBB-9AB1694FE2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4E69EE40-C302-60DC-A8F0-83859214D1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2665" y="365125"/>
            <a:ext cx="10264832" cy="1325563"/>
          </a:xfrm>
        </p:spPr>
        <p:txBody>
          <a:bodyPr/>
          <a:lstStyle/>
          <a:p>
            <a:r>
              <a:rPr lang="fr-FR" sz="6600"/>
              <a:t>Rendu Etape 2</a:t>
            </a:r>
            <a:r>
              <a:rPr lang="fr-FR" sz="6600">
                <a:solidFill>
                  <a:srgbClr val="00FF97"/>
                </a:solidFill>
              </a:rPr>
              <a:t>_</a:t>
            </a:r>
            <a:endParaRPr lang="fr-FR" sz="6600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4FFFA338-F66D-8814-DA38-95C252E9681D}"/>
              </a:ext>
            </a:extLst>
          </p:cNvPr>
          <p:cNvSpPr txBox="1"/>
          <p:nvPr/>
        </p:nvSpPr>
        <p:spPr>
          <a:xfrm>
            <a:off x="86139" y="1690687"/>
            <a:ext cx="10375032" cy="276607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4000">
                <a:latin typeface="Anton" pitchFamily="2" charset="0"/>
              </a:rPr>
              <a:t>Follow-up </a:t>
            </a:r>
            <a:r>
              <a:rPr lang="en-US" sz="4000" err="1">
                <a:latin typeface="Anton" pitchFamily="2" charset="0"/>
              </a:rPr>
              <a:t>mercredi</a:t>
            </a:r>
            <a:r>
              <a:rPr lang="en-US" sz="4000">
                <a:latin typeface="Anton" pitchFamily="2" charset="0"/>
              </a:rPr>
              <a:t> :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4000">
                <a:latin typeface="Anton" pitchFamily="2" charset="0"/>
              </a:rPr>
              <a:t>Le </a:t>
            </a:r>
            <a:r>
              <a:rPr lang="en-US" sz="4000" err="1">
                <a:latin typeface="Anton" pitchFamily="2" charset="0"/>
              </a:rPr>
              <a:t>projet</a:t>
            </a:r>
            <a:r>
              <a:rPr lang="en-US" sz="4000">
                <a:latin typeface="Anton" pitchFamily="2" charset="0"/>
              </a:rPr>
              <a:t> doit </a:t>
            </a:r>
            <a:r>
              <a:rPr lang="en-US" sz="4000" err="1">
                <a:latin typeface="Anton" pitchFamily="2" charset="0"/>
              </a:rPr>
              <a:t>être</a:t>
            </a:r>
            <a:r>
              <a:rPr lang="en-US" sz="4000">
                <a:latin typeface="Anton" pitchFamily="2" charset="0"/>
              </a:rPr>
              <a:t> </a:t>
            </a:r>
            <a:r>
              <a:rPr lang="en-US" sz="4000" err="1">
                <a:latin typeface="Anton" pitchFamily="2" charset="0"/>
              </a:rPr>
              <a:t>finalisé</a:t>
            </a:r>
            <a:endParaRPr lang="en-US" sz="4000">
              <a:latin typeface="Anton" pitchFamily="2" charset="0"/>
            </a:endParaRP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4000" i="0" err="1">
                <a:effectLst/>
                <a:latin typeface="Anton" pitchFamily="2" charset="0"/>
              </a:rPr>
              <a:t>Uniquement</a:t>
            </a:r>
            <a:r>
              <a:rPr lang="en-US" sz="4000" i="0">
                <a:effectLst/>
                <a:latin typeface="Anton" pitchFamily="2" charset="0"/>
              </a:rPr>
              <a:t> de </a:t>
            </a:r>
            <a:r>
              <a:rPr lang="en-US" sz="4000" i="0" err="1">
                <a:effectLst/>
                <a:latin typeface="Anton" pitchFamily="2" charset="0"/>
              </a:rPr>
              <a:t>l’ajustement</a:t>
            </a:r>
            <a:r>
              <a:rPr lang="en-US" sz="4000">
                <a:latin typeface="Anton" pitchFamily="2" charset="0"/>
              </a:rPr>
              <a:t> ensuite</a:t>
            </a:r>
            <a:endParaRPr lang="fr-FR" sz="4000" i="0">
              <a:effectLst/>
              <a:latin typeface="Anton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88903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A72435-4580-D516-B890-CE46088AE4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67B4694E-CFAF-C16B-E47B-A53CDE3F39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2665" y="365125"/>
            <a:ext cx="10264832" cy="1325563"/>
          </a:xfrm>
        </p:spPr>
        <p:txBody>
          <a:bodyPr/>
          <a:lstStyle/>
          <a:p>
            <a:r>
              <a:rPr lang="fr-FR" sz="6600"/>
              <a:t>Etape 3 : Préparation</a:t>
            </a:r>
            <a:r>
              <a:rPr lang="fr-FR" sz="6600">
                <a:solidFill>
                  <a:srgbClr val="00FF97"/>
                </a:solidFill>
              </a:rPr>
              <a:t>_</a:t>
            </a:r>
            <a:endParaRPr lang="fr-FR" sz="6600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22C71CA8-204B-8D49-A6E2-FA6E4511D35D}"/>
              </a:ext>
            </a:extLst>
          </p:cNvPr>
          <p:cNvSpPr txBox="1"/>
          <p:nvPr/>
        </p:nvSpPr>
        <p:spPr>
          <a:xfrm>
            <a:off x="1142999" y="1974910"/>
            <a:ext cx="10101943" cy="276607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4000">
                <a:latin typeface="Anton" pitchFamily="2" charset="0"/>
              </a:rPr>
              <a:t>Pitch 15 minutes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4000" err="1">
                <a:latin typeface="Anton" pitchFamily="2" charset="0"/>
              </a:rPr>
              <a:t>Démonstration</a:t>
            </a:r>
            <a:r>
              <a:rPr lang="en-US" sz="4000">
                <a:latin typeface="Anton" pitchFamily="2" charset="0"/>
              </a:rPr>
              <a:t> inclue avec du </a:t>
            </a:r>
            <a:r>
              <a:rPr lang="en-US" sz="4000" err="1">
                <a:latin typeface="Anton" pitchFamily="2" charset="0"/>
              </a:rPr>
              <a:t>vrai</a:t>
            </a:r>
            <a:endParaRPr lang="en-US" sz="4000">
              <a:latin typeface="Anton" pitchFamily="2" charset="0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4000">
                <a:latin typeface="Anton" pitchFamily="2" charset="0"/>
              </a:rPr>
              <a:t>Micros</a:t>
            </a:r>
          </a:p>
        </p:txBody>
      </p:sp>
    </p:spTree>
    <p:extLst>
      <p:ext uri="{BB962C8B-B14F-4D97-AF65-F5344CB8AC3E}">
        <p14:creationId xmlns:p14="http://schemas.microsoft.com/office/powerpoint/2010/main" val="21155317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35A1CF3-B3BF-AB9F-EC7D-31AA71BD83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3747" y="282071"/>
            <a:ext cx="11828253" cy="6501501"/>
          </a:xfrm>
        </p:spPr>
        <p:txBody>
          <a:bodyPr>
            <a:normAutofit/>
          </a:bodyPr>
          <a:lstStyle/>
          <a:p>
            <a:r>
              <a:rPr lang="fr-FR"/>
              <a:t>Merci</a:t>
            </a:r>
            <a:r>
              <a:rPr lang="fr-FR">
                <a:solidFill>
                  <a:srgbClr val="00FF97"/>
                </a:solidFill>
              </a:rPr>
              <a:t>_</a:t>
            </a:r>
            <a:br>
              <a:rPr lang="fr-FR">
                <a:solidFill>
                  <a:srgbClr val="00FF97"/>
                </a:solidFill>
              </a:rPr>
            </a:br>
            <a:br>
              <a:rPr lang="fr-FR">
                <a:solidFill>
                  <a:srgbClr val="00FF97"/>
                </a:solidFill>
              </a:rPr>
            </a:br>
            <a:br>
              <a:rPr lang="fr-FR">
                <a:solidFill>
                  <a:srgbClr val="00FF97"/>
                </a:solidFill>
              </a:rPr>
            </a:br>
            <a:r>
              <a:rPr lang="fr-FR">
                <a:solidFill>
                  <a:srgbClr val="00FF97"/>
                </a:solidFill>
              </a:rPr>
              <a:t>    Des Questions ? </a:t>
            </a:r>
          </a:p>
        </p:txBody>
      </p:sp>
    </p:spTree>
    <p:extLst>
      <p:ext uri="{BB962C8B-B14F-4D97-AF65-F5344CB8AC3E}">
        <p14:creationId xmlns:p14="http://schemas.microsoft.com/office/powerpoint/2010/main" val="3200634610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3F28FD5E5277F44ABF374F640A45BAB" ma:contentTypeVersion="3" ma:contentTypeDescription="Crée un document." ma:contentTypeScope="" ma:versionID="6727ab079e9b8ebbf31f65cf617b990f">
  <xsd:schema xmlns:xsd="http://www.w3.org/2001/XMLSchema" xmlns:xs="http://www.w3.org/2001/XMLSchema" xmlns:p="http://schemas.microsoft.com/office/2006/metadata/properties" xmlns:ns2="33224e75-2a85-479f-97cc-be21e5ccf88b" targetNamespace="http://schemas.microsoft.com/office/2006/metadata/properties" ma:root="true" ma:fieldsID="5b9ad0fec1da9fd66fa9b5fd4036fb3a" ns2:_="">
    <xsd:import namespace="33224e75-2a85-479f-97cc-be21e5ccf88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3224e75-2a85-479f-97cc-be21e5ccf88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428CC87-A558-4D14-A720-09B5DFA7CEAB}">
  <ds:schemaRefs>
    <ds:schemaRef ds:uri="1744b007-5b97-4799-94e5-0198b4667c33"/>
    <ds:schemaRef ds:uri="c3065b03-63e4-46e9-a184-869dcdf2add3"/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75D45821-F8B8-49B5-8AAF-41CBCA9F6B00}">
  <ds:schemaRefs>
    <ds:schemaRef ds:uri="33224e75-2a85-479f-97cc-be21e5ccf88b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7016FD8A-3829-4E32-95DB-21629DB0DF48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11</Slides>
  <Notes>8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Thème Office</vt:lpstr>
      <vt:lpstr>Prototyping pool</vt:lpstr>
      <vt:lpstr>Sprint de prototypage_</vt:lpstr>
      <vt:lpstr>Vue d’ensemble_</vt:lpstr>
      <vt:lpstr>Etape 1 : Definition_</vt:lpstr>
      <vt:lpstr>Rendu Etape 1_</vt:lpstr>
      <vt:lpstr>Etape 2 : Parcours utilisateur_</vt:lpstr>
      <vt:lpstr>Follow-up Etape 2_</vt:lpstr>
      <vt:lpstr>Follow-up Etape 2_</vt:lpstr>
      <vt:lpstr>Rendu Etape 2_</vt:lpstr>
      <vt:lpstr>Etape 3 : Préparation_</vt:lpstr>
      <vt:lpstr>Merci_       Des Questions ?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Jonathan Nau</dc:creator>
  <cp:revision>1</cp:revision>
  <dcterms:created xsi:type="dcterms:W3CDTF">2025-09-01T08:55:42Z</dcterms:created>
  <dcterms:modified xsi:type="dcterms:W3CDTF">2026-03-02T09:54:42Z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0x01010013F28FD5E5277F44ABF374F640A45BAB</vt:lpwstr>
  </property>
</Properties>
</file>