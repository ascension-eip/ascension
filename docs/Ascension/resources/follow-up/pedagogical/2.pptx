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imo" charset="1" panose="020B0604020202020204"/>
      <p:regular r:id="rId24"/>
    </p:embeddedFont>
    <p:embeddedFont>
      <p:font typeface="DM Sans Bold" charset="1" panose="00000000000000000000"/>
      <p:regular r:id="rId25"/>
    </p:embeddedFont>
    <p:embeddedFont>
      <p:font typeface="DM Sans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Bonjour. Je vous présente Olivier un membre de notre équipe qui fait de l'escalade, tout comme 3 millions de personnes qui font de l'escalade en France.</a:t>
            </a:r>
          </a:p>
          <a:p>
            <a:r>
              <a:rPr lang="en-US"/>
              <a:t>Olivier pratique régulièrement ce sport, mais il ne sait plus comment progresser car il n'a aucun retour sur sa grimpe.</a:t>
            </a:r>
          </a:p>
          <a:p>
            <a:r>
              <a:rPr lang="en-US"/>
              <a:t>Il est un peu perdu et hésite à prendre un coach, mais il ne peut pas payer un coach 50$ par heure.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SOURCES: </a:t>
            </a:r>
          </a:p>
          <a:p>
            <a:r>
              <a:rPr lang="en-US"/>
              <a:t>On estime qu'il y a plus de 3 millions de grimpeur·euses en France, dont au moins 2 millions fréquentent régulièrement les salles. Fait notable, 40 % des inscrit·es n'ont jamais grimpé en extérieur et ne le feront probablement jamais, préférant le confort et la sécurité des environnements indoor.</a:t>
            </a:r>
          </a:p>
          <a:p>
            <a:r>
              <a:rPr lang="en-US"/>
              <a:t>https://lehavre.theroof.fr/news/l-essor-des-salles-d-escalade-en-france-un-marche-en-pleine-ascension-779.html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C'est là qu'intervient  Ascension.</a:t>
            </a:r>
          </a:p>
          <a:p>
            <a:r>
              <a:rPr lang="en-US"/>
              <a:t/>
            </a:r>
          </a:p>
          <a:p>
            <a:r>
              <a:rPr lang="en-US"/>
              <a:t>Avec Ascension, vous pourrez analyser votre manière de grimper avec plusieurs métriques et statistiques, comme les angles de vos articulations et vous pourrez enfin comprendre pourquoi vous avez échoué grâce à l'IA qui vous donnera des conseils à chaque moment clé de votre grimpe. </a:t>
            </a:r>
          </a:p>
          <a:p>
            <a:r>
              <a:rPr lang="en-US"/>
              <a:t>(Par exemple, votre bras droit n'est pas assez tendu et votre bassin pas assez proche du mur)</a:t>
            </a:r>
          </a:p>
          <a:p>
            <a:r>
              <a:rPr lang="en-US"/>
              <a:t/>
            </a:r>
          </a:p>
          <a:p>
            <a:r>
              <a:rPr lang="en-US"/>
              <a:t>A terme, notre solution permettra à n'importe quel grimpeur de comparer sa grimpe avec quelqu'un d'autre, pour voir statistiquement pourquoi il a réussi et pas vous.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Mais c'est pas tout, notre solution propose également le mode fantôme.</a:t>
            </a:r>
          </a:p>
          <a:p>
            <a:r>
              <a:rPr lang="en-US"/>
              <a:t/>
            </a:r>
          </a:p>
          <a:p>
            <a:r>
              <a:rPr lang="en-US"/>
              <a:t>Souvent, en tant que pratiquants d'escalade, nous n'avons aucune idée de l'itinéraire à suivre sur une voie. C'est ce qu'on appelle la lecture de voie.</a:t>
            </a:r>
          </a:p>
          <a:p>
            <a:r>
              <a:rPr lang="en-US"/>
              <a:t>Et le mode fantôme est là pour ça. </a:t>
            </a:r>
          </a:p>
          <a:p>
            <a:r>
              <a:rPr lang="en-US"/>
              <a:t>Vous pourrez préalablement prendre en photo la voie, et laisser l'IA générer le fantôme qui vous montrera le meilleur chemin possible, adapté à votre morphologie et vos points faibles / forts.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Ascension permet également d'avoir des routines d'entraînements personnalisés, en fonction de nos objectifs, afin de s'améliorer continuellement.</a:t>
            </a:r>
          </a:p>
          <a:p>
            <a:r>
              <a:rPr lang="en-US"/>
              <a:t/>
            </a:r>
          </a:p>
          <a:p>
            <a:r>
              <a:rPr lang="en-US"/>
              <a:t>Vous pourrez partager vos routines avec vos amis et d'autres pratiquants.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Notre solution s'adresse à un marché massif : il faut savoir que l'escalade est aujourd'hui un sport en plein essor qui compte déjà 2 millions de pratiquants en France.</a:t>
            </a:r>
          </a:p>
          <a:p>
            <a:r>
              <a:rPr lang="en-US"/>
              <a:t/>
            </a:r>
          </a:p>
          <a:p>
            <a:r>
              <a:rPr lang="en-US"/>
              <a:t>Dans ce contexte, notre</a:t>
            </a:r>
          </a:p>
          <a:p>
            <a:r>
              <a:rPr lang="en-US"/>
              <a:t>Notre solution s'adresse à la fois aux grimpeurs amateurs (qui veulent juste un retour sur leur pratique), aux grimpeurs réguliers (qui souhaiteraient réellement s'améliorer sans avoir à payer un coach), aux coachs (pour analyser plusieurs élèves à la fois et faire les statistiques), mais aussi aux salles d'escalades qui souhaitent être partenaires afin de vendre l'abonnement dans leur offre.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19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jpeg" Type="http://schemas.openxmlformats.org/officeDocument/2006/relationships/image"/><Relationship Id="rId7" Target="../media/image29.png" Type="http://schemas.openxmlformats.org/officeDocument/2006/relationships/image"/><Relationship Id="rId8" Target="../media/image30.jpe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-12964"/>
            <a:ext cx="18328319" cy="10298163"/>
            <a:chOff x="0" y="0"/>
            <a:chExt cx="24437759" cy="13730884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37721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37721">
                  <a:moveTo>
                    <a:pt x="24437721" y="0"/>
                  </a:moveTo>
                  <a:lnTo>
                    <a:pt x="0" y="0"/>
                  </a:lnTo>
                  <a:lnTo>
                    <a:pt x="0" y="13730860"/>
                  </a:lnTo>
                  <a:lnTo>
                    <a:pt x="24437721" y="13730860"/>
                  </a:lnTo>
                  <a:lnTo>
                    <a:pt x="24437721" y="0"/>
                  </a:lnTo>
                  <a:close/>
                </a:path>
              </a:pathLst>
            </a:custGeom>
            <a:blipFill>
              <a:blip r:embed="rId2"/>
              <a:stretch>
                <a:fillRect l="-239" t="0" r="-1008" b="-13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16643" y="-13678"/>
            <a:ext cx="18557996" cy="10424884"/>
            <a:chOff x="0" y="0"/>
            <a:chExt cx="24743994" cy="1389984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24744045" cy="13899896"/>
            </a:xfrm>
            <a:custGeom>
              <a:avLst/>
              <a:gdLst/>
              <a:ahLst/>
              <a:cxnLst/>
              <a:rect r="r" b="b" t="t" l="l"/>
              <a:pathLst>
                <a:path h="13899896" w="24744045">
                  <a:moveTo>
                    <a:pt x="24744045" y="0"/>
                  </a:moveTo>
                  <a:lnTo>
                    <a:pt x="0" y="0"/>
                  </a:lnTo>
                  <a:lnTo>
                    <a:pt x="0" y="13899896"/>
                  </a:lnTo>
                  <a:lnTo>
                    <a:pt x="24744045" y="13899896"/>
                  </a:lnTo>
                  <a:lnTo>
                    <a:pt x="24744045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29" t="0" r="-6728" b="-7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24005" y="6419517"/>
            <a:ext cx="10458002" cy="1274437"/>
            <a:chOff x="0" y="0"/>
            <a:chExt cx="13944003" cy="1699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3964" cy="1699175"/>
            </a:xfrm>
            <a:custGeom>
              <a:avLst/>
              <a:gdLst/>
              <a:ahLst/>
              <a:cxnLst/>
              <a:rect r="r" b="b" t="t" l="l"/>
              <a:pathLst>
                <a:path h="1699175" w="13943964">
                  <a:moveTo>
                    <a:pt x="127000" y="0"/>
                  </a:moveTo>
                  <a:lnTo>
                    <a:pt x="13816964" y="0"/>
                  </a:lnTo>
                  <a:cubicBezTo>
                    <a:pt x="13887104" y="0"/>
                    <a:pt x="13943964" y="56860"/>
                    <a:pt x="13943964" y="127000"/>
                  </a:cubicBezTo>
                  <a:lnTo>
                    <a:pt x="13943964" y="1572175"/>
                  </a:lnTo>
                  <a:cubicBezTo>
                    <a:pt x="13943964" y="1642315"/>
                    <a:pt x="13887104" y="1699175"/>
                    <a:pt x="13816964" y="1699175"/>
                  </a:cubicBezTo>
                  <a:lnTo>
                    <a:pt x="127000" y="1699175"/>
                  </a:lnTo>
                  <a:cubicBezTo>
                    <a:pt x="93318" y="1699175"/>
                    <a:pt x="61015" y="1685795"/>
                    <a:pt x="37197" y="1661978"/>
                  </a:cubicBezTo>
                  <a:cubicBezTo>
                    <a:pt x="13380" y="1638160"/>
                    <a:pt x="0" y="1605858"/>
                    <a:pt x="0" y="1572175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17329" r="0" b="-10247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4003" cy="178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Suivi EIP n°2</a:t>
              </a:r>
            </a:p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Track Technique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24005" y="2781357"/>
            <a:ext cx="10458002" cy="3180959"/>
            <a:chOff x="0" y="0"/>
            <a:chExt cx="13944003" cy="4241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4000" cy="4241280"/>
            </a:xfrm>
            <a:custGeom>
              <a:avLst/>
              <a:gdLst/>
              <a:ahLst/>
              <a:cxnLst/>
              <a:rect r="r" b="b" t="t" l="l"/>
              <a:pathLst>
                <a:path h="4241280" w="13944000">
                  <a:moveTo>
                    <a:pt x="0" y="0"/>
                  </a:moveTo>
                  <a:lnTo>
                    <a:pt x="13944000" y="0"/>
                  </a:lnTo>
                  <a:lnTo>
                    <a:pt x="13944000" y="4241280"/>
                  </a:lnTo>
                  <a:lnTo>
                    <a:pt x="0" y="4241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60" r="0" b="-140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944003" cy="425080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Ascension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762841" y="400198"/>
            <a:ext cx="4762319" cy="4762319"/>
          </a:xfrm>
          <a:custGeom>
            <a:avLst/>
            <a:gdLst/>
            <a:ahLst/>
            <a:cxnLst/>
            <a:rect r="r" b="b" t="t" l="l"/>
            <a:pathLst>
              <a:path h="4762319" w="4762319">
                <a:moveTo>
                  <a:pt x="0" y="0"/>
                </a:moveTo>
                <a:lnTo>
                  <a:pt x="4762318" y="0"/>
                </a:lnTo>
                <a:lnTo>
                  <a:pt x="4762318" y="4762319"/>
                </a:lnTo>
                <a:lnTo>
                  <a:pt x="0" y="4762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4006444" y="-4041357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362157" y="8801069"/>
            <a:ext cx="2781714" cy="2475726"/>
          </a:xfrm>
          <a:custGeom>
            <a:avLst/>
            <a:gdLst/>
            <a:ahLst/>
            <a:cxnLst/>
            <a:rect r="r" b="b" t="t" l="l"/>
            <a:pathLst>
              <a:path h="2475726" w="2781714">
                <a:moveTo>
                  <a:pt x="0" y="0"/>
                </a:moveTo>
                <a:lnTo>
                  <a:pt x="2781714" y="0"/>
                </a:lnTo>
                <a:lnTo>
                  <a:pt x="2781714" y="2475726"/>
                </a:lnTo>
                <a:lnTo>
                  <a:pt x="0" y="2475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160258">
            <a:off x="13477758" y="-615534"/>
            <a:ext cx="6881480" cy="2640768"/>
          </a:xfrm>
          <a:custGeom>
            <a:avLst/>
            <a:gdLst/>
            <a:ahLst/>
            <a:cxnLst/>
            <a:rect r="r" b="b" t="t" l="l"/>
            <a:pathLst>
              <a:path h="2640768" w="6881480">
                <a:moveTo>
                  <a:pt x="0" y="0"/>
                </a:moveTo>
                <a:lnTo>
                  <a:pt x="6881479" y="0"/>
                </a:lnTo>
                <a:lnTo>
                  <a:pt x="6881479" y="2640768"/>
                </a:lnTo>
                <a:lnTo>
                  <a:pt x="0" y="2640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75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81457" y="2854740"/>
            <a:ext cx="5246370" cy="524637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9485" r="0" b="-394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19399" y="2854740"/>
            <a:ext cx="4891519" cy="5246370"/>
            <a:chOff x="0" y="0"/>
            <a:chExt cx="897124" cy="9622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124" cy="962205"/>
            </a:xfrm>
            <a:custGeom>
              <a:avLst/>
              <a:gdLst/>
              <a:ahLst/>
              <a:cxnLst/>
              <a:rect r="r" b="b" t="t" l="l"/>
              <a:pathLst>
                <a:path h="962205" w="897124">
                  <a:moveTo>
                    <a:pt x="36403" y="0"/>
                  </a:moveTo>
                  <a:lnTo>
                    <a:pt x="860721" y="0"/>
                  </a:lnTo>
                  <a:cubicBezTo>
                    <a:pt x="880826" y="0"/>
                    <a:pt x="897124" y="16298"/>
                    <a:pt x="897124" y="36403"/>
                  </a:cubicBezTo>
                  <a:lnTo>
                    <a:pt x="897124" y="925803"/>
                  </a:lnTo>
                  <a:cubicBezTo>
                    <a:pt x="897124" y="935457"/>
                    <a:pt x="893289" y="944716"/>
                    <a:pt x="886462" y="951543"/>
                  </a:cubicBezTo>
                  <a:cubicBezTo>
                    <a:pt x="879635" y="958370"/>
                    <a:pt x="870376" y="962205"/>
                    <a:pt x="860721" y="962205"/>
                  </a:cubicBezTo>
                  <a:lnTo>
                    <a:pt x="36403" y="962205"/>
                  </a:lnTo>
                  <a:cubicBezTo>
                    <a:pt x="26748" y="962205"/>
                    <a:pt x="17489" y="958370"/>
                    <a:pt x="10662" y="951543"/>
                  </a:cubicBezTo>
                  <a:cubicBezTo>
                    <a:pt x="3835" y="944716"/>
                    <a:pt x="0" y="935457"/>
                    <a:pt x="0" y="925803"/>
                  </a:cubicBezTo>
                  <a:lnTo>
                    <a:pt x="0" y="36403"/>
                  </a:lnTo>
                  <a:cubicBezTo>
                    <a:pt x="0" y="26748"/>
                    <a:pt x="3835" y="17489"/>
                    <a:pt x="10662" y="10662"/>
                  </a:cubicBezTo>
                  <a:cubicBezTo>
                    <a:pt x="17489" y="3835"/>
                    <a:pt x="26748" y="0"/>
                    <a:pt x="3640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42089" r="0" b="-25526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785258" y="866775"/>
            <a:ext cx="471820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Problème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3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0"/>
            <a:ext cx="9143276" cy="10286638"/>
            <a:chOff x="0" y="0"/>
            <a:chExt cx="12191035" cy="137155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705" r="0" b="-1670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55291" y="4446824"/>
            <a:ext cx="403550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794" y="4373563"/>
            <a:ext cx="7162562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 fantôme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87481" y="8582874"/>
            <a:ext cx="2852013" cy="2925141"/>
          </a:xfrm>
          <a:custGeom>
            <a:avLst/>
            <a:gdLst/>
            <a:ahLst/>
            <a:cxnLst/>
            <a:rect r="r" b="b" t="t" l="l"/>
            <a:pathLst>
              <a:path h="2925141" w="2852013">
                <a:moveTo>
                  <a:pt x="0" y="0"/>
                </a:moveTo>
                <a:lnTo>
                  <a:pt x="2852012" y="0"/>
                </a:lnTo>
                <a:lnTo>
                  <a:pt x="2852012" y="2925142"/>
                </a:lnTo>
                <a:lnTo>
                  <a:pt x="0" y="2925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3304" y="0"/>
            <a:ext cx="9464696" cy="10287000"/>
          </a:xfrm>
          <a:custGeom>
            <a:avLst/>
            <a:gdLst/>
            <a:ahLst/>
            <a:cxnLst/>
            <a:rect r="r" b="b" t="t" l="l"/>
            <a:pathLst>
              <a:path h="10287000" w="9464696">
                <a:moveTo>
                  <a:pt x="0" y="0"/>
                </a:moveTo>
                <a:lnTo>
                  <a:pt x="9464696" y="0"/>
                </a:lnTo>
                <a:lnTo>
                  <a:pt x="946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80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23304" y="0"/>
            <a:ext cx="9464696" cy="10287000"/>
            <a:chOff x="0" y="0"/>
            <a:chExt cx="764492" cy="830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4492" cy="830912"/>
            </a:xfrm>
            <a:custGeom>
              <a:avLst/>
              <a:gdLst/>
              <a:ahLst/>
              <a:cxnLst/>
              <a:rect r="r" b="b" t="t" l="l"/>
              <a:pathLst>
                <a:path h="830912" w="764492">
                  <a:moveTo>
                    <a:pt x="0" y="0"/>
                  </a:moveTo>
                  <a:lnTo>
                    <a:pt x="764492" y="0"/>
                  </a:lnTo>
                  <a:lnTo>
                    <a:pt x="764492" y="830912"/>
                  </a:lnTo>
                  <a:lnTo>
                    <a:pt x="0" y="830912"/>
                  </a:lnTo>
                  <a:close/>
                </a:path>
              </a:pathLst>
            </a:custGeom>
            <a:blipFill>
              <a:blip r:embed="rId4"/>
              <a:stretch>
                <a:fillRect l="-31567" t="0" r="-3156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4068" y="3914775"/>
            <a:ext cx="7570012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Routines personnalisées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212975"/>
            <a:ext cx="11301259" cy="6173313"/>
          </a:xfrm>
          <a:custGeom>
            <a:avLst/>
            <a:gdLst/>
            <a:ahLst/>
            <a:cxnLst/>
            <a:rect r="r" b="b" t="t" l="l"/>
            <a:pathLst>
              <a:path h="6173313" w="11301259">
                <a:moveTo>
                  <a:pt x="0" y="0"/>
                </a:moveTo>
                <a:lnTo>
                  <a:pt x="11301258" y="0"/>
                </a:lnTo>
                <a:lnTo>
                  <a:pt x="11301258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3371" y="895350"/>
            <a:ext cx="11301259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Les cibles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-12964"/>
            <a:ext cx="18328319" cy="10298163"/>
            <a:chOff x="0" y="0"/>
            <a:chExt cx="24437759" cy="13730884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37721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37721">
                  <a:moveTo>
                    <a:pt x="24437721" y="0"/>
                  </a:moveTo>
                  <a:lnTo>
                    <a:pt x="0" y="0"/>
                  </a:lnTo>
                  <a:lnTo>
                    <a:pt x="0" y="13730860"/>
                  </a:lnTo>
                  <a:lnTo>
                    <a:pt x="24437721" y="13730860"/>
                  </a:lnTo>
                  <a:lnTo>
                    <a:pt x="24437721" y="0"/>
                  </a:lnTo>
                  <a:close/>
                </a:path>
              </a:pathLst>
            </a:custGeom>
            <a:blipFill>
              <a:blip r:embed="rId2"/>
              <a:stretch>
                <a:fillRect l="-239" t="0" r="-1008" b="-134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116643" y="-13678"/>
            <a:ext cx="18557996" cy="10424884"/>
            <a:chOff x="0" y="0"/>
            <a:chExt cx="24743994" cy="1389984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24744045" cy="13899896"/>
            </a:xfrm>
            <a:custGeom>
              <a:avLst/>
              <a:gdLst/>
              <a:ahLst/>
              <a:cxnLst/>
              <a:rect r="r" b="b" t="t" l="l"/>
              <a:pathLst>
                <a:path h="13899896" w="24744045">
                  <a:moveTo>
                    <a:pt x="24744045" y="0"/>
                  </a:moveTo>
                  <a:lnTo>
                    <a:pt x="0" y="0"/>
                  </a:lnTo>
                  <a:lnTo>
                    <a:pt x="0" y="13899896"/>
                  </a:lnTo>
                  <a:lnTo>
                    <a:pt x="24744045" y="13899896"/>
                  </a:lnTo>
                  <a:lnTo>
                    <a:pt x="24744045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829" t="0" r="-6728" b="-7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924005" y="6419517"/>
            <a:ext cx="10458002" cy="1085040"/>
            <a:chOff x="0" y="0"/>
            <a:chExt cx="13944003" cy="1446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3964" cy="1446657"/>
            </a:xfrm>
            <a:custGeom>
              <a:avLst/>
              <a:gdLst/>
              <a:ahLst/>
              <a:cxnLst/>
              <a:rect r="r" b="b" t="t" l="l"/>
              <a:pathLst>
                <a:path h="1446657" w="13943964">
                  <a:moveTo>
                    <a:pt x="127000" y="0"/>
                  </a:moveTo>
                  <a:lnTo>
                    <a:pt x="13816964" y="0"/>
                  </a:lnTo>
                  <a:cubicBezTo>
                    <a:pt x="13887104" y="0"/>
                    <a:pt x="13943964" y="56860"/>
                    <a:pt x="13943964" y="127000"/>
                  </a:cubicBezTo>
                  <a:lnTo>
                    <a:pt x="13943964" y="1319657"/>
                  </a:lnTo>
                  <a:cubicBezTo>
                    <a:pt x="13943964" y="1353339"/>
                    <a:pt x="13930584" y="1385642"/>
                    <a:pt x="13906767" y="1409459"/>
                  </a:cubicBezTo>
                  <a:cubicBezTo>
                    <a:pt x="13882949" y="1433276"/>
                    <a:pt x="13850648" y="1446657"/>
                    <a:pt x="13816964" y="1446657"/>
                  </a:cubicBezTo>
                  <a:lnTo>
                    <a:pt x="127000" y="1446657"/>
                  </a:lnTo>
                  <a:cubicBezTo>
                    <a:pt x="56860" y="1446657"/>
                    <a:pt x="0" y="1389797"/>
                    <a:pt x="0" y="1319657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7809" r="0" b="-1378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44003" cy="1532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16"/>
                </a:lnSpc>
              </a:pPr>
              <a:r>
                <a:rPr lang="en-US" sz="3200">
                  <a:solidFill>
                    <a:srgbClr val="0F2A29"/>
                  </a:solidFill>
                  <a:latin typeface="Arimo"/>
                  <a:ea typeface="Arimo"/>
                  <a:cs typeface="Arimo"/>
                  <a:sym typeface="Arimo"/>
                </a:rPr>
                <a:t>Visualiser l’invisible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24005" y="2781357"/>
            <a:ext cx="10458002" cy="3180959"/>
            <a:chOff x="0" y="0"/>
            <a:chExt cx="13944003" cy="4241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4000" cy="4241280"/>
            </a:xfrm>
            <a:custGeom>
              <a:avLst/>
              <a:gdLst/>
              <a:ahLst/>
              <a:cxnLst/>
              <a:rect r="r" b="b" t="t" l="l"/>
              <a:pathLst>
                <a:path h="4241280" w="13944000">
                  <a:moveTo>
                    <a:pt x="0" y="0"/>
                  </a:moveTo>
                  <a:lnTo>
                    <a:pt x="13944000" y="0"/>
                  </a:lnTo>
                  <a:lnTo>
                    <a:pt x="13944000" y="4241280"/>
                  </a:lnTo>
                  <a:lnTo>
                    <a:pt x="0" y="4241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60" r="0" b="-140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3944003" cy="425080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Ascension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762841" y="400198"/>
            <a:ext cx="4762319" cy="4762319"/>
          </a:xfrm>
          <a:custGeom>
            <a:avLst/>
            <a:gdLst/>
            <a:ahLst/>
            <a:cxnLst/>
            <a:rect r="r" b="b" t="t" l="l"/>
            <a:pathLst>
              <a:path h="4762319" w="4762319">
                <a:moveTo>
                  <a:pt x="0" y="0"/>
                </a:moveTo>
                <a:lnTo>
                  <a:pt x="4762318" y="0"/>
                </a:lnTo>
                <a:lnTo>
                  <a:pt x="4762318" y="4762319"/>
                </a:lnTo>
                <a:lnTo>
                  <a:pt x="0" y="4762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945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6761376" y="2760876"/>
            <a:ext cx="4765248" cy="4765248"/>
          </a:xfrm>
          <a:custGeom>
            <a:avLst/>
            <a:gdLst/>
            <a:ahLst/>
            <a:cxnLst/>
            <a:rect r="r" b="b" t="t" l="l"/>
            <a:pathLst>
              <a:path h="4765248" w="4765248">
                <a:moveTo>
                  <a:pt x="0" y="0"/>
                </a:moveTo>
                <a:lnTo>
                  <a:pt x="4765248" y="0"/>
                </a:lnTo>
                <a:lnTo>
                  <a:pt x="4765248" y="4765248"/>
                </a:lnTo>
                <a:lnTo>
                  <a:pt x="0" y="476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49167" y="1019175"/>
            <a:ext cx="577167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Table ronde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4528458"/>
            <a:ext cx="5717844" cy="1184363"/>
          </a:xfrm>
          <a:custGeom>
            <a:avLst/>
            <a:gdLst/>
            <a:ahLst/>
            <a:cxnLst/>
            <a:rect r="r" b="b" t="t" l="l"/>
            <a:pathLst>
              <a:path h="1184363" w="5717844">
                <a:moveTo>
                  <a:pt x="0" y="0"/>
                </a:moveTo>
                <a:lnTo>
                  <a:pt x="5717844" y="0"/>
                </a:lnTo>
                <a:lnTo>
                  <a:pt x="5717844" y="1184364"/>
                </a:lnTo>
                <a:lnTo>
                  <a:pt x="0" y="1184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3726" y="4089465"/>
            <a:ext cx="5728803" cy="2108071"/>
          </a:xfrm>
          <a:custGeom>
            <a:avLst/>
            <a:gdLst/>
            <a:ahLst/>
            <a:cxnLst/>
            <a:rect r="r" b="b" t="t" l="l"/>
            <a:pathLst>
              <a:path h="2108071" w="5728803">
                <a:moveTo>
                  <a:pt x="0" y="0"/>
                </a:moveTo>
                <a:lnTo>
                  <a:pt x="5728803" y="0"/>
                </a:lnTo>
                <a:lnTo>
                  <a:pt x="5728803" y="2108070"/>
                </a:lnTo>
                <a:lnTo>
                  <a:pt x="0" y="210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983" t="-34859" r="-34468" b="-4172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L’avancement de Gianni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746544" y="5143500"/>
            <a:ext cx="4029711" cy="0"/>
          </a:xfrm>
          <a:prstGeom prst="line">
            <a:avLst/>
          </a:prstGeom>
          <a:ln cap="rnd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01885" y="2616608"/>
            <a:ext cx="13084230" cy="5053784"/>
          </a:xfrm>
          <a:custGeom>
            <a:avLst/>
            <a:gdLst/>
            <a:ahLst/>
            <a:cxnLst/>
            <a:rect r="r" b="b" t="t" l="l"/>
            <a:pathLst>
              <a:path h="5053784" w="13084230">
                <a:moveTo>
                  <a:pt x="0" y="0"/>
                </a:moveTo>
                <a:lnTo>
                  <a:pt x="13084230" y="0"/>
                </a:lnTo>
                <a:lnTo>
                  <a:pt x="13084230" y="5053784"/>
                </a:lnTo>
                <a:lnTo>
                  <a:pt x="0" y="505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L’avancement de Christophe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L’avancement de Nicolas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381250" y="3238386"/>
            <a:ext cx="3810229" cy="3810229"/>
          </a:xfrm>
          <a:custGeom>
            <a:avLst/>
            <a:gdLst/>
            <a:ahLst/>
            <a:cxnLst/>
            <a:rect r="r" b="b" t="t" l="l"/>
            <a:pathLst>
              <a:path h="3810229" w="3810229">
                <a:moveTo>
                  <a:pt x="0" y="0"/>
                </a:moveTo>
                <a:lnTo>
                  <a:pt x="3810229" y="0"/>
                </a:lnTo>
                <a:lnTo>
                  <a:pt x="3810229" y="3810228"/>
                </a:lnTo>
                <a:lnTo>
                  <a:pt x="0" y="3810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99350" y="3238386"/>
            <a:ext cx="3810229" cy="3810229"/>
          </a:xfrm>
          <a:custGeom>
            <a:avLst/>
            <a:gdLst/>
            <a:ahLst/>
            <a:cxnLst/>
            <a:rect r="r" b="b" t="t" l="l"/>
            <a:pathLst>
              <a:path h="3810229" w="3810229">
                <a:moveTo>
                  <a:pt x="0" y="0"/>
                </a:moveTo>
                <a:lnTo>
                  <a:pt x="3810229" y="0"/>
                </a:lnTo>
                <a:lnTo>
                  <a:pt x="3810229" y="3810228"/>
                </a:lnTo>
                <a:lnTo>
                  <a:pt x="0" y="3810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6608197" y="5143500"/>
            <a:ext cx="5491153" cy="0"/>
          </a:xfrm>
          <a:prstGeom prst="line">
            <a:avLst/>
          </a:prstGeom>
          <a:ln cap="rnd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L’avancement de Lou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66300" y="2738016"/>
            <a:ext cx="4765248" cy="4765248"/>
          </a:xfrm>
          <a:custGeom>
            <a:avLst/>
            <a:gdLst/>
            <a:ahLst/>
            <a:cxnLst/>
            <a:rect r="r" b="b" t="t" l="l"/>
            <a:pathLst>
              <a:path h="4765248" w="4765248">
                <a:moveTo>
                  <a:pt x="0" y="0"/>
                </a:moveTo>
                <a:lnTo>
                  <a:pt x="4765248" y="0"/>
                </a:lnTo>
                <a:lnTo>
                  <a:pt x="4765248" y="4765248"/>
                </a:lnTo>
                <a:lnTo>
                  <a:pt x="0" y="476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57500" y="2760876"/>
            <a:ext cx="4765248" cy="4765248"/>
          </a:xfrm>
          <a:custGeom>
            <a:avLst/>
            <a:gdLst/>
            <a:ahLst/>
            <a:cxnLst/>
            <a:rect r="r" b="b" t="t" l="l"/>
            <a:pathLst>
              <a:path h="4765248" w="4765248">
                <a:moveTo>
                  <a:pt x="0" y="0"/>
                </a:moveTo>
                <a:lnTo>
                  <a:pt x="4765248" y="0"/>
                </a:lnTo>
                <a:lnTo>
                  <a:pt x="4765248" y="4765248"/>
                </a:lnTo>
                <a:lnTo>
                  <a:pt x="0" y="4765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193993" y="3314585"/>
            <a:ext cx="4881826" cy="4881826"/>
          </a:xfrm>
          <a:custGeom>
            <a:avLst/>
            <a:gdLst/>
            <a:ahLst/>
            <a:cxnLst/>
            <a:rect r="r" b="b" t="t" l="l"/>
            <a:pathLst>
              <a:path h="4881826" w="4881826">
                <a:moveTo>
                  <a:pt x="0" y="0"/>
                </a:moveTo>
                <a:lnTo>
                  <a:pt x="4881826" y="0"/>
                </a:lnTo>
                <a:lnTo>
                  <a:pt x="4881826" y="4881826"/>
                </a:lnTo>
                <a:lnTo>
                  <a:pt x="0" y="488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6398423" y="5755498"/>
            <a:ext cx="5491153" cy="0"/>
          </a:xfrm>
          <a:prstGeom prst="line">
            <a:avLst/>
          </a:prstGeom>
          <a:ln cap="rnd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101982" y="2994635"/>
            <a:ext cx="5201776" cy="5201776"/>
          </a:xfrm>
          <a:custGeom>
            <a:avLst/>
            <a:gdLst/>
            <a:ahLst/>
            <a:cxnLst/>
            <a:rect r="r" b="b" t="t" l="l"/>
            <a:pathLst>
              <a:path h="5201776" w="5201776">
                <a:moveTo>
                  <a:pt x="0" y="0"/>
                </a:moveTo>
                <a:lnTo>
                  <a:pt x="5201776" y="0"/>
                </a:lnTo>
                <a:lnTo>
                  <a:pt x="5201776" y="5201776"/>
                </a:lnTo>
                <a:lnTo>
                  <a:pt x="0" y="520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6F6F6"/>
                </a:solidFill>
                <a:latin typeface="DM Sans Bold"/>
                <a:ea typeface="DM Sans Bold"/>
                <a:cs typeface="DM Sans Bold"/>
                <a:sym typeface="DM Sans Bold"/>
              </a:rPr>
              <a:t>L’avancement d’Olivier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3994556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3242459"/>
            <a:ext cx="3802082" cy="3802082"/>
          </a:xfrm>
          <a:custGeom>
            <a:avLst/>
            <a:gdLst/>
            <a:ahLst/>
            <a:cxnLst/>
            <a:rect r="r" b="b" t="t" l="l"/>
            <a:pathLst>
              <a:path h="3802082" w="3802082">
                <a:moveTo>
                  <a:pt x="0" y="0"/>
                </a:moveTo>
                <a:lnTo>
                  <a:pt x="3802082" y="0"/>
                </a:lnTo>
                <a:lnTo>
                  <a:pt x="3802082" y="3802082"/>
                </a:lnTo>
                <a:lnTo>
                  <a:pt x="0" y="3802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989075" y="1019175"/>
            <a:ext cx="6291858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Organisation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5831740" y="2435036"/>
            <a:ext cx="11427560" cy="5428091"/>
          </a:xfrm>
          <a:custGeom>
            <a:avLst/>
            <a:gdLst/>
            <a:ahLst/>
            <a:cxnLst/>
            <a:rect r="r" b="b" t="t" l="l"/>
            <a:pathLst>
              <a:path h="5428091" w="11427560">
                <a:moveTo>
                  <a:pt x="0" y="0"/>
                </a:moveTo>
                <a:lnTo>
                  <a:pt x="11427560" y="0"/>
                </a:lnTo>
                <a:lnTo>
                  <a:pt x="11427560" y="5428091"/>
                </a:lnTo>
                <a:lnTo>
                  <a:pt x="0" y="54280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10317" y="-4035600"/>
            <a:ext cx="10486082" cy="18312479"/>
            <a:chOff x="0" y="0"/>
            <a:chExt cx="13981443" cy="2441663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3981430" cy="24416638"/>
            </a:xfrm>
            <a:custGeom>
              <a:avLst/>
              <a:gdLst/>
              <a:ahLst/>
              <a:cxnLst/>
              <a:rect r="r" b="b" t="t" l="l"/>
              <a:pathLst>
                <a:path h="24416638" w="13981430">
                  <a:moveTo>
                    <a:pt x="13981430" y="0"/>
                  </a:moveTo>
                  <a:lnTo>
                    <a:pt x="0" y="0"/>
                  </a:lnTo>
                  <a:lnTo>
                    <a:pt x="0" y="24416638"/>
                  </a:lnTo>
                  <a:lnTo>
                    <a:pt x="13981430" y="24416638"/>
                  </a:lnTo>
                  <a:lnTo>
                    <a:pt x="13981430" y="0"/>
                  </a:lnTo>
                  <a:close/>
                </a:path>
              </a:pathLst>
            </a:custGeom>
            <a:blipFill>
              <a:blip r:embed="rId2"/>
              <a:stretch>
                <a:fillRect l="-1304" t="0" r="-20921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4739" y="6145961"/>
            <a:ext cx="2381250" cy="2381250"/>
            <a:chOff x="0" y="0"/>
            <a:chExt cx="627160" cy="627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7161" cy="627161"/>
            </a:xfrm>
            <a:custGeom>
              <a:avLst/>
              <a:gdLst/>
              <a:ahLst/>
              <a:cxnLst/>
              <a:rect r="r" b="b" t="t" l="l"/>
              <a:pathLst>
                <a:path h="627161" w="627161">
                  <a:moveTo>
                    <a:pt x="165811" y="0"/>
                  </a:moveTo>
                  <a:lnTo>
                    <a:pt x="461349" y="0"/>
                  </a:lnTo>
                  <a:cubicBezTo>
                    <a:pt x="552924" y="0"/>
                    <a:pt x="627161" y="74236"/>
                    <a:pt x="627161" y="165811"/>
                  </a:cubicBezTo>
                  <a:lnTo>
                    <a:pt x="627161" y="461349"/>
                  </a:lnTo>
                  <a:cubicBezTo>
                    <a:pt x="627161" y="505325"/>
                    <a:pt x="609691" y="547500"/>
                    <a:pt x="578596" y="578596"/>
                  </a:cubicBezTo>
                  <a:cubicBezTo>
                    <a:pt x="547500" y="609691"/>
                    <a:pt x="505325" y="627161"/>
                    <a:pt x="461349" y="627161"/>
                  </a:cubicBezTo>
                  <a:lnTo>
                    <a:pt x="165811" y="627161"/>
                  </a:lnTo>
                  <a:cubicBezTo>
                    <a:pt x="121835" y="627161"/>
                    <a:pt x="79661" y="609691"/>
                    <a:pt x="48565" y="578596"/>
                  </a:cubicBezTo>
                  <a:cubicBezTo>
                    <a:pt x="17469" y="547500"/>
                    <a:pt x="0" y="505325"/>
                    <a:pt x="0" y="461349"/>
                  </a:cubicBezTo>
                  <a:lnTo>
                    <a:pt x="0" y="165811"/>
                  </a:lnTo>
                  <a:cubicBezTo>
                    <a:pt x="0" y="74236"/>
                    <a:pt x="74236" y="0"/>
                    <a:pt x="165811" y="0"/>
                  </a:cubicBezTo>
                  <a:close/>
                </a:path>
              </a:pathLst>
            </a:custGeom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27160" cy="636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2336485" y="4386243"/>
            <a:ext cx="10293125" cy="1661036"/>
            <a:chOff x="0" y="0"/>
            <a:chExt cx="13724166" cy="2214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24128" cy="2214753"/>
            </a:xfrm>
            <a:custGeom>
              <a:avLst/>
              <a:gdLst/>
              <a:ahLst/>
              <a:cxnLst/>
              <a:rect r="r" b="b" t="t" l="l"/>
              <a:pathLst>
                <a:path h="2214753" w="13724128">
                  <a:moveTo>
                    <a:pt x="0" y="0"/>
                  </a:moveTo>
                  <a:lnTo>
                    <a:pt x="13724128" y="0"/>
                  </a:lnTo>
                  <a:lnTo>
                    <a:pt x="13724128" y="2214753"/>
                  </a:lnTo>
                  <a:lnTo>
                    <a:pt x="0" y="2214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218" t="0" r="-89327" b="-56753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5526798" cy="4856397"/>
            <a:chOff x="0" y="0"/>
            <a:chExt cx="20702397" cy="6475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02397" cy="6475222"/>
            </a:xfrm>
            <a:custGeom>
              <a:avLst/>
              <a:gdLst/>
              <a:ahLst/>
              <a:cxnLst/>
              <a:rect r="r" b="b" t="t" l="l"/>
              <a:pathLst>
                <a:path h="6475222" w="20702397">
                  <a:moveTo>
                    <a:pt x="0" y="0"/>
                  </a:moveTo>
                  <a:lnTo>
                    <a:pt x="20702397" y="0"/>
                  </a:lnTo>
                  <a:lnTo>
                    <a:pt x="20702397" y="6475222"/>
                  </a:lnTo>
                  <a:lnTo>
                    <a:pt x="0" y="6475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9646" t="-138025" r="-7357" b="966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30900" y="5540669"/>
            <a:ext cx="4324" cy="1438"/>
            <a:chOff x="0" y="0"/>
            <a:chExt cx="5766" cy="19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849724" y="6843812"/>
            <a:ext cx="43920" cy="12964"/>
            <a:chOff x="0" y="0"/>
            <a:chExt cx="58560" cy="172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895806" y="6856775"/>
            <a:ext cx="8639" cy="3600"/>
            <a:chOff x="0" y="0"/>
            <a:chExt cx="11519" cy="4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765720" y="2775773"/>
            <a:ext cx="2764772" cy="27647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4"/>
              <a:stretch>
                <a:fillRect l="-4166" t="-761" r="-2040" b="-706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00226" y="2772123"/>
            <a:ext cx="2768422" cy="27684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5"/>
              <a:stretch>
                <a:fillRect l="-13228" t="0" r="-24403" b="-10019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682973" y="2772123"/>
            <a:ext cx="2768422" cy="276842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5843" y="0"/>
                  </a:moveTo>
                  <a:lnTo>
                    <a:pt x="686957" y="0"/>
                  </a:lnTo>
                  <a:cubicBezTo>
                    <a:pt x="756458" y="0"/>
                    <a:pt x="812800" y="56342"/>
                    <a:pt x="812800" y="125843"/>
                  </a:cubicBezTo>
                  <a:lnTo>
                    <a:pt x="812800" y="686957"/>
                  </a:lnTo>
                  <a:cubicBezTo>
                    <a:pt x="812800" y="756458"/>
                    <a:pt x="756458" y="812800"/>
                    <a:pt x="686957" y="812800"/>
                  </a:cubicBezTo>
                  <a:lnTo>
                    <a:pt x="125843" y="812800"/>
                  </a:lnTo>
                  <a:cubicBezTo>
                    <a:pt x="56342" y="812800"/>
                    <a:pt x="0" y="756458"/>
                    <a:pt x="0" y="686957"/>
                  </a:cubicBezTo>
                  <a:lnTo>
                    <a:pt x="0" y="125843"/>
                  </a:lnTo>
                  <a:cubicBezTo>
                    <a:pt x="0" y="56342"/>
                    <a:pt x="56342" y="0"/>
                    <a:pt x="125843" y="0"/>
                  </a:cubicBezTo>
                  <a:close/>
                </a:path>
              </a:pathLst>
            </a:custGeom>
            <a:blipFill>
              <a:blip r:embed="rId6"/>
              <a:stretch>
                <a:fillRect l="-11949" t="0" r="-22451" b="-9555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23002" y="2792337"/>
            <a:ext cx="2764772" cy="276477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7"/>
              <a:stretch>
                <a:fillRect l="-14551" t="0" r="-22309" b="-990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43905" y="2772123"/>
            <a:ext cx="2764772" cy="276477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6009" y="0"/>
                  </a:moveTo>
                  <a:lnTo>
                    <a:pt x="686791" y="0"/>
                  </a:lnTo>
                  <a:cubicBezTo>
                    <a:pt x="720211" y="0"/>
                    <a:pt x="752261" y="13276"/>
                    <a:pt x="775893" y="36907"/>
                  </a:cubicBezTo>
                  <a:cubicBezTo>
                    <a:pt x="799524" y="60538"/>
                    <a:pt x="812800" y="92589"/>
                    <a:pt x="812800" y="126009"/>
                  </a:cubicBezTo>
                  <a:lnTo>
                    <a:pt x="812800" y="686791"/>
                  </a:lnTo>
                  <a:cubicBezTo>
                    <a:pt x="812800" y="720211"/>
                    <a:pt x="799524" y="752261"/>
                    <a:pt x="775893" y="775893"/>
                  </a:cubicBezTo>
                  <a:cubicBezTo>
                    <a:pt x="752261" y="799524"/>
                    <a:pt x="720211" y="812800"/>
                    <a:pt x="686791" y="812800"/>
                  </a:cubicBezTo>
                  <a:lnTo>
                    <a:pt x="126009" y="812800"/>
                  </a:lnTo>
                  <a:cubicBezTo>
                    <a:pt x="92589" y="812800"/>
                    <a:pt x="60538" y="799524"/>
                    <a:pt x="36907" y="775893"/>
                  </a:cubicBezTo>
                  <a:cubicBezTo>
                    <a:pt x="13276" y="752261"/>
                    <a:pt x="0" y="720211"/>
                    <a:pt x="0" y="686791"/>
                  </a:cubicBezTo>
                  <a:lnTo>
                    <a:pt x="0" y="126009"/>
                  </a:lnTo>
                  <a:cubicBezTo>
                    <a:pt x="0" y="92589"/>
                    <a:pt x="13276" y="60538"/>
                    <a:pt x="36907" y="36907"/>
                  </a:cubicBezTo>
                  <a:cubicBezTo>
                    <a:pt x="60538" y="13276"/>
                    <a:pt x="92589" y="0"/>
                    <a:pt x="126009" y="0"/>
                  </a:cubicBezTo>
                  <a:close/>
                </a:path>
              </a:pathLst>
            </a:custGeom>
            <a:blipFill>
              <a:blip r:embed="rId8"/>
              <a:stretch>
                <a:fillRect l="-11905" t="0" r="-24993" b="-99125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2509178" y="7439419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493502" y="7820419"/>
            <a:ext cx="957893" cy="957893"/>
          </a:xfrm>
          <a:custGeom>
            <a:avLst/>
            <a:gdLst/>
            <a:ahLst/>
            <a:cxnLst/>
            <a:rect r="r" b="b" t="t" l="l"/>
            <a:pathLst>
              <a:path h="957893" w="957893">
                <a:moveTo>
                  <a:pt x="0" y="0"/>
                </a:moveTo>
                <a:lnTo>
                  <a:pt x="957893" y="0"/>
                </a:lnTo>
                <a:lnTo>
                  <a:pt x="957893" y="957893"/>
                </a:lnTo>
                <a:lnTo>
                  <a:pt x="0" y="9578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107632" y="6767068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635241" y="9132626"/>
            <a:ext cx="3017517" cy="475259"/>
          </a:xfrm>
          <a:custGeom>
            <a:avLst/>
            <a:gdLst/>
            <a:ahLst/>
            <a:cxnLst/>
            <a:rect r="r" b="b" t="t" l="l"/>
            <a:pathLst>
              <a:path h="475259" w="3017517">
                <a:moveTo>
                  <a:pt x="0" y="0"/>
                </a:moveTo>
                <a:lnTo>
                  <a:pt x="3017518" y="0"/>
                </a:lnTo>
                <a:lnTo>
                  <a:pt x="3017518" y="475259"/>
                </a:lnTo>
                <a:lnTo>
                  <a:pt x="0" y="4752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038847" y="6328753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84809" y="7773321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830129" y="7439419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591925" y="8877300"/>
            <a:ext cx="950518" cy="950518"/>
          </a:xfrm>
          <a:custGeom>
            <a:avLst/>
            <a:gdLst/>
            <a:ahLst/>
            <a:cxnLst/>
            <a:rect r="r" b="b" t="t" l="l"/>
            <a:pathLst>
              <a:path h="950518" w="950518">
                <a:moveTo>
                  <a:pt x="0" y="0"/>
                </a:moveTo>
                <a:lnTo>
                  <a:pt x="950518" y="0"/>
                </a:lnTo>
                <a:lnTo>
                  <a:pt x="950518" y="950518"/>
                </a:lnTo>
                <a:lnTo>
                  <a:pt x="0" y="95051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>
            <a:off x="2984437" y="6489982"/>
            <a:ext cx="0" cy="949437"/>
          </a:xfrm>
          <a:custGeom>
            <a:avLst/>
            <a:gdLst/>
            <a:ahLst/>
            <a:cxnLst/>
            <a:rect r="r" b="b" t="t" l="l"/>
            <a:pathLst>
              <a:path h="949437" w="0">
                <a:moveTo>
                  <a:pt x="0" y="0"/>
                </a:moveTo>
                <a:lnTo>
                  <a:pt x="0" y="949437"/>
                </a:lnTo>
              </a:path>
            </a:pathLst>
          </a:custGeom>
          <a:ln cap="flat" w="3810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>
            <a:off x="15305388" y="6498264"/>
            <a:ext cx="0" cy="941155"/>
          </a:xfrm>
          <a:custGeom>
            <a:avLst/>
            <a:gdLst/>
            <a:ahLst/>
            <a:cxnLst/>
            <a:rect r="r" b="b" t="t" l="l"/>
            <a:pathLst>
              <a:path h="941155" w="0">
                <a:moveTo>
                  <a:pt x="0" y="0"/>
                </a:moveTo>
                <a:lnTo>
                  <a:pt x="0" y="941155"/>
                </a:lnTo>
              </a:path>
            </a:pathLst>
          </a:custGeom>
          <a:ln cap="flat" w="38100">
            <a:solidFill>
              <a:srgbClr val="38B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>
            <a:off x="12226291" y="5536895"/>
            <a:ext cx="2603838" cy="2377782"/>
          </a:xfrm>
          <a:custGeom>
            <a:avLst/>
            <a:gdLst/>
            <a:ahLst/>
            <a:cxnLst/>
            <a:rect r="r" b="b" t="t" l="l"/>
            <a:pathLst>
              <a:path h="2377782" w="2603838">
                <a:moveTo>
                  <a:pt x="0" y="0"/>
                </a:moveTo>
                <a:lnTo>
                  <a:pt x="0" y="2149182"/>
                </a:lnTo>
                <a:cubicBezTo>
                  <a:pt x="0" y="2275434"/>
                  <a:pt x="102348" y="2377782"/>
                  <a:pt x="228600" y="2377782"/>
                </a:cubicBezTo>
                <a:lnTo>
                  <a:pt x="2603838" y="2377782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>
            <a:off x="10652759" y="5536895"/>
            <a:ext cx="1573532" cy="3833361"/>
          </a:xfrm>
          <a:custGeom>
            <a:avLst/>
            <a:gdLst/>
            <a:ahLst/>
            <a:cxnLst/>
            <a:rect r="r" b="b" t="t" l="l"/>
            <a:pathLst>
              <a:path h="3833361" w="1573532">
                <a:moveTo>
                  <a:pt x="0" y="3833361"/>
                </a:moveTo>
                <a:lnTo>
                  <a:pt x="1344932" y="3833361"/>
                </a:lnTo>
                <a:cubicBezTo>
                  <a:pt x="1471184" y="3833361"/>
                  <a:pt x="1573532" y="3731013"/>
                  <a:pt x="1573532" y="3604761"/>
                </a:cubicBezTo>
                <a:lnTo>
                  <a:pt x="1573532" y="0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>
            <a:off x="6542443" y="5536895"/>
            <a:ext cx="5683848" cy="3815664"/>
          </a:xfrm>
          <a:custGeom>
            <a:avLst/>
            <a:gdLst/>
            <a:ahLst/>
            <a:cxnLst/>
            <a:rect r="r" b="b" t="t" l="l"/>
            <a:pathLst>
              <a:path h="3815664" w="5683848">
                <a:moveTo>
                  <a:pt x="0" y="3815664"/>
                </a:moveTo>
                <a:lnTo>
                  <a:pt x="87553" y="3815664"/>
                </a:lnTo>
                <a:cubicBezTo>
                  <a:pt x="135908" y="3815664"/>
                  <a:pt x="175106" y="3776466"/>
                  <a:pt x="175106" y="3728112"/>
                </a:cubicBezTo>
                <a:lnTo>
                  <a:pt x="175106" y="3569005"/>
                </a:lnTo>
                <a:cubicBezTo>
                  <a:pt x="175106" y="3442753"/>
                  <a:pt x="277454" y="3340405"/>
                  <a:pt x="403706" y="3340405"/>
                </a:cubicBezTo>
                <a:lnTo>
                  <a:pt x="5455248" y="3340405"/>
                </a:lnTo>
                <a:cubicBezTo>
                  <a:pt x="5581500" y="3340405"/>
                  <a:pt x="5683848" y="3238057"/>
                  <a:pt x="5683848" y="3111805"/>
                </a:cubicBezTo>
                <a:lnTo>
                  <a:pt x="5683848" y="0"/>
                </a:lnTo>
              </a:path>
            </a:pathLst>
          </a:custGeom>
          <a:ln cap="flat" w="38100">
            <a:solidFill>
              <a:srgbClr val="7ED9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>
            <a:off x="2984437" y="5540545"/>
            <a:ext cx="1054409" cy="1263467"/>
          </a:xfrm>
          <a:custGeom>
            <a:avLst/>
            <a:gdLst/>
            <a:ahLst/>
            <a:cxnLst/>
            <a:rect r="r" b="b" t="t" l="l"/>
            <a:pathLst>
              <a:path h="1263467" w="1054409">
                <a:moveTo>
                  <a:pt x="0" y="0"/>
                </a:moveTo>
                <a:lnTo>
                  <a:pt x="0" y="1034867"/>
                </a:lnTo>
                <a:cubicBezTo>
                  <a:pt x="0" y="1161119"/>
                  <a:pt x="102348" y="1263467"/>
                  <a:pt x="228600" y="1263467"/>
                </a:cubicBezTo>
                <a:lnTo>
                  <a:pt x="1054409" y="1263467"/>
                </a:lnTo>
              </a:path>
            </a:pathLst>
          </a:custGeom>
          <a:ln cap="flat" w="3810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>
            <a:off x="4989364" y="5540545"/>
            <a:ext cx="1077819" cy="1263467"/>
          </a:xfrm>
          <a:custGeom>
            <a:avLst/>
            <a:gdLst/>
            <a:ahLst/>
            <a:cxnLst/>
            <a:rect r="r" b="b" t="t" l="l"/>
            <a:pathLst>
              <a:path h="1263467" w="1077819">
                <a:moveTo>
                  <a:pt x="1077820" y="0"/>
                </a:moveTo>
                <a:lnTo>
                  <a:pt x="1077820" y="1034867"/>
                </a:lnTo>
                <a:cubicBezTo>
                  <a:pt x="1077820" y="1161119"/>
                  <a:pt x="975472" y="1263467"/>
                  <a:pt x="849220" y="1263467"/>
                </a:cubicBezTo>
                <a:lnTo>
                  <a:pt x="0" y="1263467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2" id="42"/>
          <p:cNvSpPr/>
          <p:nvPr/>
        </p:nvSpPr>
        <p:spPr>
          <a:xfrm>
            <a:off x="6067184" y="7208923"/>
            <a:ext cx="0" cy="1668377"/>
          </a:xfrm>
          <a:custGeom>
            <a:avLst/>
            <a:gdLst/>
            <a:ahLst/>
            <a:cxnLst/>
            <a:rect r="r" b="b" t="t" l="l"/>
            <a:pathLst>
              <a:path h="1668377" w="0">
                <a:moveTo>
                  <a:pt x="0" y="0"/>
                </a:moveTo>
                <a:lnTo>
                  <a:pt x="0" y="1668377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028700" y="1028700"/>
            <a:ext cx="162306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Répartition du travail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9501" y="2457798"/>
            <a:ext cx="25992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Cristophe VANDEVOIR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92972" y="2457798"/>
            <a:ext cx="182483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 POUECH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60802" y="2457798"/>
            <a:ext cx="19673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 PELLEGRINO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20833" y="2457798"/>
            <a:ext cx="1610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 TUERO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13193" y="2457798"/>
            <a:ext cx="16009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 TORO</a:t>
            </a:r>
          </a:p>
        </p:txBody>
      </p:sp>
      <p:sp>
        <p:nvSpPr>
          <p:cNvPr name="Freeform 49" id="49"/>
          <p:cNvSpPr/>
          <p:nvPr/>
        </p:nvSpPr>
        <p:spPr>
          <a:xfrm>
            <a:off x="7605364" y="5540545"/>
            <a:ext cx="1542742" cy="605416"/>
          </a:xfrm>
          <a:custGeom>
            <a:avLst/>
            <a:gdLst/>
            <a:ahLst/>
            <a:cxnLst/>
            <a:rect r="r" b="b" t="t" l="l"/>
            <a:pathLst>
              <a:path h="605416" w="1542742">
                <a:moveTo>
                  <a:pt x="0" y="605416"/>
                </a:moveTo>
                <a:lnTo>
                  <a:pt x="542771" y="605416"/>
                </a:lnTo>
                <a:cubicBezTo>
                  <a:pt x="603400" y="605416"/>
                  <a:pt x="661545" y="581331"/>
                  <a:pt x="704416" y="538461"/>
                </a:cubicBezTo>
                <a:cubicBezTo>
                  <a:pt x="747287" y="495590"/>
                  <a:pt x="771371" y="437444"/>
                  <a:pt x="771371" y="376816"/>
                </a:cubicBezTo>
                <a:lnTo>
                  <a:pt x="771371" y="228600"/>
                </a:lnTo>
                <a:cubicBezTo>
                  <a:pt x="771371" y="102348"/>
                  <a:pt x="873719" y="0"/>
                  <a:pt x="999971" y="0"/>
                </a:cubicBezTo>
                <a:lnTo>
                  <a:pt x="1542742" y="0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0" id="50"/>
          <p:cNvSpPr/>
          <p:nvPr/>
        </p:nvSpPr>
        <p:spPr>
          <a:xfrm>
            <a:off x="6067184" y="5540545"/>
            <a:ext cx="347555" cy="1796040"/>
          </a:xfrm>
          <a:custGeom>
            <a:avLst/>
            <a:gdLst/>
            <a:ahLst/>
            <a:cxnLst/>
            <a:rect r="r" b="b" t="t" l="l"/>
            <a:pathLst>
              <a:path h="1796040" w="347555">
                <a:moveTo>
                  <a:pt x="0" y="0"/>
                </a:moveTo>
                <a:lnTo>
                  <a:pt x="0" y="1622263"/>
                </a:lnTo>
                <a:cubicBezTo>
                  <a:pt x="0" y="1718238"/>
                  <a:pt x="77803" y="1796041"/>
                  <a:pt x="173778" y="1796041"/>
                </a:cubicBezTo>
                <a:lnTo>
                  <a:pt x="347555" y="1796041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>
            <a:off x="9144000" y="5540545"/>
            <a:ext cx="849000" cy="3592081"/>
          </a:xfrm>
          <a:custGeom>
            <a:avLst/>
            <a:gdLst/>
            <a:ahLst/>
            <a:cxnLst/>
            <a:rect r="r" b="b" t="t" l="l"/>
            <a:pathLst>
              <a:path h="3592081" w="849000">
                <a:moveTo>
                  <a:pt x="4106" y="0"/>
                </a:moveTo>
                <a:lnTo>
                  <a:pt x="4106" y="151354"/>
                </a:lnTo>
                <a:cubicBezTo>
                  <a:pt x="4106" y="234945"/>
                  <a:pt x="71869" y="302708"/>
                  <a:pt x="155460" y="302708"/>
                </a:cubicBezTo>
                <a:lnTo>
                  <a:pt x="620400" y="302708"/>
                </a:lnTo>
                <a:cubicBezTo>
                  <a:pt x="746652" y="302708"/>
                  <a:pt x="849000" y="405056"/>
                  <a:pt x="849000" y="531308"/>
                </a:cubicBezTo>
                <a:lnTo>
                  <a:pt x="849000" y="2897255"/>
                </a:lnTo>
                <a:cubicBezTo>
                  <a:pt x="849000" y="2957884"/>
                  <a:pt x="824916" y="3016029"/>
                  <a:pt x="782045" y="3058899"/>
                </a:cubicBezTo>
                <a:cubicBezTo>
                  <a:pt x="739174" y="3101770"/>
                  <a:pt x="681029" y="3125855"/>
                  <a:pt x="620400" y="3125855"/>
                </a:cubicBezTo>
                <a:lnTo>
                  <a:pt x="228600" y="3125855"/>
                </a:lnTo>
                <a:cubicBezTo>
                  <a:pt x="167971" y="3125855"/>
                  <a:pt x="109826" y="3149939"/>
                  <a:pt x="66956" y="3192810"/>
                </a:cubicBezTo>
                <a:cubicBezTo>
                  <a:pt x="24085" y="3235681"/>
                  <a:pt x="0" y="3293826"/>
                  <a:pt x="0" y="3354455"/>
                </a:cubicBezTo>
                <a:lnTo>
                  <a:pt x="0" y="3592081"/>
                </a:lnTo>
              </a:path>
            </a:pathLst>
          </a:custGeom>
          <a:ln cap="flat" w="38100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>
            <a:off x="6067184" y="5540545"/>
            <a:ext cx="3076816" cy="3592081"/>
          </a:xfrm>
          <a:custGeom>
            <a:avLst/>
            <a:gdLst/>
            <a:ahLst/>
            <a:cxnLst/>
            <a:rect r="r" b="b" t="t" l="l"/>
            <a:pathLst>
              <a:path h="3592081" w="3076816">
                <a:moveTo>
                  <a:pt x="0" y="0"/>
                </a:moveTo>
                <a:lnTo>
                  <a:pt x="0" y="2897255"/>
                </a:lnTo>
                <a:cubicBezTo>
                  <a:pt x="0" y="2957884"/>
                  <a:pt x="24085" y="3016029"/>
                  <a:pt x="66955" y="3058899"/>
                </a:cubicBezTo>
                <a:cubicBezTo>
                  <a:pt x="109826" y="3101770"/>
                  <a:pt x="167971" y="3125855"/>
                  <a:pt x="228600" y="3125855"/>
                </a:cubicBezTo>
                <a:lnTo>
                  <a:pt x="2848216" y="3125855"/>
                </a:lnTo>
                <a:cubicBezTo>
                  <a:pt x="2908845" y="3125855"/>
                  <a:pt x="2966990" y="3149939"/>
                  <a:pt x="3009860" y="3192810"/>
                </a:cubicBezTo>
                <a:cubicBezTo>
                  <a:pt x="3052731" y="3235681"/>
                  <a:pt x="3076816" y="3293826"/>
                  <a:pt x="3076816" y="3354455"/>
                </a:cubicBezTo>
                <a:lnTo>
                  <a:pt x="3076816" y="3592081"/>
                </a:lnTo>
              </a:path>
            </a:pathLst>
          </a:cu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>
            <a:off x="2190073" y="5540545"/>
            <a:ext cx="3401852" cy="3812014"/>
          </a:xfrm>
          <a:custGeom>
            <a:avLst/>
            <a:gdLst/>
            <a:ahLst/>
            <a:cxnLst/>
            <a:rect r="r" b="b" t="t" l="l"/>
            <a:pathLst>
              <a:path h="3812014" w="3401852">
                <a:moveTo>
                  <a:pt x="794364" y="0"/>
                </a:moveTo>
                <a:lnTo>
                  <a:pt x="794364" y="1034867"/>
                </a:lnTo>
                <a:cubicBezTo>
                  <a:pt x="794364" y="1095496"/>
                  <a:pt x="770279" y="1153641"/>
                  <a:pt x="727409" y="1196511"/>
                </a:cubicBezTo>
                <a:cubicBezTo>
                  <a:pt x="684538" y="1239382"/>
                  <a:pt x="626392" y="1263467"/>
                  <a:pt x="565764" y="1263467"/>
                </a:cubicBezTo>
                <a:lnTo>
                  <a:pt x="228600" y="1263467"/>
                </a:lnTo>
                <a:cubicBezTo>
                  <a:pt x="102348" y="1263467"/>
                  <a:pt x="0" y="1365815"/>
                  <a:pt x="0" y="1492067"/>
                </a:cubicBezTo>
                <a:lnTo>
                  <a:pt x="0" y="3583414"/>
                </a:lnTo>
                <a:cubicBezTo>
                  <a:pt x="0" y="3709666"/>
                  <a:pt x="102348" y="3812014"/>
                  <a:pt x="228600" y="3812014"/>
                </a:cubicBezTo>
                <a:lnTo>
                  <a:pt x="3401852" y="3812014"/>
                </a:lnTo>
              </a:path>
            </a:pathLst>
          </a:custGeom>
          <a:ln cap="flat" w="38100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706060" y="1028700"/>
            <a:ext cx="10875880" cy="1325753"/>
            <a:chOff x="0" y="0"/>
            <a:chExt cx="14501173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01168" cy="1767673"/>
            </a:xfrm>
            <a:custGeom>
              <a:avLst/>
              <a:gdLst/>
              <a:ahLst/>
              <a:cxnLst/>
              <a:rect r="r" b="b" t="t" l="l"/>
              <a:pathLst>
                <a:path h="1767673" w="14501168">
                  <a:moveTo>
                    <a:pt x="0" y="0"/>
                  </a:moveTo>
                  <a:lnTo>
                    <a:pt x="14501168" y="0"/>
                  </a:lnTo>
                  <a:lnTo>
                    <a:pt x="14501168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971" t="0" r="17501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501173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État des fonctionnalitées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354453"/>
          <a:ext cx="16230600" cy="721995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  <a:gridCol w="5410200"/>
              </a:tblGrid>
              <a:tr h="10916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Fonctionnalitées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 au dernier suivi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 actuel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2D (Média Pipe)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</a:t>
                      </a: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Analyse de pose 3D (Sam3D)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IA - Worker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Tests fonctionnels et unitaire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2,5%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CI/CD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50% (à mettre à jour)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60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à jour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à jour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4256537" y="9684033"/>
            <a:ext cx="975693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 pourcentage est calculé en fonction du resultat souhaité pour le jury GreenLight.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952084" y="-4090321"/>
            <a:ext cx="10365838" cy="18475204"/>
            <a:chOff x="0" y="0"/>
            <a:chExt cx="13821118" cy="24633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156" cy="24633555"/>
            </a:xfrm>
            <a:custGeom>
              <a:avLst/>
              <a:gdLst/>
              <a:ahLst/>
              <a:cxnLst/>
              <a:rect r="r" b="b" t="t" l="l"/>
              <a:pathLst>
                <a:path h="24633555" w="13821156">
                  <a:moveTo>
                    <a:pt x="0" y="0"/>
                  </a:moveTo>
                  <a:lnTo>
                    <a:pt x="13821156" y="0"/>
                  </a:lnTo>
                  <a:lnTo>
                    <a:pt x="13821156" y="24633555"/>
                  </a:lnTo>
                  <a:lnTo>
                    <a:pt x="0" y="24633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873" t="-1350" r="-225516" b="-35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3997085" y="-4000138"/>
            <a:ext cx="10275837" cy="18287276"/>
            <a:chOff x="0" y="0"/>
            <a:chExt cx="13701116" cy="243830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01140" cy="24382985"/>
            </a:xfrm>
            <a:custGeom>
              <a:avLst/>
              <a:gdLst/>
              <a:ahLst/>
              <a:cxnLst/>
              <a:rect r="r" b="b" t="t" l="l"/>
              <a:pathLst>
                <a:path h="24382985" w="13701140">
                  <a:moveTo>
                    <a:pt x="0" y="0"/>
                  </a:moveTo>
                  <a:lnTo>
                    <a:pt x="13701140" y="0"/>
                  </a:lnTo>
                  <a:lnTo>
                    <a:pt x="13701140" y="24382985"/>
                  </a:lnTo>
                  <a:lnTo>
                    <a:pt x="0" y="24382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6966" t="-3901" r="-46200" b="523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07857" y="1028700"/>
            <a:ext cx="14872286" cy="1325753"/>
            <a:chOff x="0" y="0"/>
            <a:chExt cx="19829715" cy="1767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29707" cy="1767673"/>
            </a:xfrm>
            <a:custGeom>
              <a:avLst/>
              <a:gdLst/>
              <a:ahLst/>
              <a:cxnLst/>
              <a:rect r="r" b="b" t="t" l="l"/>
              <a:pathLst>
                <a:path h="1767673" w="19829707">
                  <a:moveTo>
                    <a:pt x="0" y="0"/>
                  </a:moveTo>
                  <a:lnTo>
                    <a:pt x="19829707" y="0"/>
                  </a:lnTo>
                  <a:lnTo>
                    <a:pt x="19829707" y="1767673"/>
                  </a:lnTo>
                  <a:lnTo>
                    <a:pt x="0" y="1767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604" t="0" r="39669" b="-2275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9829715" cy="17676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399"/>
                </a:lnSpc>
              </a:pPr>
              <a:r>
                <a:rPr lang="en-US" sz="6999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Situation individuel</a:t>
              </a:r>
            </a:p>
          </p:txBody>
        </p:sp>
      </p:grp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1028700" y="2354453"/>
          <a:ext cx="16230600" cy="6496050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10922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Personne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État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Christophe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S’éclate sur son projet personnel de documentation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Gianni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 plutôt bien, très prit par le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Ses camarades d’Ascension lui manque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Nicolas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</a:t>
                      </a: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 n’en peut plus de son stage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Olivier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déménagement, addictions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Globale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est tous prit par notre stage et la tek4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A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506882" y="-296637"/>
            <a:ext cx="19295278" cy="10865520"/>
            <a:chOff x="0" y="0"/>
            <a:chExt cx="25727038" cy="1448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727025" cy="14487398"/>
            </a:xfrm>
            <a:custGeom>
              <a:avLst/>
              <a:gdLst/>
              <a:ahLst/>
              <a:cxnLst/>
              <a:rect r="r" b="b" t="t" l="l"/>
              <a:pathLst>
                <a:path h="14487398" w="25727025">
                  <a:moveTo>
                    <a:pt x="0" y="0"/>
                  </a:moveTo>
                  <a:lnTo>
                    <a:pt x="25727025" y="0"/>
                  </a:lnTo>
                  <a:lnTo>
                    <a:pt x="25727025" y="14487398"/>
                  </a:lnTo>
                  <a:lnTo>
                    <a:pt x="0" y="14487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2378" t="2613" r="2559" b="24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724" y="-5039"/>
            <a:ext cx="18311755" cy="10298163"/>
            <a:chOff x="0" y="0"/>
            <a:chExt cx="24415674" cy="137308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15623" cy="13730860"/>
            </a:xfrm>
            <a:custGeom>
              <a:avLst/>
              <a:gdLst/>
              <a:ahLst/>
              <a:cxnLst/>
              <a:rect r="r" b="b" t="t" l="l"/>
              <a:pathLst>
                <a:path h="13730860" w="24415623">
                  <a:moveTo>
                    <a:pt x="0" y="0"/>
                  </a:moveTo>
                  <a:lnTo>
                    <a:pt x="24415623" y="0"/>
                  </a:lnTo>
                  <a:lnTo>
                    <a:pt x="24415623" y="13730860"/>
                  </a:lnTo>
                  <a:lnTo>
                    <a:pt x="0" y="13730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1109" t="0" r="-6578" b="-769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79116" y="6689522"/>
            <a:ext cx="4324" cy="1438"/>
            <a:chOff x="0" y="0"/>
            <a:chExt cx="5766" cy="19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89038" y="7070398"/>
            <a:ext cx="43920" cy="12964"/>
            <a:chOff x="0" y="0"/>
            <a:chExt cx="58560" cy="172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135120" y="7083362"/>
            <a:ext cx="8639" cy="3600"/>
            <a:chOff x="0" y="0"/>
            <a:chExt cx="11519" cy="4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45922" y="7087676"/>
            <a:ext cx="10801" cy="5763"/>
            <a:chOff x="0" y="0"/>
            <a:chExt cx="14402" cy="76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9840" y="6697437"/>
            <a:ext cx="4324" cy="1438"/>
            <a:chOff x="0" y="0"/>
            <a:chExt cx="5766" cy="19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" y="0"/>
              <a:ext cx="5207" cy="1778"/>
            </a:xfrm>
            <a:custGeom>
              <a:avLst/>
              <a:gdLst/>
              <a:ahLst/>
              <a:cxnLst/>
              <a:rect r="r" b="b" t="t" l="l"/>
              <a:pathLst>
                <a:path h="1778" w="5207">
                  <a:moveTo>
                    <a:pt x="0" y="0"/>
                  </a:moveTo>
                  <a:cubicBezTo>
                    <a:pt x="2667" y="0"/>
                    <a:pt x="5207" y="1778"/>
                    <a:pt x="5207" y="1778"/>
                  </a:cubicBezTo>
                  <a:lnTo>
                    <a:pt x="2667" y="0"/>
                  </a:lnTo>
                  <a:close/>
                </a:path>
              </a:pathLst>
            </a:custGeom>
            <a:solidFill>
              <a:srgbClr val="82DCB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9038" y="7077599"/>
            <a:ext cx="43920" cy="12964"/>
            <a:chOff x="0" y="0"/>
            <a:chExt cx="58560" cy="17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" y="0"/>
              <a:ext cx="58293" cy="17272"/>
            </a:xfrm>
            <a:custGeom>
              <a:avLst/>
              <a:gdLst/>
              <a:ahLst/>
              <a:cxnLst/>
              <a:rect r="r" b="b" t="t" l="l"/>
              <a:pathLst>
                <a:path h="17272" w="58293">
                  <a:moveTo>
                    <a:pt x="0" y="0"/>
                  </a:moveTo>
                  <a:cubicBezTo>
                    <a:pt x="23241" y="8763"/>
                    <a:pt x="43815" y="14478"/>
                    <a:pt x="58293" y="17272"/>
                  </a:cubicBezTo>
                  <a:cubicBezTo>
                    <a:pt x="43815" y="11557"/>
                    <a:pt x="23241" y="876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35120" y="7090562"/>
            <a:ext cx="8639" cy="3600"/>
            <a:chOff x="0" y="0"/>
            <a:chExt cx="11519" cy="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254"/>
              <a:ext cx="11176" cy="4572"/>
            </a:xfrm>
            <a:custGeom>
              <a:avLst/>
              <a:gdLst/>
              <a:ahLst/>
              <a:cxnLst/>
              <a:rect r="r" b="b" t="t" l="l"/>
              <a:pathLst>
                <a:path h="4572" w="11176">
                  <a:moveTo>
                    <a:pt x="0" y="0"/>
                  </a:moveTo>
                  <a:cubicBezTo>
                    <a:pt x="1143" y="889"/>
                    <a:pt x="2540" y="1397"/>
                    <a:pt x="4191" y="1778"/>
                  </a:cubicBezTo>
                  <a:cubicBezTo>
                    <a:pt x="3048" y="1143"/>
                    <a:pt x="1651" y="635"/>
                    <a:pt x="0" y="0"/>
                  </a:cubicBezTo>
                  <a:close/>
                  <a:moveTo>
                    <a:pt x="4191" y="1778"/>
                  </a:moveTo>
                  <a:cubicBezTo>
                    <a:pt x="7239" y="3429"/>
                    <a:pt x="9271" y="4572"/>
                    <a:pt x="11176" y="4572"/>
                  </a:cubicBezTo>
                  <a:cubicBezTo>
                    <a:pt x="9525" y="3175"/>
                    <a:pt x="6731" y="2540"/>
                    <a:pt x="4191" y="1778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145922" y="7094877"/>
            <a:ext cx="10801" cy="5763"/>
            <a:chOff x="0" y="0"/>
            <a:chExt cx="14402" cy="76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4"/>
              <a:ext cx="14097" cy="7493"/>
            </a:xfrm>
            <a:custGeom>
              <a:avLst/>
              <a:gdLst/>
              <a:ahLst/>
              <a:cxnLst/>
              <a:rect r="r" b="b" t="t" l="l"/>
              <a:pathLst>
                <a:path h="7493" w="14097">
                  <a:moveTo>
                    <a:pt x="0" y="0"/>
                  </a:moveTo>
                  <a:cubicBezTo>
                    <a:pt x="0" y="2540"/>
                    <a:pt x="0" y="2540"/>
                    <a:pt x="0" y="2540"/>
                  </a:cubicBezTo>
                  <a:cubicBezTo>
                    <a:pt x="5588" y="2540"/>
                    <a:pt x="8509" y="5080"/>
                    <a:pt x="14097" y="7493"/>
                  </a:cubicBezTo>
                  <a:cubicBezTo>
                    <a:pt x="8509" y="4953"/>
                    <a:pt x="5588" y="2413"/>
                    <a:pt x="0" y="0"/>
                  </a:cubicBezTo>
                  <a:close/>
                </a:path>
              </a:pathLst>
            </a:custGeom>
            <a:solidFill>
              <a:srgbClr val="98E9C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72474" y="1028700"/>
            <a:ext cx="2855705" cy="3336041"/>
            <a:chOff x="0" y="0"/>
            <a:chExt cx="3807607" cy="4448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07607" cy="3807607"/>
            </a:xfrm>
            <a:custGeom>
              <a:avLst/>
              <a:gdLst/>
              <a:ahLst/>
              <a:cxnLst/>
              <a:rect r="r" b="b" t="t" l="l"/>
              <a:pathLst>
                <a:path h="3807607" w="3807607">
                  <a:moveTo>
                    <a:pt x="0" y="0"/>
                  </a:moveTo>
                  <a:lnTo>
                    <a:pt x="3807607" y="0"/>
                  </a:lnTo>
                  <a:lnTo>
                    <a:pt x="3807607" y="3807607"/>
                  </a:lnTo>
                  <a:lnTo>
                    <a:pt x="0" y="380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3714892"/>
              <a:ext cx="3807607" cy="733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communautée</a:t>
              </a:r>
            </a:p>
            <a:p>
              <a:pPr algn="ctr">
                <a:lnSpc>
                  <a:spcPts val="2192"/>
                </a:lnSpc>
              </a:pPr>
              <a:r>
                <a:rPr lang="en-US" sz="182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Discord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557699" y="5926099"/>
            <a:ext cx="2885257" cy="3332201"/>
            <a:chOff x="0" y="0"/>
            <a:chExt cx="3847009" cy="44429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3844" y="0"/>
              <a:ext cx="3819321" cy="3819321"/>
            </a:xfrm>
            <a:custGeom>
              <a:avLst/>
              <a:gdLst/>
              <a:ahLst/>
              <a:cxnLst/>
              <a:rect r="r" b="b" t="t" l="l"/>
              <a:pathLst>
                <a:path h="3819321" w="3819321">
                  <a:moveTo>
                    <a:pt x="0" y="0"/>
                  </a:moveTo>
                  <a:lnTo>
                    <a:pt x="3819321" y="0"/>
                  </a:lnTo>
                  <a:lnTo>
                    <a:pt x="3819321" y="3819321"/>
                  </a:lnTo>
                  <a:lnTo>
                    <a:pt x="0" y="381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0" y="3692561"/>
              <a:ext cx="3847009" cy="7503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Notre organisation</a:t>
              </a:r>
            </a:p>
            <a:p>
              <a:pPr algn="ctr">
                <a:lnSpc>
                  <a:spcPts val="2215"/>
                </a:lnSpc>
              </a:pPr>
              <a:r>
                <a:rPr lang="en-US" sz="1846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GitHub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208033" y="7429500"/>
            <a:ext cx="2384096" cy="2384096"/>
          </a:xfrm>
          <a:custGeom>
            <a:avLst/>
            <a:gdLst/>
            <a:ahLst/>
            <a:cxnLst/>
            <a:rect r="r" b="b" t="t" l="l"/>
            <a:pathLst>
              <a:path h="2384096" w="2384096">
                <a:moveTo>
                  <a:pt x="0" y="0"/>
                </a:moveTo>
                <a:lnTo>
                  <a:pt x="2384096" y="0"/>
                </a:lnTo>
                <a:lnTo>
                  <a:pt x="2384096" y="2384096"/>
                </a:lnTo>
                <a:lnTo>
                  <a:pt x="0" y="2384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15280" y="1028700"/>
            <a:ext cx="876960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Merci.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15280" y="3076575"/>
            <a:ext cx="8769601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Hésitez pas à nous suivre !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Si vous avez des questions hésitez pas à contacter nos membres :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olivier.pouech@epitech.eu (CEO)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gianni.tuero@epitech.eu (chef de projet)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nicolas.toro@epitech.eu (chef d’équipe) 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christophe.vandevoir@epitech.eu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lou.pellegrino@epitech.eu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DAHPQ6nfnE8</dc:identifier>
  <dcterms:modified xsi:type="dcterms:W3CDTF">2011-08-01T06:04:30Z</dcterms:modified>
  <cp:revision>1</cp:revision>
  <dc:title>Ascension - Suivi EIP 2</dc:title>
</cp:coreProperties>
</file>