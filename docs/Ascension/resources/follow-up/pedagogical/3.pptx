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Montserrat Ultra-Bold" charset="1" panose="00000900000000000000"/>
      <p:regular r:id="rId33"/>
    </p:embeddedFont>
    <p:embeddedFont>
      <p:font typeface="Poppins Semi-Bold" charset="1" panose="00000700000000000000"/>
      <p:regular r:id="rId34"/>
    </p:embeddedFont>
    <p:embeddedFont>
      <p:font typeface="More Sugar" charset="1" panose="00000000000000000000"/>
      <p:regular r:id="rId35"/>
    </p:embeddedFont>
    <p:embeddedFont>
      <p:font typeface="Montserrat Bold" charset="1" panose="00000800000000000000"/>
      <p:regular r:id="rId36"/>
    </p:embeddedFont>
    <p:embeddedFont>
      <p:font typeface="Montserrat" charset="1" panose="00000500000000000000"/>
      <p:regular r:id="rId37"/>
    </p:embeddedFont>
    <p:embeddedFont>
      <p:font typeface="DM Sans Bold" charset="1" panose="00000000000000000000"/>
      <p:regular r:id="rId41"/>
    </p:embeddedFont>
    <p:embeddedFont>
      <p:font typeface="DM Sans" charset="1" panose="000000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Masters/notesMaster1.xml" Type="http://schemas.openxmlformats.org/officeDocument/2006/relationships/notesMaster"/><Relationship Id="rId39" Target="theme/theme2.xml" Type="http://schemas.openxmlformats.org/officeDocument/2006/relationships/theme"/><Relationship Id="rId4" Target="theme/theme1.xml" Type="http://schemas.openxmlformats.org/officeDocument/2006/relationships/theme"/><Relationship Id="rId40" Target="notesSlides/notesSlide1.xml" Type="http://schemas.openxmlformats.org/officeDocument/2006/relationships/notes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Faire une démonstration réel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jpeg" Type="http://schemas.openxmlformats.org/officeDocument/2006/relationships/image"/><Relationship Id="rId7" Target="../media/image15.png" Type="http://schemas.openxmlformats.org/officeDocument/2006/relationships/image"/><Relationship Id="rId8" Target="../media/image16.jpe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jpeg" Type="http://schemas.openxmlformats.org/officeDocument/2006/relationships/image"/><Relationship Id="rId7" Target="../media/image15.png" Type="http://schemas.openxmlformats.org/officeDocument/2006/relationships/image"/><Relationship Id="rId8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907507" y="5301095"/>
            <a:ext cx="10066789" cy="8229600"/>
          </a:xfrm>
          <a:custGeom>
            <a:avLst/>
            <a:gdLst/>
            <a:ahLst/>
            <a:cxnLst/>
            <a:rect r="r" b="b" t="t" l="l"/>
            <a:pathLst>
              <a:path h="8229600" w="10066789">
                <a:moveTo>
                  <a:pt x="10066789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066789" y="0"/>
                </a:lnTo>
                <a:lnTo>
                  <a:pt x="10066789" y="8229600"/>
                </a:lnTo>
                <a:close/>
              </a:path>
            </a:pathLst>
          </a:custGeom>
          <a:blipFill>
            <a:blip r:embed="rId3">
              <a:alphaModFix amt="3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10310479">
            <a:off x="14882737" y="2766937"/>
            <a:ext cx="2229637" cy="222963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F5AE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7214" y="1500967"/>
            <a:ext cx="6667212" cy="6667212"/>
          </a:xfrm>
          <a:custGeom>
            <a:avLst/>
            <a:gdLst/>
            <a:ahLst/>
            <a:cxnLst/>
            <a:rect r="r" b="b" t="t" l="l"/>
            <a:pathLst>
              <a:path h="6667212" w="6667212">
                <a:moveTo>
                  <a:pt x="0" y="0"/>
                </a:moveTo>
                <a:lnTo>
                  <a:pt x="6667212" y="0"/>
                </a:lnTo>
                <a:lnTo>
                  <a:pt x="6667212" y="6667211"/>
                </a:lnTo>
                <a:lnTo>
                  <a:pt x="0" y="666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87003" y="3797362"/>
            <a:ext cx="5977772" cy="103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Ascension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87003" y="5295900"/>
            <a:ext cx="623201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5000">
                <a:solidFill>
                  <a:srgbClr val="3E67C8"/>
                </a:solidFill>
                <a:latin typeface="More Sugar"/>
                <a:ea typeface="More Sugar"/>
                <a:cs typeface="More Sugar"/>
                <a:sym typeface="More Sugar"/>
              </a:rPr>
              <a:t>Visualiser l’invisible 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59515" y="6302375"/>
            <a:ext cx="443274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3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Suivi Pédagogique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46169" y="1811803"/>
            <a:ext cx="5513724" cy="6663394"/>
          </a:xfrm>
          <a:custGeom>
            <a:avLst/>
            <a:gdLst/>
            <a:ahLst/>
            <a:cxnLst/>
            <a:rect r="r" b="b" t="t" l="l"/>
            <a:pathLst>
              <a:path h="6663394" w="5513724">
                <a:moveTo>
                  <a:pt x="0" y="0"/>
                </a:moveTo>
                <a:lnTo>
                  <a:pt x="5513724" y="0"/>
                </a:lnTo>
                <a:lnTo>
                  <a:pt x="5513724" y="6663394"/>
                </a:lnTo>
                <a:lnTo>
                  <a:pt x="0" y="6663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91470" y="736783"/>
            <a:ext cx="7905060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Constat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8940" y="4354512"/>
            <a:ext cx="7905060" cy="173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 b="true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millions de personnes</a:t>
            </a:r>
          </a:p>
          <a:p>
            <a:pPr algn="ctr">
              <a:lnSpc>
                <a:spcPts val="4450"/>
              </a:lnSpc>
            </a:pPr>
            <a:r>
              <a:rPr lang="en-US" b="true" sz="500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pratique de l’escalade en France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91470" y="736783"/>
            <a:ext cx="7905060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Problème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379269" y="2663274"/>
            <a:ext cx="5246370" cy="524637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6892" y="0"/>
                  </a:moveTo>
                  <a:lnTo>
                    <a:pt x="775908" y="0"/>
                  </a:lnTo>
                  <a:cubicBezTo>
                    <a:pt x="796283" y="0"/>
                    <a:pt x="812800" y="16517"/>
                    <a:pt x="812800" y="36892"/>
                  </a:cubicBezTo>
                  <a:lnTo>
                    <a:pt x="812800" y="775908"/>
                  </a:lnTo>
                  <a:cubicBezTo>
                    <a:pt x="812800" y="796283"/>
                    <a:pt x="796283" y="812800"/>
                    <a:pt x="775908" y="812800"/>
                  </a:cubicBezTo>
                  <a:lnTo>
                    <a:pt x="36892" y="812800"/>
                  </a:lnTo>
                  <a:cubicBezTo>
                    <a:pt x="16517" y="812800"/>
                    <a:pt x="0" y="796283"/>
                    <a:pt x="0" y="775908"/>
                  </a:cubicBezTo>
                  <a:lnTo>
                    <a:pt x="0" y="36892"/>
                  </a:lnTo>
                  <a:cubicBezTo>
                    <a:pt x="0" y="16517"/>
                    <a:pt x="16517" y="0"/>
                    <a:pt x="3689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9485" r="0" b="-394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17212" y="2663274"/>
            <a:ext cx="4891519" cy="5246370"/>
            <a:chOff x="0" y="0"/>
            <a:chExt cx="897124" cy="9622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7124" cy="962205"/>
            </a:xfrm>
            <a:custGeom>
              <a:avLst/>
              <a:gdLst/>
              <a:ahLst/>
              <a:cxnLst/>
              <a:rect r="r" b="b" t="t" l="l"/>
              <a:pathLst>
                <a:path h="962205" w="897124">
                  <a:moveTo>
                    <a:pt x="39568" y="0"/>
                  </a:moveTo>
                  <a:lnTo>
                    <a:pt x="857556" y="0"/>
                  </a:lnTo>
                  <a:cubicBezTo>
                    <a:pt x="879409" y="0"/>
                    <a:pt x="897124" y="17715"/>
                    <a:pt x="897124" y="39568"/>
                  </a:cubicBezTo>
                  <a:lnTo>
                    <a:pt x="897124" y="922637"/>
                  </a:lnTo>
                  <a:cubicBezTo>
                    <a:pt x="897124" y="944490"/>
                    <a:pt x="879409" y="962205"/>
                    <a:pt x="857556" y="962205"/>
                  </a:cubicBezTo>
                  <a:lnTo>
                    <a:pt x="39568" y="962205"/>
                  </a:lnTo>
                  <a:cubicBezTo>
                    <a:pt x="17715" y="962205"/>
                    <a:pt x="0" y="944490"/>
                    <a:pt x="0" y="922637"/>
                  </a:cubicBezTo>
                  <a:lnTo>
                    <a:pt x="0" y="39568"/>
                  </a:lnTo>
                  <a:cubicBezTo>
                    <a:pt x="0" y="17715"/>
                    <a:pt x="17715" y="0"/>
                    <a:pt x="3956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2089" r="0" b="-25526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71331" y="1811248"/>
            <a:ext cx="11945338" cy="6664503"/>
          </a:xfrm>
          <a:custGeom>
            <a:avLst/>
            <a:gdLst/>
            <a:ahLst/>
            <a:cxnLst/>
            <a:rect r="r" b="b" t="t" l="l"/>
            <a:pathLst>
              <a:path h="6664503" w="11945338">
                <a:moveTo>
                  <a:pt x="0" y="0"/>
                </a:moveTo>
                <a:lnTo>
                  <a:pt x="11945338" y="0"/>
                </a:lnTo>
                <a:lnTo>
                  <a:pt x="11945338" y="6664504"/>
                </a:lnTo>
                <a:lnTo>
                  <a:pt x="0" y="6664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91470" y="736783"/>
            <a:ext cx="7905060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71331" y="1811248"/>
            <a:ext cx="11945338" cy="6664503"/>
          </a:xfrm>
          <a:custGeom>
            <a:avLst/>
            <a:gdLst/>
            <a:ahLst/>
            <a:cxnLst/>
            <a:rect r="r" b="b" t="t" l="l"/>
            <a:pathLst>
              <a:path h="6664503" w="11945338">
                <a:moveTo>
                  <a:pt x="0" y="0"/>
                </a:moveTo>
                <a:lnTo>
                  <a:pt x="11945338" y="0"/>
                </a:lnTo>
                <a:lnTo>
                  <a:pt x="11945338" y="6664504"/>
                </a:lnTo>
                <a:lnTo>
                  <a:pt x="0" y="6664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9" t="0" r="-13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94992" y="733235"/>
            <a:ext cx="8898015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 fantôme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71331" y="1811248"/>
            <a:ext cx="11945338" cy="6664503"/>
          </a:xfrm>
          <a:custGeom>
            <a:avLst/>
            <a:gdLst/>
            <a:ahLst/>
            <a:cxnLst/>
            <a:rect r="r" b="b" t="t" l="l"/>
            <a:pathLst>
              <a:path h="6664503" w="11945338">
                <a:moveTo>
                  <a:pt x="0" y="0"/>
                </a:moveTo>
                <a:lnTo>
                  <a:pt x="11945338" y="0"/>
                </a:lnTo>
                <a:lnTo>
                  <a:pt x="11945338" y="6664504"/>
                </a:lnTo>
                <a:lnTo>
                  <a:pt x="0" y="6664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9" t="0" r="-13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33168" y="737343"/>
            <a:ext cx="14021664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Routines personnalisées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33168" y="737343"/>
            <a:ext cx="14021664" cy="103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b="true" sz="8510">
                <a:solidFill>
                  <a:srgbClr val="3E67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Les cibles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037630" y="1807895"/>
            <a:ext cx="12212740" cy="6671209"/>
          </a:xfrm>
          <a:custGeom>
            <a:avLst/>
            <a:gdLst/>
            <a:ahLst/>
            <a:cxnLst/>
            <a:rect r="r" b="b" t="t" l="l"/>
            <a:pathLst>
              <a:path h="6671209" w="12212740">
                <a:moveTo>
                  <a:pt x="0" y="0"/>
                </a:moveTo>
                <a:lnTo>
                  <a:pt x="12212740" y="0"/>
                </a:lnTo>
                <a:lnTo>
                  <a:pt x="12212740" y="6671210"/>
                </a:lnTo>
                <a:lnTo>
                  <a:pt x="0" y="6671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765720" y="2209764"/>
            <a:ext cx="2764772" cy="276477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4"/>
              <a:stretch>
                <a:fillRect l="-4166" t="-761" r="-2040" b="-70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682973" y="2202464"/>
            <a:ext cx="2768422" cy="276842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5"/>
              <a:stretch>
                <a:fillRect l="-13228" t="0" r="-24403" b="-10019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0226" y="2202464"/>
            <a:ext cx="2768422" cy="276842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6"/>
              <a:stretch>
                <a:fillRect l="-11949" t="0" r="-22451" b="-9555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923002" y="2206114"/>
            <a:ext cx="2764772" cy="276477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7"/>
              <a:stretch>
                <a:fillRect l="-14551" t="0" r="-22309" b="-990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43905" y="2206114"/>
            <a:ext cx="2764772" cy="276477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8"/>
              <a:stretch>
                <a:fillRect l="-11905" t="0" r="-24993" b="-9912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591925" y="7429533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15959" y="5948706"/>
            <a:ext cx="954283" cy="150300"/>
          </a:xfrm>
          <a:custGeom>
            <a:avLst/>
            <a:gdLst/>
            <a:ahLst/>
            <a:cxnLst/>
            <a:rect r="r" b="b" t="t" l="l"/>
            <a:pathLst>
              <a:path h="150300" w="954283">
                <a:moveTo>
                  <a:pt x="0" y="0"/>
                </a:moveTo>
                <a:lnTo>
                  <a:pt x="954284" y="0"/>
                </a:lnTo>
                <a:lnTo>
                  <a:pt x="954284" y="150300"/>
                </a:lnTo>
                <a:lnTo>
                  <a:pt x="0" y="15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09178" y="7426984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300750" y="5524500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040341" y="5529547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>
            <a:off x="14251268" y="4970886"/>
            <a:ext cx="1054120" cy="1028873"/>
          </a:xfrm>
          <a:custGeom>
            <a:avLst/>
            <a:gdLst/>
            <a:ahLst/>
            <a:cxnLst/>
            <a:rect r="r" b="b" t="t" l="l"/>
            <a:pathLst>
              <a:path h="1028873" w="1054120">
                <a:moveTo>
                  <a:pt x="1054120" y="0"/>
                </a:moveTo>
                <a:lnTo>
                  <a:pt x="1054120" y="800273"/>
                </a:lnTo>
                <a:cubicBezTo>
                  <a:pt x="1054120" y="926525"/>
                  <a:pt x="951773" y="1028873"/>
                  <a:pt x="825520" y="1028873"/>
                </a:cubicBezTo>
                <a:lnTo>
                  <a:pt x="0" y="1028873"/>
                </a:lnTo>
              </a:path>
            </a:pathLst>
          </a:custGeom>
          <a:ln cap="flat" w="38100">
            <a:solidFill>
              <a:srgbClr val="38B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>
            <a:off x="12226291" y="4970886"/>
            <a:ext cx="1074458" cy="1028873"/>
          </a:xfrm>
          <a:custGeom>
            <a:avLst/>
            <a:gdLst/>
            <a:ahLst/>
            <a:cxnLst/>
            <a:rect r="r" b="b" t="t" l="l"/>
            <a:pathLst>
              <a:path h="1028873" w="1074458">
                <a:moveTo>
                  <a:pt x="0" y="0"/>
                </a:moveTo>
                <a:lnTo>
                  <a:pt x="0" y="800273"/>
                </a:lnTo>
                <a:cubicBezTo>
                  <a:pt x="0" y="926525"/>
                  <a:pt x="102348" y="1028873"/>
                  <a:pt x="228600" y="1028873"/>
                </a:cubicBezTo>
                <a:lnTo>
                  <a:pt x="1074458" y="1028873"/>
                </a:lnTo>
              </a:path>
            </a:pathLst>
          </a:custGeom>
          <a:ln cap="flat" w="38100">
            <a:solidFill>
              <a:srgbClr val="7ED9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>
            <a:off x="11170243" y="4970886"/>
            <a:ext cx="1056048" cy="1052970"/>
          </a:xfrm>
          <a:custGeom>
            <a:avLst/>
            <a:gdLst/>
            <a:ahLst/>
            <a:cxnLst/>
            <a:rect r="r" b="b" t="t" l="l"/>
            <a:pathLst>
              <a:path h="1052970" w="1056048">
                <a:moveTo>
                  <a:pt x="0" y="1052970"/>
                </a:moveTo>
                <a:lnTo>
                  <a:pt x="827448" y="1052970"/>
                </a:lnTo>
                <a:cubicBezTo>
                  <a:pt x="953700" y="1052970"/>
                  <a:pt x="1056048" y="950622"/>
                  <a:pt x="1056048" y="824370"/>
                </a:cubicBezTo>
                <a:lnTo>
                  <a:pt x="1056048" y="0"/>
                </a:lnTo>
              </a:path>
            </a:pathLst>
          </a:custGeom>
          <a:ln cap="flat" w="38100">
            <a:solidFill>
              <a:srgbClr val="7ED9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>
            <a:off x="8800919" y="4974536"/>
            <a:ext cx="347187" cy="1737082"/>
          </a:xfrm>
          <a:custGeom>
            <a:avLst/>
            <a:gdLst/>
            <a:ahLst/>
            <a:cxnLst/>
            <a:rect r="r" b="b" t="t" l="l"/>
            <a:pathLst>
              <a:path h="1737082" w="347187">
                <a:moveTo>
                  <a:pt x="0" y="1737081"/>
                </a:moveTo>
                <a:lnTo>
                  <a:pt x="173594" y="1737081"/>
                </a:lnTo>
                <a:cubicBezTo>
                  <a:pt x="219633" y="1737081"/>
                  <a:pt x="263787" y="1718792"/>
                  <a:pt x="296343" y="1686237"/>
                </a:cubicBezTo>
                <a:cubicBezTo>
                  <a:pt x="328897" y="1653682"/>
                  <a:pt x="347187" y="1609528"/>
                  <a:pt x="347187" y="1563488"/>
                </a:cubicBezTo>
                <a:lnTo>
                  <a:pt x="347187" y="0"/>
                </a:lnTo>
              </a:path>
            </a:pathLst>
          </a:cu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>
            <a:off x="9148106" y="4974536"/>
            <a:ext cx="1067853" cy="1049320"/>
          </a:xfrm>
          <a:custGeom>
            <a:avLst/>
            <a:gdLst/>
            <a:ahLst/>
            <a:cxnLst/>
            <a:rect r="r" b="b" t="t" l="l"/>
            <a:pathLst>
              <a:path h="1049320" w="1067853">
                <a:moveTo>
                  <a:pt x="0" y="0"/>
                </a:moveTo>
                <a:lnTo>
                  <a:pt x="0" y="820720"/>
                </a:lnTo>
                <a:cubicBezTo>
                  <a:pt x="0" y="881348"/>
                  <a:pt x="24085" y="939494"/>
                  <a:pt x="66956" y="982365"/>
                </a:cubicBezTo>
                <a:cubicBezTo>
                  <a:pt x="109826" y="1025235"/>
                  <a:pt x="167971" y="1049320"/>
                  <a:pt x="228600" y="1049320"/>
                </a:cubicBezTo>
                <a:lnTo>
                  <a:pt x="1067853" y="1049320"/>
                </a:lnTo>
              </a:path>
            </a:pathLst>
          </a:cu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6419669" y="5520993"/>
            <a:ext cx="2381250" cy="2381250"/>
            <a:chOff x="0" y="0"/>
            <a:chExt cx="3175000" cy="3175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175000" cy="3175000"/>
              <a:chOff x="0" y="0"/>
              <a:chExt cx="627160" cy="62716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27161" cy="627161"/>
              </a:xfrm>
              <a:custGeom>
                <a:avLst/>
                <a:gdLst/>
                <a:ahLst/>
                <a:cxnLst/>
                <a:rect r="r" b="b" t="t" l="l"/>
                <a:pathLst>
                  <a:path h="627161" w="627161">
                    <a:moveTo>
                      <a:pt x="165811" y="0"/>
                    </a:moveTo>
                    <a:lnTo>
                      <a:pt x="461349" y="0"/>
                    </a:lnTo>
                    <a:cubicBezTo>
                      <a:pt x="552924" y="0"/>
                      <a:pt x="627161" y="74236"/>
                      <a:pt x="627161" y="165811"/>
                    </a:cubicBezTo>
                    <a:lnTo>
                      <a:pt x="627161" y="461349"/>
                    </a:lnTo>
                    <a:cubicBezTo>
                      <a:pt x="627161" y="505325"/>
                      <a:pt x="609691" y="547500"/>
                      <a:pt x="578596" y="578596"/>
                    </a:cubicBezTo>
                    <a:cubicBezTo>
                      <a:pt x="547500" y="609691"/>
                      <a:pt x="505325" y="627161"/>
                      <a:pt x="461349" y="627161"/>
                    </a:cubicBezTo>
                    <a:lnTo>
                      <a:pt x="165811" y="627161"/>
                    </a:lnTo>
                    <a:cubicBezTo>
                      <a:pt x="121835" y="627161"/>
                      <a:pt x="79661" y="609691"/>
                      <a:pt x="48565" y="578596"/>
                    </a:cubicBezTo>
                    <a:cubicBezTo>
                      <a:pt x="17469" y="547500"/>
                      <a:pt x="0" y="505325"/>
                      <a:pt x="0" y="461349"/>
                    </a:cubicBezTo>
                    <a:lnTo>
                      <a:pt x="0" y="165811"/>
                    </a:lnTo>
                    <a:cubicBezTo>
                      <a:pt x="0" y="74236"/>
                      <a:pt x="74236" y="0"/>
                      <a:pt x="165811" y="0"/>
                    </a:cubicBezTo>
                    <a:close/>
                  </a:path>
                </a:pathLst>
              </a:custGeom>
              <a:ln w="476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9525"/>
                <a:ext cx="627160" cy="6366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928421" y="254000"/>
              <a:ext cx="1267357" cy="1267357"/>
            </a:xfrm>
            <a:custGeom>
              <a:avLst/>
              <a:gdLst/>
              <a:ahLst/>
              <a:cxnLst/>
              <a:rect r="r" b="b" t="t" l="l"/>
              <a:pathLst>
                <a:path h="1267357" w="1267357">
                  <a:moveTo>
                    <a:pt x="0" y="0"/>
                  </a:moveTo>
                  <a:lnTo>
                    <a:pt x="1267358" y="0"/>
                  </a:lnTo>
                  <a:lnTo>
                    <a:pt x="1267358" y="1267357"/>
                  </a:lnTo>
                  <a:lnTo>
                    <a:pt x="0" y="1267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87500" y="1650030"/>
              <a:ext cx="1267357" cy="1267357"/>
            </a:xfrm>
            <a:custGeom>
              <a:avLst/>
              <a:gdLst/>
              <a:ahLst/>
              <a:cxnLst/>
              <a:rect r="r" b="b" t="t" l="l"/>
              <a:pathLst>
                <a:path h="1267357" w="1267357">
                  <a:moveTo>
                    <a:pt x="0" y="0"/>
                  </a:moveTo>
                  <a:lnTo>
                    <a:pt x="1267357" y="0"/>
                  </a:lnTo>
                  <a:lnTo>
                    <a:pt x="1267357" y="1267357"/>
                  </a:lnTo>
                  <a:lnTo>
                    <a:pt x="0" y="1267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6643" y="1650030"/>
              <a:ext cx="1267357" cy="1267357"/>
            </a:xfrm>
            <a:custGeom>
              <a:avLst/>
              <a:gdLst/>
              <a:ahLst/>
              <a:cxnLst/>
              <a:rect r="r" b="b" t="t" l="l"/>
              <a:pathLst>
                <a:path h="1267357" w="1267357">
                  <a:moveTo>
                    <a:pt x="0" y="0"/>
                  </a:moveTo>
                  <a:lnTo>
                    <a:pt x="1267357" y="0"/>
                  </a:lnTo>
                  <a:lnTo>
                    <a:pt x="1267357" y="1267357"/>
                  </a:lnTo>
                  <a:lnTo>
                    <a:pt x="0" y="1267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4827580" y="7424435"/>
            <a:ext cx="955616" cy="955616"/>
          </a:xfrm>
          <a:custGeom>
            <a:avLst/>
            <a:gdLst/>
            <a:ahLst/>
            <a:cxnLst/>
            <a:rect r="r" b="b" t="t" l="l"/>
            <a:pathLst>
              <a:path h="955616" w="955616">
                <a:moveTo>
                  <a:pt x="0" y="0"/>
                </a:moveTo>
                <a:lnTo>
                  <a:pt x="955616" y="0"/>
                </a:lnTo>
                <a:lnTo>
                  <a:pt x="955616" y="955616"/>
                </a:lnTo>
                <a:lnTo>
                  <a:pt x="0" y="95561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604735" y="718820"/>
            <a:ext cx="13078530" cy="97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La répartition du travail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43125" y="1897664"/>
            <a:ext cx="304811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Christophe VANDEVOIR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289368" y="1901314"/>
            <a:ext cx="20320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Olivier POUECH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25328" y="1901314"/>
            <a:ext cx="223825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Lou PELLEGRINO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24690" y="1901314"/>
            <a:ext cx="180320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Gianni TUERO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16114" y="1921528"/>
            <a:ext cx="173664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Nicolas TORO</a:t>
            </a:r>
          </a:p>
        </p:txBody>
      </p:sp>
      <p:sp>
        <p:nvSpPr>
          <p:cNvPr name="Freeform 39" id="39"/>
          <p:cNvSpPr/>
          <p:nvPr/>
        </p:nvSpPr>
        <p:spPr>
          <a:xfrm>
            <a:off x="15305388" y="6197660"/>
            <a:ext cx="0" cy="1226774"/>
          </a:xfrm>
          <a:custGeom>
            <a:avLst/>
            <a:gdLst/>
            <a:ahLst/>
            <a:cxnLst/>
            <a:rect r="r" b="b" t="t" l="l"/>
            <a:pathLst>
              <a:path h="1226774" w="0">
                <a:moveTo>
                  <a:pt x="0" y="0"/>
                </a:moveTo>
                <a:lnTo>
                  <a:pt x="0" y="1226774"/>
                </a:lnTo>
              </a:path>
            </a:pathLst>
          </a:custGeom>
          <a:ln cap="flat" w="38100">
            <a:solidFill>
              <a:srgbClr val="38B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>
            <a:off x="6093636" y="5061154"/>
            <a:ext cx="377142" cy="1650463"/>
          </a:xfrm>
          <a:custGeom>
            <a:avLst/>
            <a:gdLst/>
            <a:ahLst/>
            <a:cxnLst/>
            <a:rect r="r" b="b" t="t" l="l"/>
            <a:pathLst>
              <a:path h="1650463" w="377142">
                <a:moveTo>
                  <a:pt x="0" y="0"/>
                </a:moveTo>
                <a:lnTo>
                  <a:pt x="0" y="1461892"/>
                </a:lnTo>
                <a:cubicBezTo>
                  <a:pt x="0" y="1511904"/>
                  <a:pt x="19867" y="1559868"/>
                  <a:pt x="55231" y="1595232"/>
                </a:cubicBezTo>
                <a:cubicBezTo>
                  <a:pt x="90595" y="1630596"/>
                  <a:pt x="138559" y="1650463"/>
                  <a:pt x="188571" y="1650463"/>
                </a:cubicBezTo>
                <a:lnTo>
                  <a:pt x="377142" y="1650463"/>
                </a:lnTo>
              </a:path>
            </a:pathLst>
          </a:custGeom>
          <a:ln cap="flat" w="38100">
            <a:solidFill>
              <a:srgbClr val="FFA4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1" id="41"/>
          <p:cNvSpPr/>
          <p:nvPr/>
        </p:nvSpPr>
        <p:spPr>
          <a:xfrm>
            <a:off x="5933572" y="5016208"/>
            <a:ext cx="97569" cy="2522074"/>
          </a:xfrm>
          <a:custGeom>
            <a:avLst/>
            <a:gdLst/>
            <a:ahLst/>
            <a:cxnLst/>
            <a:rect r="r" b="b" t="t" l="l"/>
            <a:pathLst>
              <a:path h="2522074" w="97569">
                <a:moveTo>
                  <a:pt x="0" y="0"/>
                </a:moveTo>
                <a:lnTo>
                  <a:pt x="0" y="1212253"/>
                </a:lnTo>
                <a:cubicBezTo>
                  <a:pt x="0" y="1225191"/>
                  <a:pt x="5139" y="1237600"/>
                  <a:pt x="14288" y="1246749"/>
                </a:cubicBezTo>
                <a:cubicBezTo>
                  <a:pt x="23437" y="1255898"/>
                  <a:pt x="35846" y="1261038"/>
                  <a:pt x="48784" y="1261038"/>
                </a:cubicBezTo>
                <a:lnTo>
                  <a:pt x="48784" y="1261038"/>
                </a:lnTo>
                <a:cubicBezTo>
                  <a:pt x="61723" y="1261038"/>
                  <a:pt x="74131" y="1266177"/>
                  <a:pt x="83280" y="1275326"/>
                </a:cubicBezTo>
                <a:cubicBezTo>
                  <a:pt x="92429" y="1284475"/>
                  <a:pt x="97569" y="1296884"/>
                  <a:pt x="97569" y="1309822"/>
                </a:cubicBezTo>
                <a:lnTo>
                  <a:pt x="97569" y="2522075"/>
                </a:lnTo>
              </a:path>
            </a:pathLst>
          </a:custGeom>
          <a:ln cap="flat" w="38100">
            <a:solidFill>
              <a:srgbClr val="FFA4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2" id="42"/>
          <p:cNvSpPr/>
          <p:nvPr/>
        </p:nvSpPr>
        <p:spPr>
          <a:xfrm>
            <a:off x="2984437" y="5119272"/>
            <a:ext cx="1055904" cy="1058426"/>
          </a:xfrm>
          <a:custGeom>
            <a:avLst/>
            <a:gdLst/>
            <a:ahLst/>
            <a:cxnLst/>
            <a:rect r="r" b="b" t="t" l="l"/>
            <a:pathLst>
              <a:path h="1058426" w="1055904">
                <a:moveTo>
                  <a:pt x="0" y="0"/>
                </a:moveTo>
                <a:lnTo>
                  <a:pt x="0" y="829826"/>
                </a:lnTo>
                <a:cubicBezTo>
                  <a:pt x="0" y="890454"/>
                  <a:pt x="24085" y="948599"/>
                  <a:pt x="66955" y="991471"/>
                </a:cubicBezTo>
                <a:cubicBezTo>
                  <a:pt x="109826" y="1034341"/>
                  <a:pt x="167972" y="1058426"/>
                  <a:pt x="228600" y="1058426"/>
                </a:cubicBezTo>
                <a:lnTo>
                  <a:pt x="1055904" y="1058426"/>
                </a:lnTo>
              </a:path>
            </a:pathLst>
          </a:custGeom>
          <a:ln cap="flat" w="38100">
            <a:solidFill>
              <a:srgbClr val="FF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3" id="43"/>
          <p:cNvSpPr/>
          <p:nvPr/>
        </p:nvSpPr>
        <p:spPr>
          <a:xfrm>
            <a:off x="5081693" y="4974536"/>
            <a:ext cx="872715" cy="974170"/>
          </a:xfrm>
          <a:custGeom>
            <a:avLst/>
            <a:gdLst/>
            <a:ahLst/>
            <a:cxnLst/>
            <a:rect r="r" b="b" t="t" l="l"/>
            <a:pathLst>
              <a:path h="974170" w="872715">
                <a:moveTo>
                  <a:pt x="872714" y="0"/>
                </a:moveTo>
                <a:lnTo>
                  <a:pt x="872714" y="745570"/>
                </a:lnTo>
                <a:cubicBezTo>
                  <a:pt x="872714" y="871823"/>
                  <a:pt x="770367" y="974170"/>
                  <a:pt x="644114" y="974170"/>
                </a:cubicBezTo>
                <a:lnTo>
                  <a:pt x="0" y="974170"/>
                </a:lnTo>
              </a:path>
            </a:pathLst>
          </a:custGeom>
          <a:ln cap="flat" w="38100">
            <a:solidFill>
              <a:srgbClr val="FFA4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4" id="44"/>
          <p:cNvSpPr/>
          <p:nvPr/>
        </p:nvSpPr>
        <p:spPr>
          <a:xfrm>
            <a:off x="2984437" y="5143500"/>
            <a:ext cx="63510" cy="2220023"/>
          </a:xfrm>
          <a:custGeom>
            <a:avLst/>
            <a:gdLst/>
            <a:ahLst/>
            <a:cxnLst/>
            <a:rect r="r" b="b" t="t" l="l"/>
            <a:pathLst>
              <a:path h="2220023" w="63510">
                <a:moveTo>
                  <a:pt x="63510" y="2220023"/>
                </a:moveTo>
                <a:lnTo>
                  <a:pt x="63510" y="1141766"/>
                </a:lnTo>
                <a:cubicBezTo>
                  <a:pt x="63510" y="1133344"/>
                  <a:pt x="60164" y="1125267"/>
                  <a:pt x="54209" y="1119312"/>
                </a:cubicBezTo>
                <a:cubicBezTo>
                  <a:pt x="48254" y="1113357"/>
                  <a:pt x="40177" y="1110011"/>
                  <a:pt x="31755" y="1110011"/>
                </a:cubicBezTo>
                <a:lnTo>
                  <a:pt x="31755" y="1110011"/>
                </a:lnTo>
                <a:cubicBezTo>
                  <a:pt x="23333" y="1110011"/>
                  <a:pt x="15256" y="1106666"/>
                  <a:pt x="9301" y="1100711"/>
                </a:cubicBezTo>
                <a:cubicBezTo>
                  <a:pt x="3346" y="1094755"/>
                  <a:pt x="0" y="1086678"/>
                  <a:pt x="0" y="1078257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FF59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1885" y="2162749"/>
            <a:ext cx="13084230" cy="5961502"/>
          </a:xfrm>
          <a:custGeom>
            <a:avLst/>
            <a:gdLst/>
            <a:ahLst/>
            <a:cxnLst/>
            <a:rect r="r" b="b" t="t" l="l"/>
            <a:pathLst>
              <a:path h="5961502" w="13084230">
                <a:moveTo>
                  <a:pt x="0" y="0"/>
                </a:moveTo>
                <a:lnTo>
                  <a:pt x="13084230" y="0"/>
                </a:lnTo>
                <a:lnTo>
                  <a:pt x="13084230" y="5961502"/>
                </a:lnTo>
                <a:lnTo>
                  <a:pt x="0" y="59615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04735" y="718820"/>
            <a:ext cx="13078530" cy="97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L’organisation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675" y="4689475"/>
            <a:ext cx="11924651" cy="121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b="true" sz="9999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Table ronde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675" y="717435"/>
            <a:ext cx="11924651" cy="186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L’avancement de</a:t>
            </a:r>
          </a:p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Gianni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10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675" y="717435"/>
            <a:ext cx="11924651" cy="186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L’avancement de</a:t>
            </a:r>
          </a:p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Christophe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11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675" y="717435"/>
            <a:ext cx="11924651" cy="186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L’avancement de</a:t>
            </a:r>
          </a:p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12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675" y="717435"/>
            <a:ext cx="11924651" cy="186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L’avancement de</a:t>
            </a:r>
          </a:p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Olivier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13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26573" y="2828514"/>
            <a:ext cx="11434855" cy="5581639"/>
          </a:xfrm>
          <a:custGeom>
            <a:avLst/>
            <a:gdLst/>
            <a:ahLst/>
            <a:cxnLst/>
            <a:rect r="r" b="b" t="t" l="l"/>
            <a:pathLst>
              <a:path h="5581639" w="11434855">
                <a:moveTo>
                  <a:pt x="0" y="0"/>
                </a:moveTo>
                <a:lnTo>
                  <a:pt x="11434854" y="0"/>
                </a:lnTo>
                <a:lnTo>
                  <a:pt x="11434854" y="5581639"/>
                </a:lnTo>
                <a:lnTo>
                  <a:pt x="0" y="5581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81675" y="717435"/>
            <a:ext cx="11924651" cy="186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L’avancement de</a:t>
            </a:r>
          </a:p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Nicolas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14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81675" y="717435"/>
            <a:ext cx="11924651" cy="186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L’avancement de</a:t>
            </a:r>
          </a:p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Nicolas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81675" y="4916487"/>
            <a:ext cx="1192465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Démonstration de la refonte mobile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60448" y="718820"/>
            <a:ext cx="14149111" cy="97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État des fonctionnalitées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15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9704" y="2416711"/>
          <a:ext cx="16230600" cy="5453577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  <a:gridCol w="5410200"/>
              </a:tblGrid>
              <a:tr h="8920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250"/>
                        </a:lnSpc>
                        <a:defRPr/>
                      </a:pPr>
                      <a:r>
                        <a:rPr lang="en-US" b="true" sz="3500">
                          <a:solidFill>
                            <a:srgbClr val="3F48CC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Fonctionnalitées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250"/>
                        </a:lnSpc>
                        <a:defRPr/>
                      </a:pPr>
                      <a:r>
                        <a:rPr lang="en-US" b="true" sz="3500">
                          <a:solidFill>
                            <a:srgbClr val="3F48CC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État au dernier suivi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250"/>
                        </a:lnSpc>
                        <a:defRPr/>
                      </a:pPr>
                      <a:r>
                        <a:rPr lang="en-US" b="true" sz="3500">
                          <a:solidFill>
                            <a:srgbClr val="3F48CC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État actuel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0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IA - Analyse de pose 2D (Média Pipe)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80</a:t>
                      </a: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80%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0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IA - Analyse de pose 3D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60%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</a:t>
                      </a: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eporter pour l’ATP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0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IA - Worker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0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Backend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35</a:t>
                      </a: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0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Client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0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Tests fonctionnels et unitaire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2.5</a:t>
                      </a: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</a:t>
                      </a: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0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CI/CD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0% (à mettre à jour)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100%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0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Documentation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Plus à jour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1800">
                          <a:solidFill>
                            <a:srgbClr val="3F48C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à jour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4023657" y="7879814"/>
            <a:ext cx="1024068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3F48CC"/>
                </a:solidFill>
                <a:latin typeface="DM Sans Bold"/>
                <a:ea typeface="DM Sans Bold"/>
                <a:cs typeface="DM Sans Bold"/>
                <a:sym typeface="DM Sans Bold"/>
              </a:rPr>
              <a:t>Le pourcentage est calculé en fonction du resultat souhaité pour le jury GreenLight.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675" y="717435"/>
            <a:ext cx="11924651" cy="186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La situation de</a:t>
            </a:r>
          </a:p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Gianni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16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675" y="717435"/>
            <a:ext cx="11924651" cy="186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La situation de</a:t>
            </a:r>
          </a:p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Christophe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17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675" y="717435"/>
            <a:ext cx="11924651" cy="186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La situation de</a:t>
            </a:r>
          </a:p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18</a:t>
            </a: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675" y="717435"/>
            <a:ext cx="11924651" cy="186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La situation de</a:t>
            </a:r>
          </a:p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Olivier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19</a:t>
            </a: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214" y="3614808"/>
            <a:ext cx="2384877" cy="2384877"/>
          </a:xfrm>
          <a:custGeom>
            <a:avLst/>
            <a:gdLst/>
            <a:ahLst/>
            <a:cxnLst/>
            <a:rect r="r" b="b" t="t" l="l"/>
            <a:pathLst>
              <a:path h="2384877" w="2384877">
                <a:moveTo>
                  <a:pt x="0" y="0"/>
                </a:moveTo>
                <a:lnTo>
                  <a:pt x="2384877" y="0"/>
                </a:lnTo>
                <a:lnTo>
                  <a:pt x="2384877" y="2384877"/>
                </a:lnTo>
                <a:lnTo>
                  <a:pt x="0" y="2384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42091" y="3614808"/>
            <a:ext cx="2384877" cy="2384877"/>
          </a:xfrm>
          <a:custGeom>
            <a:avLst/>
            <a:gdLst/>
            <a:ahLst/>
            <a:cxnLst/>
            <a:rect r="r" b="b" t="t" l="l"/>
            <a:pathLst>
              <a:path h="2384877" w="2384877">
                <a:moveTo>
                  <a:pt x="0" y="0"/>
                </a:moveTo>
                <a:lnTo>
                  <a:pt x="2384877" y="0"/>
                </a:lnTo>
                <a:lnTo>
                  <a:pt x="2384877" y="2384877"/>
                </a:lnTo>
                <a:lnTo>
                  <a:pt x="0" y="23848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51007" y="3613699"/>
            <a:ext cx="2385986" cy="2385986"/>
          </a:xfrm>
          <a:custGeom>
            <a:avLst/>
            <a:gdLst/>
            <a:ahLst/>
            <a:cxnLst/>
            <a:rect r="r" b="b" t="t" l="l"/>
            <a:pathLst>
              <a:path h="2385986" w="2385986">
                <a:moveTo>
                  <a:pt x="0" y="0"/>
                </a:moveTo>
                <a:lnTo>
                  <a:pt x="2385986" y="0"/>
                </a:lnTo>
                <a:lnTo>
                  <a:pt x="2385986" y="2385986"/>
                </a:lnTo>
                <a:lnTo>
                  <a:pt x="0" y="23859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16757" y="3613699"/>
            <a:ext cx="2385986" cy="2385986"/>
          </a:xfrm>
          <a:custGeom>
            <a:avLst/>
            <a:gdLst/>
            <a:ahLst/>
            <a:cxnLst/>
            <a:rect r="r" b="b" t="t" l="l"/>
            <a:pathLst>
              <a:path h="2385986" w="2385986">
                <a:moveTo>
                  <a:pt x="0" y="0"/>
                </a:moveTo>
                <a:lnTo>
                  <a:pt x="2385986" y="0"/>
                </a:lnTo>
                <a:lnTo>
                  <a:pt x="2385986" y="2385986"/>
                </a:lnTo>
                <a:lnTo>
                  <a:pt x="0" y="23859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81675" y="717435"/>
            <a:ext cx="11924651" cy="186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sz="800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La situation de</a:t>
            </a:r>
          </a:p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Nicolas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20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094935"/>
            <a:ext cx="4767000" cy="202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3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A commencé la musculation et</a:t>
            </a:r>
          </a:p>
          <a:p>
            <a:pPr algn="ctr">
              <a:lnSpc>
                <a:spcPts val="2670"/>
              </a:lnSpc>
            </a:pPr>
            <a:r>
              <a:rPr lang="en-US" sz="3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la prise de masse</a:t>
            </a:r>
          </a:p>
          <a:p>
            <a:pPr algn="ctr">
              <a:lnSpc>
                <a:spcPts val="2670"/>
              </a:lnSpc>
            </a:pPr>
            <a:r>
              <a:rPr lang="en-US" sz="3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avec coach</a:t>
            </a:r>
          </a:p>
          <a:p>
            <a:pPr algn="ctr">
              <a:lnSpc>
                <a:spcPts val="2670"/>
              </a:lnSpc>
            </a:pPr>
            <a:r>
              <a:rPr lang="en-US" sz="3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Gianni tchiki brrr</a:t>
            </a:r>
          </a:p>
          <a:p>
            <a:pPr algn="ctr">
              <a:lnSpc>
                <a:spcPts val="2670"/>
              </a:lnSpc>
            </a:pPr>
            <a:r>
              <a:rPr lang="en-US" sz="3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⟶ C’est dur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68989" y="6094935"/>
            <a:ext cx="4767000" cy="102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3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Arrive à bien s’organiser entre les cours tek4 et l’EIP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26250" y="6094935"/>
            <a:ext cx="476700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3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Travaille dur sur Ascension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60448" y="718820"/>
            <a:ext cx="14149111" cy="97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Les actions à venir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69444" y="4354512"/>
            <a:ext cx="14149111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4450"/>
              </a:lnSpc>
              <a:buFont typeface="Arial"/>
              <a:buChar char="•"/>
            </a:pPr>
            <a:r>
              <a:rPr lang="en-US" sz="5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Améliorer la génération de conseil</a:t>
            </a:r>
          </a:p>
          <a:p>
            <a:pPr algn="l" marL="1079501" indent="-539750" lvl="1">
              <a:lnSpc>
                <a:spcPts val="4450"/>
              </a:lnSpc>
              <a:buFont typeface="Arial"/>
              <a:buChar char="•"/>
            </a:pPr>
            <a:r>
              <a:rPr lang="en-US" sz="5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Implémenter l’accessibilité compléte sur mobile</a:t>
            </a:r>
          </a:p>
          <a:p>
            <a:pPr algn="l" marL="1079501" indent="-539750" lvl="1">
              <a:lnSpc>
                <a:spcPts val="4450"/>
              </a:lnSpc>
              <a:buFont typeface="Arial"/>
              <a:buChar char="•"/>
            </a:pPr>
            <a:r>
              <a:rPr lang="en-US" sz="5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</a:p>
        </p:txBody>
      </p: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63458" y="2668211"/>
            <a:ext cx="4761085" cy="4761085"/>
          </a:xfrm>
          <a:custGeom>
            <a:avLst/>
            <a:gdLst/>
            <a:ahLst/>
            <a:cxnLst/>
            <a:rect r="r" b="b" t="t" l="l"/>
            <a:pathLst>
              <a:path h="4761085" w="4761085">
                <a:moveTo>
                  <a:pt x="0" y="0"/>
                </a:moveTo>
                <a:lnTo>
                  <a:pt x="4761084" y="0"/>
                </a:lnTo>
                <a:lnTo>
                  <a:pt x="4761084" y="4761085"/>
                </a:lnTo>
                <a:lnTo>
                  <a:pt x="0" y="4761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60448" y="718820"/>
            <a:ext cx="14149111" cy="97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Nos besoins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22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5065" y="7679989"/>
            <a:ext cx="757787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5000">
                <a:solidFill>
                  <a:srgbClr val="3E67C8"/>
                </a:solidFill>
                <a:latin typeface="Montserrat"/>
                <a:ea typeface="Montserrat"/>
                <a:cs typeface="Montserrat"/>
                <a:sym typeface="Montserrat"/>
              </a:rPr>
              <a:t>La sainte VM EPITECH</a:t>
            </a:r>
          </a:p>
        </p:txBody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689475"/>
            <a:ext cx="7618702" cy="121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b="true" sz="9999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Merci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23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429506" y="3413426"/>
            <a:ext cx="2854434" cy="3462592"/>
            <a:chOff x="0" y="0"/>
            <a:chExt cx="3805912" cy="46167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05912" cy="3805912"/>
            </a:xfrm>
            <a:custGeom>
              <a:avLst/>
              <a:gdLst/>
              <a:ahLst/>
              <a:cxnLst/>
              <a:rect r="r" b="b" t="t" l="l"/>
              <a:pathLst>
                <a:path h="3805912" w="3805912">
                  <a:moveTo>
                    <a:pt x="0" y="0"/>
                  </a:moveTo>
                  <a:lnTo>
                    <a:pt x="3805912" y="0"/>
                  </a:lnTo>
                  <a:lnTo>
                    <a:pt x="3805912" y="3805912"/>
                  </a:lnTo>
                  <a:lnTo>
                    <a:pt x="0" y="3805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3994277"/>
              <a:ext cx="3805912" cy="622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8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Notre organisation GitHub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3410982"/>
            <a:ext cx="2854628" cy="3465035"/>
            <a:chOff x="0" y="0"/>
            <a:chExt cx="3806171" cy="46200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06171" cy="3806171"/>
            </a:xfrm>
            <a:custGeom>
              <a:avLst/>
              <a:gdLst/>
              <a:ahLst/>
              <a:cxnLst/>
              <a:rect r="r" b="b" t="t" l="l"/>
              <a:pathLst>
                <a:path h="3806171" w="3806171">
                  <a:moveTo>
                    <a:pt x="0" y="0"/>
                  </a:moveTo>
                  <a:lnTo>
                    <a:pt x="3806171" y="0"/>
                  </a:lnTo>
                  <a:lnTo>
                    <a:pt x="3806171" y="3806171"/>
                  </a:lnTo>
                  <a:lnTo>
                    <a:pt x="0" y="3806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59" y="3997535"/>
              <a:ext cx="3805912" cy="622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80"/>
                </a:lnSpc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Notre communauté Discord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34649" y="4127500"/>
            <a:ext cx="7618702" cy="233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b="true" sz="9999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Slides utiles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00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34649" y="733932"/>
            <a:ext cx="7618702" cy="103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4"/>
              </a:lnSpc>
            </a:pPr>
            <a:r>
              <a:rPr lang="en-US" sz="8510" b="true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Notre Équipe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7214" y="8996246"/>
            <a:ext cx="1621100" cy="33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true">
                <a:solidFill>
                  <a:srgbClr val="006CC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00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580498" y="8653696"/>
            <a:ext cx="2758791" cy="685100"/>
          </a:xfrm>
          <a:custGeom>
            <a:avLst/>
            <a:gdLst/>
            <a:ahLst/>
            <a:cxnLst/>
            <a:rect r="r" b="b" t="t" l="l"/>
            <a:pathLst>
              <a:path h="685100" w="2758791">
                <a:moveTo>
                  <a:pt x="0" y="0"/>
                </a:moveTo>
                <a:lnTo>
                  <a:pt x="2758791" y="0"/>
                </a:lnTo>
                <a:lnTo>
                  <a:pt x="2758791" y="685100"/>
                </a:lnTo>
                <a:lnTo>
                  <a:pt x="0" y="68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429531" y="6288195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504795" y="845532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550877" y="8468291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64351" y="3904299"/>
            <a:ext cx="2764772" cy="276477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4"/>
              <a:stretch>
                <a:fillRect l="-4166" t="-761" r="-2040" b="-706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98857" y="3900649"/>
            <a:ext cx="2768422" cy="27684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5"/>
              <a:stretch>
                <a:fillRect l="-13228" t="0" r="-24403" b="-1001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920721" y="3900649"/>
            <a:ext cx="2768422" cy="276842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6"/>
              <a:stretch>
                <a:fillRect l="-11949" t="0" r="-22451" b="-9555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681604" y="3920863"/>
            <a:ext cx="2764772" cy="276477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7"/>
              <a:stretch>
                <a:fillRect l="-14551" t="0" r="-22309" b="-9906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842536" y="3900649"/>
            <a:ext cx="2764772" cy="276477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8"/>
              <a:stretch>
                <a:fillRect l="-11905" t="0" r="-24993" b="-9912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233928" y="6895665"/>
            <a:ext cx="14946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Developpeur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16762" y="6895665"/>
            <a:ext cx="149445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CEO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93717" y="6895665"/>
            <a:ext cx="150604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Developpeur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85452" y="6895665"/>
            <a:ext cx="168076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Chef de Projet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70155" y="6895665"/>
            <a:ext cx="16695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Chef D’équipe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8132" y="3205324"/>
            <a:ext cx="259923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Cristophe VANDEVOIR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51575" y="3205324"/>
            <a:ext cx="1824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Olivier POUECH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59433" y="3205324"/>
            <a:ext cx="196730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Lou PELLEGRINO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19464" y="3205324"/>
            <a:ext cx="16109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Gianni TUERO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50940" y="3205324"/>
            <a:ext cx="16009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2EB6"/>
                </a:solidFill>
                <a:latin typeface="DM Sans"/>
                <a:ea typeface="DM Sans"/>
                <a:cs typeface="DM Sans"/>
                <a:sym typeface="DM Sans"/>
              </a:rPr>
              <a:t>Nicolas TORO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DAHVzIH4K9c</dc:identifier>
  <dcterms:modified xsi:type="dcterms:W3CDTF">2011-08-01T06:04:30Z</dcterms:modified>
  <cp:revision>1</cp:revision>
  <dc:title>Suivi Pédagogique 3</dc:title>
</cp:coreProperties>
</file>