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Ultra-Bold" charset="1" panose="00000900000000000000"/>
      <p:regular r:id="rId18"/>
    </p:embeddedFont>
    <p:embeddedFont>
      <p:font typeface="Poppins Semi-Bold" charset="1" panose="00000700000000000000"/>
      <p:regular r:id="rId19"/>
    </p:embeddedFont>
    <p:embeddedFont>
      <p:font typeface="Montserrat Bold" charset="1" panose="00000800000000000000"/>
      <p:regular r:id="rId20"/>
    </p:embeddedFont>
    <p:embeddedFont>
      <p:font typeface="Open Sans Bold" charset="1" panose="020B0806030504020204"/>
      <p:regular r:id="rId21"/>
    </p:embeddedFont>
    <p:embeddedFont>
      <p:font typeface="DM Sans" charset="1" panose="00000000000000000000"/>
      <p:regular r:id="rId22"/>
    </p:embeddedFont>
    <p:embeddedFont>
      <p:font typeface="TT Interphases" charset="1" panose="0200050302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 token gemini pour les tokens</a:t>
            </a:r>
          </a:p>
          <a:p>
            <a:r>
              <a:rPr lang="en-US"/>
              <a:t>- les langages de programmation nouveau</a:t>
            </a:r>
          </a:p>
          <a:p>
            <a:r>
              <a:rPr lang="en-US"/>
              <a:t>- le temps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jpeg" Type="http://schemas.openxmlformats.org/officeDocument/2006/relationships/image"/><Relationship Id="rId13" Target="../media/image13.png" Type="http://schemas.openxmlformats.org/officeDocument/2006/relationships/image"/><Relationship Id="rId14" Target="../media/image14.jpeg" Type="http://schemas.openxmlformats.org/officeDocument/2006/relationships/image"/><Relationship Id="rId15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29.png" Type="http://schemas.openxmlformats.org/officeDocument/2006/relationships/image"/><Relationship Id="rId6" Target="../media/image3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907507" y="5301095"/>
            <a:ext cx="10066789" cy="8229600"/>
          </a:xfrm>
          <a:custGeom>
            <a:avLst/>
            <a:gdLst/>
            <a:ahLst/>
            <a:cxnLst/>
            <a:rect r="r" b="b" t="t" l="l"/>
            <a:pathLst>
              <a:path h="8229600" w="10066789">
                <a:moveTo>
                  <a:pt x="100667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66789" y="0"/>
                </a:lnTo>
                <a:lnTo>
                  <a:pt x="10066789" y="822960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8891" y="1684361"/>
            <a:ext cx="4785953" cy="47859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0310479">
            <a:off x="14991300" y="2770139"/>
            <a:ext cx="2229637" cy="222963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87003" y="3797362"/>
            <a:ext cx="8480019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Ascension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499602"/>
            <a:ext cx="7287795" cy="7287795"/>
          </a:xfrm>
          <a:custGeom>
            <a:avLst/>
            <a:gdLst/>
            <a:ahLst/>
            <a:cxnLst/>
            <a:rect r="r" b="b" t="t" l="l"/>
            <a:pathLst>
              <a:path h="7287795" w="7287795">
                <a:moveTo>
                  <a:pt x="0" y="0"/>
                </a:moveTo>
                <a:lnTo>
                  <a:pt x="7287795" y="0"/>
                </a:lnTo>
                <a:lnTo>
                  <a:pt x="7287795" y="7287796"/>
                </a:lnTo>
                <a:lnTo>
                  <a:pt x="0" y="7287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33505" y="4217276"/>
            <a:ext cx="2856727" cy="2856727"/>
          </a:xfrm>
          <a:custGeom>
            <a:avLst/>
            <a:gdLst/>
            <a:ahLst/>
            <a:cxnLst/>
            <a:rect r="r" b="b" t="t" l="l"/>
            <a:pathLst>
              <a:path h="2856727" w="2856727">
                <a:moveTo>
                  <a:pt x="0" y="0"/>
                </a:moveTo>
                <a:lnTo>
                  <a:pt x="2856727" y="0"/>
                </a:lnTo>
                <a:lnTo>
                  <a:pt x="2856727" y="2856727"/>
                </a:lnTo>
                <a:lnTo>
                  <a:pt x="0" y="2856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90232" y="4217276"/>
            <a:ext cx="2856727" cy="2856727"/>
          </a:xfrm>
          <a:custGeom>
            <a:avLst/>
            <a:gdLst/>
            <a:ahLst/>
            <a:cxnLst/>
            <a:rect r="r" b="b" t="t" l="l"/>
            <a:pathLst>
              <a:path h="2856727" w="2856727">
                <a:moveTo>
                  <a:pt x="0" y="0"/>
                </a:moveTo>
                <a:lnTo>
                  <a:pt x="2856726" y="0"/>
                </a:lnTo>
                <a:lnTo>
                  <a:pt x="2856726" y="2856727"/>
                </a:lnTo>
                <a:lnTo>
                  <a:pt x="0" y="28567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95088" y="3661090"/>
            <a:ext cx="3412913" cy="3412913"/>
          </a:xfrm>
          <a:custGeom>
            <a:avLst/>
            <a:gdLst/>
            <a:ahLst/>
            <a:cxnLst/>
            <a:rect r="r" b="b" t="t" l="l"/>
            <a:pathLst>
              <a:path h="3412913" w="3412913">
                <a:moveTo>
                  <a:pt x="0" y="0"/>
                </a:moveTo>
                <a:lnTo>
                  <a:pt x="3412913" y="0"/>
                </a:lnTo>
                <a:lnTo>
                  <a:pt x="3412913" y="3412913"/>
                </a:lnTo>
                <a:lnTo>
                  <a:pt x="0" y="3412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1470" y="736783"/>
            <a:ext cx="7905060" cy="198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Déroulement de la piscine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1332" y="7686065"/>
            <a:ext cx="435779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b="true" sz="500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semaines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67534" y="7686065"/>
            <a:ext cx="396573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b="true" sz="500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semaines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14" y="3258821"/>
            <a:ext cx="3657764" cy="3657764"/>
          </a:xfrm>
          <a:custGeom>
            <a:avLst/>
            <a:gdLst/>
            <a:ahLst/>
            <a:cxnLst/>
            <a:rect r="r" b="b" t="t" l="l"/>
            <a:pathLst>
              <a:path h="3657764" w="3657764">
                <a:moveTo>
                  <a:pt x="0" y="0"/>
                </a:moveTo>
                <a:lnTo>
                  <a:pt x="3657764" y="0"/>
                </a:lnTo>
                <a:lnTo>
                  <a:pt x="3657764" y="3657764"/>
                </a:lnTo>
                <a:lnTo>
                  <a:pt x="0" y="3657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21139" y="3147226"/>
            <a:ext cx="3769358" cy="3769358"/>
          </a:xfrm>
          <a:custGeom>
            <a:avLst/>
            <a:gdLst/>
            <a:ahLst/>
            <a:cxnLst/>
            <a:rect r="r" b="b" t="t" l="l"/>
            <a:pathLst>
              <a:path h="3769358" w="3769358">
                <a:moveTo>
                  <a:pt x="0" y="0"/>
                </a:moveTo>
                <a:lnTo>
                  <a:pt x="3769359" y="0"/>
                </a:lnTo>
                <a:lnTo>
                  <a:pt x="3769359" y="3769359"/>
                </a:lnTo>
                <a:lnTo>
                  <a:pt x="0" y="376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00712" y="2075113"/>
            <a:ext cx="5469154" cy="5469154"/>
          </a:xfrm>
          <a:custGeom>
            <a:avLst/>
            <a:gdLst/>
            <a:ahLst/>
            <a:cxnLst/>
            <a:rect r="r" b="b" t="t" l="l"/>
            <a:pathLst>
              <a:path h="5469154" w="5469154">
                <a:moveTo>
                  <a:pt x="0" y="0"/>
                </a:moveTo>
                <a:lnTo>
                  <a:pt x="5469154" y="0"/>
                </a:lnTo>
                <a:lnTo>
                  <a:pt x="5469154" y="5469154"/>
                </a:lnTo>
                <a:lnTo>
                  <a:pt x="0" y="5469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0614" y="3699993"/>
            <a:ext cx="1014889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true">
                <a:solidFill>
                  <a:srgbClr val="002E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85823" y="3811588"/>
            <a:ext cx="1014889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true">
                <a:solidFill>
                  <a:srgbClr val="002E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733932"/>
            <a:ext cx="761870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Notre Équipe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29531" y="6288195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04795" y="845532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50877" y="8468291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4351" y="3904299"/>
            <a:ext cx="2764772" cy="2764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8857" y="3900649"/>
            <a:ext cx="2768422" cy="27684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20721" y="3900649"/>
            <a:ext cx="2768422" cy="27684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81604" y="3920863"/>
            <a:ext cx="2764772" cy="27647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42536" y="3900649"/>
            <a:ext cx="2764772" cy="2764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233928" y="6895665"/>
            <a:ext cx="14946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6762" y="6895665"/>
            <a:ext cx="14944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93717" y="6895665"/>
            <a:ext cx="15060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5452" y="6895665"/>
            <a:ext cx="168076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de Projet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70155" y="6895665"/>
            <a:ext cx="16695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D’équipe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132" y="3205324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1575" y="3205324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59433" y="3205324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9464" y="3205324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50940" y="3205324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6708" y="-5852617"/>
            <a:ext cx="6849222" cy="10996117"/>
          </a:xfrm>
          <a:custGeom>
            <a:avLst/>
            <a:gdLst/>
            <a:ahLst/>
            <a:cxnLst/>
            <a:rect r="r" b="b" t="t" l="l"/>
            <a:pathLst>
              <a:path h="10996117" w="6849222">
                <a:moveTo>
                  <a:pt x="0" y="0"/>
                </a:moveTo>
                <a:lnTo>
                  <a:pt x="6849222" y="0"/>
                </a:lnTo>
                <a:lnTo>
                  <a:pt x="6849222" y="10996117"/>
                </a:lnTo>
                <a:lnTo>
                  <a:pt x="0" y="10996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2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23565" y="2053964"/>
            <a:ext cx="1822167" cy="1822167"/>
          </a:xfrm>
          <a:custGeom>
            <a:avLst/>
            <a:gdLst/>
            <a:ahLst/>
            <a:cxnLst/>
            <a:rect r="r" b="b" t="t" l="l"/>
            <a:pathLst>
              <a:path h="1822167" w="1822167">
                <a:moveTo>
                  <a:pt x="0" y="0"/>
                </a:moveTo>
                <a:lnTo>
                  <a:pt x="1822168" y="0"/>
                </a:lnTo>
                <a:lnTo>
                  <a:pt x="1822168" y="1822167"/>
                </a:lnTo>
                <a:lnTo>
                  <a:pt x="0" y="1822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3444" y="4161881"/>
            <a:ext cx="14481111" cy="4449650"/>
          </a:xfrm>
          <a:custGeom>
            <a:avLst/>
            <a:gdLst/>
            <a:ahLst/>
            <a:cxnLst/>
            <a:rect r="r" b="b" t="t" l="l"/>
            <a:pathLst>
              <a:path h="4449650" w="14481111">
                <a:moveTo>
                  <a:pt x="0" y="0"/>
                </a:moveTo>
                <a:lnTo>
                  <a:pt x="14481112" y="0"/>
                </a:lnTo>
                <a:lnTo>
                  <a:pt x="14481112" y="4449651"/>
                </a:lnTo>
                <a:lnTo>
                  <a:pt x="0" y="4449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42267" y="2053964"/>
            <a:ext cx="1822167" cy="1822167"/>
          </a:xfrm>
          <a:custGeom>
            <a:avLst/>
            <a:gdLst/>
            <a:ahLst/>
            <a:cxnLst/>
            <a:rect r="r" b="b" t="t" l="l"/>
            <a:pathLst>
              <a:path h="1822167" w="1822167">
                <a:moveTo>
                  <a:pt x="0" y="0"/>
                </a:moveTo>
                <a:lnTo>
                  <a:pt x="1822168" y="0"/>
                </a:lnTo>
                <a:lnTo>
                  <a:pt x="1822168" y="1822167"/>
                </a:lnTo>
                <a:lnTo>
                  <a:pt x="0" y="1822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34649" y="730750"/>
            <a:ext cx="761870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Organisation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6708" y="-5852617"/>
            <a:ext cx="6849222" cy="10996117"/>
          </a:xfrm>
          <a:custGeom>
            <a:avLst/>
            <a:gdLst/>
            <a:ahLst/>
            <a:cxnLst/>
            <a:rect r="r" b="b" t="t" l="l"/>
            <a:pathLst>
              <a:path h="10996117" w="6849222">
                <a:moveTo>
                  <a:pt x="0" y="0"/>
                </a:moveTo>
                <a:lnTo>
                  <a:pt x="6849222" y="0"/>
                </a:lnTo>
                <a:lnTo>
                  <a:pt x="6849222" y="10996117"/>
                </a:lnTo>
                <a:lnTo>
                  <a:pt x="0" y="10996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2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51958" y="3730788"/>
            <a:ext cx="12384083" cy="4300654"/>
          </a:xfrm>
          <a:custGeom>
            <a:avLst/>
            <a:gdLst/>
            <a:ahLst/>
            <a:cxnLst/>
            <a:rect r="r" b="b" t="t" l="l"/>
            <a:pathLst>
              <a:path h="4300654" w="12384083">
                <a:moveTo>
                  <a:pt x="0" y="0"/>
                </a:moveTo>
                <a:lnTo>
                  <a:pt x="12384084" y="0"/>
                </a:lnTo>
                <a:lnTo>
                  <a:pt x="12384084" y="4300654"/>
                </a:lnTo>
                <a:lnTo>
                  <a:pt x="0" y="4300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17184" y="2288749"/>
            <a:ext cx="2853631" cy="921251"/>
          </a:xfrm>
          <a:custGeom>
            <a:avLst/>
            <a:gdLst/>
            <a:ahLst/>
            <a:cxnLst/>
            <a:rect r="r" b="b" t="t" l="l"/>
            <a:pathLst>
              <a:path h="921251" w="2853631">
                <a:moveTo>
                  <a:pt x="0" y="0"/>
                </a:moveTo>
                <a:lnTo>
                  <a:pt x="2853632" y="0"/>
                </a:lnTo>
                <a:lnTo>
                  <a:pt x="2853632" y="921251"/>
                </a:lnTo>
                <a:lnTo>
                  <a:pt x="0" y="921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46" r="0" b="-12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34649" y="730750"/>
            <a:ext cx="761870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Organisation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42133" y="1854397"/>
            <a:ext cx="7183444" cy="7403903"/>
          </a:xfrm>
          <a:custGeom>
            <a:avLst/>
            <a:gdLst/>
            <a:ahLst/>
            <a:cxnLst/>
            <a:rect r="r" b="b" t="t" l="l"/>
            <a:pathLst>
              <a:path h="7403903" w="7183444">
                <a:moveTo>
                  <a:pt x="0" y="0"/>
                </a:moveTo>
                <a:lnTo>
                  <a:pt x="7183444" y="0"/>
                </a:lnTo>
                <a:lnTo>
                  <a:pt x="7183444" y="7403903"/>
                </a:lnTo>
                <a:lnTo>
                  <a:pt x="0" y="7403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82" b="-108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34649" y="733546"/>
            <a:ext cx="7618702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2395" y="7249686"/>
            <a:ext cx="1190909" cy="1190909"/>
          </a:xfrm>
          <a:custGeom>
            <a:avLst/>
            <a:gdLst/>
            <a:ahLst/>
            <a:cxnLst/>
            <a:rect r="r" b="b" t="t" l="l"/>
            <a:pathLst>
              <a:path h="1190909" w="1190909">
                <a:moveTo>
                  <a:pt x="0" y="0"/>
                </a:moveTo>
                <a:lnTo>
                  <a:pt x="1190909" y="0"/>
                </a:lnTo>
                <a:lnTo>
                  <a:pt x="1190909" y="1190909"/>
                </a:lnTo>
                <a:lnTo>
                  <a:pt x="0" y="1190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3042" y="7612208"/>
            <a:ext cx="3242239" cy="510653"/>
          </a:xfrm>
          <a:custGeom>
            <a:avLst/>
            <a:gdLst/>
            <a:ahLst/>
            <a:cxnLst/>
            <a:rect r="r" b="b" t="t" l="l"/>
            <a:pathLst>
              <a:path h="510653" w="3242239">
                <a:moveTo>
                  <a:pt x="0" y="0"/>
                </a:moveTo>
                <a:lnTo>
                  <a:pt x="3242239" y="0"/>
                </a:lnTo>
                <a:lnTo>
                  <a:pt x="3242239" y="510653"/>
                </a:lnTo>
                <a:lnTo>
                  <a:pt x="0" y="510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76679" y="7151037"/>
            <a:ext cx="1367350" cy="1367350"/>
          </a:xfrm>
          <a:custGeom>
            <a:avLst/>
            <a:gdLst/>
            <a:ahLst/>
            <a:cxnLst/>
            <a:rect r="r" b="b" t="t" l="l"/>
            <a:pathLst>
              <a:path h="1367350" w="1367350">
                <a:moveTo>
                  <a:pt x="0" y="0"/>
                </a:moveTo>
                <a:lnTo>
                  <a:pt x="1367350" y="0"/>
                </a:lnTo>
                <a:lnTo>
                  <a:pt x="1367350" y="1367351"/>
                </a:lnTo>
                <a:lnTo>
                  <a:pt x="0" y="1367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81053" y="7015729"/>
            <a:ext cx="1637967" cy="1637967"/>
          </a:xfrm>
          <a:custGeom>
            <a:avLst/>
            <a:gdLst/>
            <a:ahLst/>
            <a:cxnLst/>
            <a:rect r="r" b="b" t="t" l="l"/>
            <a:pathLst>
              <a:path h="1637967" w="1637967">
                <a:moveTo>
                  <a:pt x="0" y="0"/>
                </a:moveTo>
                <a:lnTo>
                  <a:pt x="1637967" y="0"/>
                </a:lnTo>
                <a:lnTo>
                  <a:pt x="1637967" y="1637967"/>
                </a:lnTo>
                <a:lnTo>
                  <a:pt x="0" y="1637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19100" y="7567420"/>
            <a:ext cx="3361928" cy="555440"/>
          </a:xfrm>
          <a:custGeom>
            <a:avLst/>
            <a:gdLst/>
            <a:ahLst/>
            <a:cxnLst/>
            <a:rect r="r" b="b" t="t" l="l"/>
            <a:pathLst>
              <a:path h="555440" w="3361928">
                <a:moveTo>
                  <a:pt x="0" y="0"/>
                </a:moveTo>
                <a:lnTo>
                  <a:pt x="3361928" y="0"/>
                </a:lnTo>
                <a:lnTo>
                  <a:pt x="3361928" y="555441"/>
                </a:lnTo>
                <a:lnTo>
                  <a:pt x="0" y="5554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65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43731" y="7084410"/>
            <a:ext cx="1569286" cy="1569286"/>
          </a:xfrm>
          <a:custGeom>
            <a:avLst/>
            <a:gdLst/>
            <a:ahLst/>
            <a:cxnLst/>
            <a:rect r="r" b="b" t="t" l="l"/>
            <a:pathLst>
              <a:path h="1569286" w="1569286">
                <a:moveTo>
                  <a:pt x="0" y="0"/>
                </a:moveTo>
                <a:lnTo>
                  <a:pt x="1569286" y="0"/>
                </a:lnTo>
                <a:lnTo>
                  <a:pt x="1569286" y="1569286"/>
                </a:lnTo>
                <a:lnTo>
                  <a:pt x="0" y="15692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429531" y="4852182"/>
            <a:ext cx="4324" cy="1438"/>
            <a:chOff x="0" y="0"/>
            <a:chExt cx="5766" cy="19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4351" y="2468286"/>
            <a:ext cx="2764772" cy="2764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10"/>
              <a:stretch>
                <a:fillRect l="-4166" t="-761" r="-2040" b="-706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8857" y="2464636"/>
            <a:ext cx="2768422" cy="27684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11"/>
              <a:stretch>
                <a:fillRect l="-13228" t="0" r="-24403" b="-1001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20721" y="2464636"/>
            <a:ext cx="2768422" cy="27684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12"/>
              <a:stretch>
                <a:fillRect l="-11949" t="0" r="-22451" b="-955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81604" y="2484850"/>
            <a:ext cx="2764772" cy="27647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13"/>
              <a:stretch>
                <a:fillRect l="-14551" t="0" r="-22309" b="-990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42536" y="2464636"/>
            <a:ext cx="2764772" cy="2764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14"/>
              <a:stretch>
                <a:fillRect l="-11905" t="0" r="-24993" b="-99125"/>
              </a:stretch>
            </a:blipFill>
          </p:spPr>
        </p:sp>
      </p:grpSp>
      <p:sp>
        <p:nvSpPr>
          <p:cNvPr name="AutoShape 22" id="22"/>
          <p:cNvSpPr/>
          <p:nvPr/>
        </p:nvSpPr>
        <p:spPr>
          <a:xfrm>
            <a:off x="2983068" y="5233058"/>
            <a:ext cx="4116968" cy="1782671"/>
          </a:xfrm>
          <a:prstGeom prst="line">
            <a:avLst/>
          </a:prstGeom>
          <a:ln cap="flat" w="38100">
            <a:solidFill>
              <a:srgbClr val="FF7CE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6736825" y="8747699"/>
            <a:ext cx="1182194" cy="1182194"/>
          </a:xfrm>
          <a:custGeom>
            <a:avLst/>
            <a:gdLst/>
            <a:ahLst/>
            <a:cxnLst/>
            <a:rect r="r" b="b" t="t" l="l"/>
            <a:pathLst>
              <a:path h="1182194" w="1182194">
                <a:moveTo>
                  <a:pt x="0" y="0"/>
                </a:moveTo>
                <a:lnTo>
                  <a:pt x="1182195" y="0"/>
                </a:lnTo>
                <a:lnTo>
                  <a:pt x="1182195" y="1182194"/>
                </a:lnTo>
                <a:lnTo>
                  <a:pt x="0" y="11821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34649" y="733546"/>
            <a:ext cx="7618702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Répartition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132" y="1769311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1575" y="1769311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59433" y="1769311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19464" y="1769311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50940" y="1769311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  <p:sp>
        <p:nvSpPr>
          <p:cNvPr name="AutoShape 30" id="30"/>
          <p:cNvSpPr/>
          <p:nvPr/>
        </p:nvSpPr>
        <p:spPr>
          <a:xfrm>
            <a:off x="3155758" y="5249622"/>
            <a:ext cx="3581067" cy="4272140"/>
          </a:xfrm>
          <a:prstGeom prst="line">
            <a:avLst/>
          </a:prstGeom>
          <a:ln cap="flat" w="38100">
            <a:solidFill>
              <a:srgbClr val="FF7CE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name="AutoShape 32" id="32"/>
          <p:cNvSpPr/>
          <p:nvPr/>
        </p:nvSpPr>
        <p:spPr>
          <a:xfrm flipH="true">
            <a:off x="8936501" y="5365168"/>
            <a:ext cx="427979" cy="1802961"/>
          </a:xfrm>
          <a:prstGeom prst="line">
            <a:avLst/>
          </a:prstGeom>
          <a:ln cap="flat" w="38100">
            <a:solidFill>
              <a:srgbClr val="FFF4A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5151575" y="5249622"/>
            <a:ext cx="4243565" cy="2291477"/>
          </a:xfrm>
          <a:prstGeom prst="line">
            <a:avLst/>
          </a:prstGeom>
          <a:ln cap="flat" w="38100">
            <a:solidFill>
              <a:srgbClr val="FFF4A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9364480" y="5249622"/>
            <a:ext cx="5369682" cy="2317799"/>
          </a:xfrm>
          <a:prstGeom prst="line">
            <a:avLst/>
          </a:prstGeom>
          <a:ln cap="flat" w="38100">
            <a:solidFill>
              <a:srgbClr val="FFF4A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9395140" y="5273155"/>
            <a:ext cx="2758595" cy="1877882"/>
          </a:xfrm>
          <a:prstGeom prst="line">
            <a:avLst/>
          </a:prstGeom>
          <a:ln cap="flat" w="38100">
            <a:solidFill>
              <a:srgbClr val="FFF4A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6063990" y="5229408"/>
            <a:ext cx="4338057" cy="1921630"/>
          </a:xfrm>
          <a:prstGeom prst="line">
            <a:avLst/>
          </a:prstGeom>
          <a:ln cap="flat" w="38100">
            <a:solidFill>
              <a:srgbClr val="00BF6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10460354" y="5287990"/>
            <a:ext cx="1891752" cy="1796421"/>
          </a:xfrm>
          <a:prstGeom prst="line">
            <a:avLst/>
          </a:prstGeom>
          <a:ln cap="flat" w="38100">
            <a:solidFill>
              <a:srgbClr val="FA0D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12225835" y="5271517"/>
            <a:ext cx="2008306" cy="2378094"/>
          </a:xfrm>
          <a:prstGeom prst="line">
            <a:avLst/>
          </a:prstGeom>
          <a:ln cap="flat" w="38100">
            <a:solidFill>
              <a:srgbClr val="FA0D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8982607" y="5249622"/>
            <a:ext cx="6268831" cy="3268766"/>
          </a:xfrm>
          <a:prstGeom prst="line">
            <a:avLst/>
          </a:prstGeom>
          <a:ln cap="flat" w="38100">
            <a:solidFill>
              <a:srgbClr val="39D5E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H="true">
            <a:off x="11964939" y="5143500"/>
            <a:ext cx="3386412" cy="3479859"/>
          </a:xfrm>
          <a:prstGeom prst="line">
            <a:avLst/>
          </a:prstGeom>
          <a:ln cap="flat" w="38100">
            <a:solidFill>
              <a:srgbClr val="39D5EB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316558" y="459799"/>
            <a:ext cx="10066789" cy="8229600"/>
          </a:xfrm>
          <a:custGeom>
            <a:avLst/>
            <a:gdLst/>
            <a:ahLst/>
            <a:cxnLst/>
            <a:rect r="r" b="b" t="t" l="l"/>
            <a:pathLst>
              <a:path h="8229600" w="10066789">
                <a:moveTo>
                  <a:pt x="100667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66789" y="0"/>
                </a:lnTo>
                <a:lnTo>
                  <a:pt x="10066789" y="822960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29838" y="2127224"/>
            <a:ext cx="1318118" cy="131811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49325" y="7201727"/>
            <a:ext cx="1318118" cy="131811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93766" y="3330254"/>
            <a:ext cx="3814323" cy="3814323"/>
          </a:xfrm>
          <a:custGeom>
            <a:avLst/>
            <a:gdLst/>
            <a:ahLst/>
            <a:cxnLst/>
            <a:rect r="r" b="b" t="t" l="l"/>
            <a:pathLst>
              <a:path h="3814323" w="3814323">
                <a:moveTo>
                  <a:pt x="0" y="0"/>
                </a:moveTo>
                <a:lnTo>
                  <a:pt x="3814323" y="0"/>
                </a:lnTo>
                <a:lnTo>
                  <a:pt x="3814323" y="3814323"/>
                </a:lnTo>
                <a:lnTo>
                  <a:pt x="0" y="3814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82627" y="3330254"/>
            <a:ext cx="3814323" cy="3814323"/>
          </a:xfrm>
          <a:custGeom>
            <a:avLst/>
            <a:gdLst/>
            <a:ahLst/>
            <a:cxnLst/>
            <a:rect r="r" b="b" t="t" l="l"/>
            <a:pathLst>
              <a:path h="3814323" w="3814323">
                <a:moveTo>
                  <a:pt x="0" y="0"/>
                </a:moveTo>
                <a:lnTo>
                  <a:pt x="3814323" y="0"/>
                </a:lnTo>
                <a:lnTo>
                  <a:pt x="3814323" y="3814323"/>
                </a:lnTo>
                <a:lnTo>
                  <a:pt x="0" y="38143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236839" y="3330254"/>
            <a:ext cx="4414949" cy="4530532"/>
            <a:chOff x="0" y="0"/>
            <a:chExt cx="5886599" cy="60407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5764" cy="5085764"/>
            </a:xfrm>
            <a:custGeom>
              <a:avLst/>
              <a:gdLst/>
              <a:ahLst/>
              <a:cxnLst/>
              <a:rect r="r" b="b" t="t" l="l"/>
              <a:pathLst>
                <a:path h="5085764" w="5085764">
                  <a:moveTo>
                    <a:pt x="0" y="0"/>
                  </a:moveTo>
                  <a:lnTo>
                    <a:pt x="5085764" y="0"/>
                  </a:lnTo>
                  <a:lnTo>
                    <a:pt x="5085764" y="5085764"/>
                  </a:lnTo>
                  <a:lnTo>
                    <a:pt x="0" y="5085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96569">
              <a:off x="3134571" y="3288681"/>
              <a:ext cx="2432030" cy="2432030"/>
            </a:xfrm>
            <a:custGeom>
              <a:avLst/>
              <a:gdLst/>
              <a:ahLst/>
              <a:cxnLst/>
              <a:rect r="r" b="b" t="t" l="l"/>
              <a:pathLst>
                <a:path h="2432030" w="2432030">
                  <a:moveTo>
                    <a:pt x="0" y="0"/>
                  </a:moveTo>
                  <a:lnTo>
                    <a:pt x="2432029" y="0"/>
                  </a:lnTo>
                  <a:lnTo>
                    <a:pt x="2432029" y="2432030"/>
                  </a:lnTo>
                  <a:lnTo>
                    <a:pt x="0" y="243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334649" y="734885"/>
            <a:ext cx="7618702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Difficultés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09618" y="4261084"/>
            <a:ext cx="7810953" cy="1899259"/>
            <a:chOff x="0" y="0"/>
            <a:chExt cx="10414604" cy="25323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8009265" y="0"/>
              <a:ext cx="2405339" cy="2405339"/>
            </a:xfrm>
            <a:custGeom>
              <a:avLst/>
              <a:gdLst/>
              <a:ahLst/>
              <a:cxnLst/>
              <a:rect r="r" b="b" t="t" l="l"/>
              <a:pathLst>
                <a:path h="2405339" w="2405339">
                  <a:moveTo>
                    <a:pt x="0" y="0"/>
                  </a:moveTo>
                  <a:lnTo>
                    <a:pt x="2405339" y="0"/>
                  </a:lnTo>
                  <a:lnTo>
                    <a:pt x="2405339" y="2405339"/>
                  </a:lnTo>
                  <a:lnTo>
                    <a:pt x="0" y="2405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19564" y="127007"/>
              <a:ext cx="2405339" cy="2405339"/>
            </a:xfrm>
            <a:custGeom>
              <a:avLst/>
              <a:gdLst/>
              <a:ahLst/>
              <a:cxnLst/>
              <a:rect r="r" b="b" t="t" l="l"/>
              <a:pathLst>
                <a:path h="2405339" w="2405339">
                  <a:moveTo>
                    <a:pt x="0" y="0"/>
                  </a:moveTo>
                  <a:lnTo>
                    <a:pt x="2405338" y="0"/>
                  </a:lnTo>
                  <a:lnTo>
                    <a:pt x="2405338" y="2405339"/>
                  </a:lnTo>
                  <a:lnTo>
                    <a:pt x="0" y="2405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8629" cy="2508629"/>
            </a:xfrm>
            <a:custGeom>
              <a:avLst/>
              <a:gdLst/>
              <a:ahLst/>
              <a:cxnLst/>
              <a:rect r="r" b="b" t="t" l="l"/>
              <a:pathLst>
                <a:path h="2508629" w="2508629">
                  <a:moveTo>
                    <a:pt x="0" y="0"/>
                  </a:moveTo>
                  <a:lnTo>
                    <a:pt x="2508629" y="0"/>
                  </a:lnTo>
                  <a:lnTo>
                    <a:pt x="2508629" y="2508629"/>
                  </a:lnTo>
                  <a:lnTo>
                    <a:pt x="0" y="2508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4022959"/>
            <a:ext cx="5743343" cy="2119597"/>
            <a:chOff x="0" y="0"/>
            <a:chExt cx="7657790" cy="2826129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0">
              <a:off x="2341321" y="-73763"/>
              <a:ext cx="5799785" cy="3383208"/>
            </a:xfrm>
            <a:prstGeom prst="rect">
              <a:avLst/>
            </a:prstGeom>
          </p:spPr>
        </p:pic>
        <p:sp>
          <p:nvSpPr>
            <p:cNvPr name="TextBox 9" id="9"/>
            <p:cNvSpPr txBox="true"/>
            <p:nvPr/>
          </p:nvSpPr>
          <p:spPr>
            <a:xfrm rot="0">
              <a:off x="0" y="38100"/>
              <a:ext cx="3704974" cy="1289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68"/>
                </a:lnSpc>
              </a:pPr>
              <a:r>
                <a:rPr lang="en-US" sz="3425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Nos objectifs fixés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334649" y="737343"/>
            <a:ext cx="7618702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Résultats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10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4689475"/>
            <a:ext cx="11924651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Démonstration 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11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4689475"/>
            <a:ext cx="7618702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Merci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DAHD0MGUoko</dc:identifier>
  <dcterms:modified xsi:type="dcterms:W3CDTF">2011-08-01T06:04:30Z</dcterms:modified>
  <cp:revision>1</cp:revision>
  <dc:title>Review - Ascension</dc:title>
</cp:coreProperties>
</file>