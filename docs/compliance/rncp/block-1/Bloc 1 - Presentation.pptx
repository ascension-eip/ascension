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Oswald Bold" charset="1" panose="00000800000000000000"/>
      <p:regular r:id="rId29"/>
    </p:embeddedFont>
    <p:embeddedFont>
      <p:font typeface="Oswald" charset="1" panose="00000500000000000000"/>
      <p:regular r:id="rId30"/>
    </p:embeddedFont>
    <p:embeddedFont>
      <p:font typeface="Roboto Bold" charset="1" panose="02000000000000000000"/>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41" Target="notesSlides/notesSlide12.xml" Type="http://schemas.openxmlformats.org/officeDocument/2006/relationships/notesSlide"/><Relationship Id="rId42" Target="notesSlides/notesSlide13.xml" Type="http://schemas.openxmlformats.org/officeDocument/2006/relationships/notesSlide"/><Relationship Id="rId43" Target="notesSlides/notesSlide14.xml" Type="http://schemas.openxmlformats.org/officeDocument/2006/relationships/notesSlide"/><Relationship Id="rId44" Target="notesSlides/notesSlide15.xml" Type="http://schemas.openxmlformats.org/officeDocument/2006/relationships/notesSlide"/><Relationship Id="rId45" Target="notesSlides/notesSlide16.xml" Type="http://schemas.openxmlformats.org/officeDocument/2006/relationships/notesSlide"/><Relationship Id="rId46" Target="notesSlides/notesSlide17.xml" Type="http://schemas.openxmlformats.org/officeDocument/2006/relationships/notesSlide"/><Relationship Id="rId47" Target="notesSlides/notesSlide18.xml" Type="http://schemas.openxmlformats.org/officeDocument/2006/relationships/notesSlide"/><Relationship Id="rId48" Target="notesSlides/notesSlide19.xml" Type="http://schemas.openxmlformats.org/officeDocument/2006/relationships/notesSlide"/><Relationship Id="rId49" Target="notesSlides/notesSlide20.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SVP ici faut que quelqu'un donne du context sur cette slide parce que y'a 0 contexte sur ce putain de PPT, les jury vous rien comprendre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Message oral (20-30s): "Le besoin est structuré par segment utilisateur, puis traduit en périmètre MVP explicite. On montre la chaîne besoin -&gt; priorisation, pas seulement une liste de fonctionnalités."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O2 — Besoins PSH intégrés</a:t>
            </a:r>
          </a:p>
          <a:p>
            <a:r>
              <a:rPr lang="en-US"/>
              <a:t>Accessibility (WCAG 2.1 AA)")</a:t>
            </a:r>
          </a:p>
          <a:p>
            <a:r>
              <a:rPr lang="en-US"/>
              <a:t>Message oral (20-30 s): "L'accessibilité est incluse au niveau besoin et pas reportée en fin de projet. Elle entre dans la définition de done des écrans critiques."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Lou dit :</a:t>
            </a:r>
          </a:p>
          <a:p>
            <a:r>
              <a:rPr lang="en-US"/>
              <a:t/>
            </a:r>
          </a:p>
          <a:p>
            <a:r>
              <a:rPr lang="en-US"/>
              <a:t>On a donc produit un audit technique détaillé. Le but était de définir quels sont les meilleures technologies pour nos besoins. On a ainsi pu tester ces technologies sur notre prototype. Pour le coup, voici un petit résumé de ce qu'on a choisis et de ce qu'on a pu utiliser sur notre prototype. (Détailler le screen 1).</a:t>
            </a:r>
          </a:p>
          <a:p>
            <a:r>
              <a:rPr lang="en-US"/>
              <a:t/>
            </a:r>
          </a:p>
          <a:p>
            <a:r>
              <a:rPr lang="en-US"/>
              <a:t>A côté, vous avez un petit schèma extrait de notre audit fonctionnel. Le but est de comprendre simplement comment fonctionne notre architecture. (Explication du schèma)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lou tu parle de la méthologie (elle est expliqué sur le schèma donc tu parle du schèma.</a:t>
            </a:r>
          </a:p>
          <a:p>
            <a:r>
              <a:rPr lang="en-US"/>
              <a:t/>
            </a:r>
          </a:p>
          <a:p>
            <a:r>
              <a:rPr lang="en-US"/>
              <a:t>Le livrable finales c'est les documents qu'on a effectué donc audit technique, fonctionnel, etc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Chris tu passe sur chaque techno, tu détaille et dit pourquoi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Ici Chris tu parle de l'accessibilité comme la fait Gianni (essaie de parler de celle que Gianni n'a pas fait)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Ici Chris tu vas détailler ce que nous on a implémenter dans notre prototype. Hésite pas à dire qu'on pourra le revoir lors de la démo.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chiffre les composants qu'on utilise vraiment, pas un budget théorique."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O9 — Scénarios de chiffrage benchmarkés</a:t>
            </a:r>
          </a:p>
          <a:p>
            <a:r>
              <a:rPr lang="en-US"/>
              <a:t>Compétence RNCP liée: C4</a:t>
            </a:r>
          </a:p>
          <a:p>
            <a:r>
              <a:rPr lang="en-US"/>
              <a:t>Titre de slide: "O9 — Pilotage par scénarios budgétaires"</a:t>
            </a:r>
          </a:p>
          <a:p>
            <a:r>
              <a:rPr lang="en-US"/>
              <a:t>Capture principale: docs/30-compliance/rncp/block-1/05-benchmark-budget-scenarios.md (tableau MVP / Scale / Scale+)</a:t>
            </a:r>
          </a:p>
          <a:p>
            <a:r>
              <a:rPr lang="en-US"/>
              <a:t>Capture de renfort: docs/10-product/prototype-pool/workshop/costs.md + docs/10-product/prototype-pool/workshop/impacts-risks.md</a:t>
            </a:r>
          </a:p>
          <a:p>
            <a:r>
              <a:rPr lang="en-US"/>
              <a:t>Justification simple: Le budget est piloté selon la croissance, pas figé.</a:t>
            </a:r>
          </a:p>
          <a:p>
            <a:r>
              <a:rPr lang="en-US"/>
              <a:t>Ce que tu peux dire: "On avance par scénarios: MVP, puis montée en charge selon les métriques."</a:t>
            </a:r>
          </a:p>
          <a:p>
            <a:r>
              <a:rPr lang="en-US"/>
              <a:t>Limite assumée: seuils de bascule à instrumenter plus finement côté monitoring.</a:t>
            </a:r>
          </a:p>
          <a:p>
            <a:r>
              <a:rPr lang="en-US"/>
              <a:t>Action de sécurisation: définir des seuils chiffrés d'alerte et décisions de scale.</a:t>
            </a:r>
          </a:p>
          <a:p>
            <a:r>
              <a:rPr lang="en-US"/>
              <a:t>Question jury probable: "Quel scénario de départ?"</a:t>
            </a:r>
          </a:p>
          <a:p>
            <a:r>
              <a:rPr lang="en-US"/>
              <a:t>Réponse simple: "On démarre en MVP et on scale seulement quand les seuils de charge et de latence sont dépassés."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2" Target="../notesSlides/notesSlide15.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png" Type="http://schemas.openxmlformats.org/officeDocument/2006/relationships/image"/><Relationship Id="rId2" Target="../notesSlides/notesSlide16.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32.png" Type="http://schemas.openxmlformats.org/officeDocument/2006/relationships/image"/><Relationship Id="rId8" Target="../media/image3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34.png" Type="http://schemas.openxmlformats.org/officeDocument/2006/relationships/image"/><Relationship Id="rId4" Target="../media/image35.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34.png" Type="http://schemas.openxmlformats.org/officeDocument/2006/relationships/image"/><Relationship Id="rId4" Target="../media/image35.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TextBox 2" id="2"/>
          <p:cNvSpPr txBox="true"/>
          <p:nvPr/>
        </p:nvSpPr>
        <p:spPr>
          <a:xfrm rot="0">
            <a:off x="951741" y="951861"/>
            <a:ext cx="7976550" cy="6391275"/>
          </a:xfrm>
          <a:prstGeom prst="rect">
            <a:avLst/>
          </a:prstGeom>
        </p:spPr>
        <p:txBody>
          <a:bodyPr anchor="t" rtlCol="false" tIns="0" lIns="0" bIns="0" rIns="0">
            <a:spAutoFit/>
          </a:bodyPr>
          <a:lstStyle/>
          <a:p>
            <a:pPr algn="l">
              <a:lnSpc>
                <a:spcPts val="11999"/>
              </a:lnSpc>
            </a:pPr>
            <a:r>
              <a:rPr lang="en-US" sz="9999" b="true">
                <a:solidFill>
                  <a:srgbClr val="CEF3F5"/>
                </a:solidFill>
                <a:latin typeface="Oswald Bold"/>
                <a:ea typeface="Oswald Bold"/>
                <a:cs typeface="Oswald Bold"/>
                <a:sym typeface="Oswald Bold"/>
              </a:rPr>
              <a:t>RNCP - BLOC 1</a:t>
            </a:r>
          </a:p>
          <a:p>
            <a:pPr algn="l">
              <a:lnSpc>
                <a:spcPts val="9600"/>
              </a:lnSpc>
            </a:pPr>
            <a:r>
              <a:rPr lang="en-US" sz="8000">
                <a:solidFill>
                  <a:srgbClr val="CEF3F5"/>
                </a:solidFill>
                <a:latin typeface="Oswald"/>
                <a:ea typeface="Oswald"/>
                <a:cs typeface="Oswald"/>
                <a:sym typeface="Oswald"/>
              </a:rPr>
              <a:t>Cadrer un projet de conception et développement d’une solution logicielle</a:t>
            </a:r>
          </a:p>
        </p:txBody>
      </p:sp>
      <p:sp>
        <p:nvSpPr>
          <p:cNvPr name="TextBox 3" id="3"/>
          <p:cNvSpPr txBox="true"/>
          <p:nvPr/>
        </p:nvSpPr>
        <p:spPr>
          <a:xfrm rot="0">
            <a:off x="951741" y="8731730"/>
            <a:ext cx="17336259" cy="600075"/>
          </a:xfrm>
          <a:prstGeom prst="rect">
            <a:avLst/>
          </a:prstGeom>
        </p:spPr>
        <p:txBody>
          <a:bodyPr anchor="t" rtlCol="false" tIns="0" lIns="0" bIns="0" rIns="0">
            <a:spAutoFit/>
          </a:bodyPr>
          <a:lstStyle/>
          <a:p>
            <a:pPr algn="l">
              <a:lnSpc>
                <a:spcPts val="4799"/>
              </a:lnSpc>
            </a:pPr>
            <a:r>
              <a:rPr lang="en-US" sz="3999">
                <a:solidFill>
                  <a:srgbClr val="CEF3F5"/>
                </a:solidFill>
                <a:latin typeface="Oswald"/>
                <a:ea typeface="Oswald"/>
                <a:cs typeface="Oswald"/>
                <a:sym typeface="Oswald"/>
              </a:rPr>
              <a:t>Christophe VANDEVOIR - Gianni TUERO - Lou PELLEGRINO - Nicolas TORO - Olivier POUECH</a:t>
            </a:r>
          </a:p>
        </p:txBody>
      </p:sp>
      <p:grpSp>
        <p:nvGrpSpPr>
          <p:cNvPr name="Group 4" id="4"/>
          <p:cNvGrpSpPr/>
          <p:nvPr/>
        </p:nvGrpSpPr>
        <p:grpSpPr>
          <a:xfrm rot="0">
            <a:off x="11654782" y="5455670"/>
            <a:ext cx="5169116" cy="3237960"/>
            <a:chOff x="0" y="0"/>
            <a:chExt cx="6892155" cy="4317280"/>
          </a:xfrm>
        </p:grpSpPr>
        <p:sp>
          <p:nvSpPr>
            <p:cNvPr name="Freeform 5" id="5"/>
            <p:cNvSpPr/>
            <p:nvPr/>
          </p:nvSpPr>
          <p:spPr>
            <a:xfrm flipH="false" flipV="false" rot="0">
              <a:off x="127" y="127"/>
              <a:ext cx="6891909" cy="4317111"/>
            </a:xfrm>
            <a:custGeom>
              <a:avLst/>
              <a:gdLst/>
              <a:ahLst/>
              <a:cxnLst/>
              <a:rect r="r" b="b" t="t" l="l"/>
              <a:pathLst>
                <a:path h="4317111" w="6891909">
                  <a:moveTo>
                    <a:pt x="398780" y="0"/>
                  </a:moveTo>
                  <a:cubicBezTo>
                    <a:pt x="179451" y="0"/>
                    <a:pt x="0" y="177165"/>
                    <a:pt x="0" y="396494"/>
                  </a:cubicBezTo>
                  <a:lnTo>
                    <a:pt x="0" y="3920617"/>
                  </a:lnTo>
                  <a:cubicBezTo>
                    <a:pt x="0" y="4139946"/>
                    <a:pt x="179578" y="4317111"/>
                    <a:pt x="398780" y="4317111"/>
                  </a:cubicBezTo>
                  <a:lnTo>
                    <a:pt x="6493129" y="4317111"/>
                  </a:lnTo>
                  <a:cubicBezTo>
                    <a:pt x="6712458" y="4317111"/>
                    <a:pt x="6891909" y="4139819"/>
                    <a:pt x="6891909" y="3920617"/>
                  </a:cubicBezTo>
                  <a:lnTo>
                    <a:pt x="6891909" y="396494"/>
                  </a:lnTo>
                  <a:cubicBezTo>
                    <a:pt x="6891909" y="177165"/>
                    <a:pt x="6712331" y="0"/>
                    <a:pt x="6493129" y="0"/>
                  </a:cubicBezTo>
                  <a:close/>
                </a:path>
              </a:pathLst>
            </a:custGeom>
            <a:solidFill>
              <a:srgbClr val="D0DDFF"/>
            </a:solidFill>
          </p:spPr>
        </p:sp>
      </p:grpSp>
      <p:grpSp>
        <p:nvGrpSpPr>
          <p:cNvPr name="Group 6" id="6"/>
          <p:cNvGrpSpPr/>
          <p:nvPr/>
        </p:nvGrpSpPr>
        <p:grpSpPr>
          <a:xfrm rot="0">
            <a:off x="12072884" y="5803766"/>
            <a:ext cx="4332908" cy="1877038"/>
            <a:chOff x="0" y="0"/>
            <a:chExt cx="5777211" cy="2502717"/>
          </a:xfrm>
        </p:grpSpPr>
        <p:sp>
          <p:nvSpPr>
            <p:cNvPr name="Freeform 7" id="7"/>
            <p:cNvSpPr/>
            <p:nvPr/>
          </p:nvSpPr>
          <p:spPr>
            <a:xfrm flipH="false" flipV="false" rot="0">
              <a:off x="0" y="0"/>
              <a:ext cx="5777230" cy="2502662"/>
            </a:xfrm>
            <a:custGeom>
              <a:avLst/>
              <a:gdLst/>
              <a:ahLst/>
              <a:cxnLst/>
              <a:rect r="r" b="b" t="t" l="l"/>
              <a:pathLst>
                <a:path h="2502662" w="5777230">
                  <a:moveTo>
                    <a:pt x="139954" y="127"/>
                  </a:moveTo>
                  <a:cubicBezTo>
                    <a:pt x="62992" y="127"/>
                    <a:pt x="0" y="60706"/>
                    <a:pt x="0" y="139954"/>
                  </a:cubicBezTo>
                  <a:lnTo>
                    <a:pt x="0" y="2362708"/>
                  </a:lnTo>
                  <a:cubicBezTo>
                    <a:pt x="0" y="2439670"/>
                    <a:pt x="62992" y="2502662"/>
                    <a:pt x="139954" y="2502662"/>
                  </a:cubicBezTo>
                  <a:lnTo>
                    <a:pt x="5637276" y="2502662"/>
                  </a:lnTo>
                  <a:cubicBezTo>
                    <a:pt x="5714238" y="2502662"/>
                    <a:pt x="5777230" y="2439797"/>
                    <a:pt x="5777230" y="2362708"/>
                  </a:cubicBezTo>
                  <a:lnTo>
                    <a:pt x="5777230" y="139954"/>
                  </a:lnTo>
                  <a:cubicBezTo>
                    <a:pt x="5777230" y="60706"/>
                    <a:pt x="5714238" y="0"/>
                    <a:pt x="5637276" y="0"/>
                  </a:cubicBezTo>
                  <a:close/>
                </a:path>
              </a:pathLst>
            </a:custGeom>
            <a:solidFill>
              <a:srgbClr val="BEC0E9"/>
            </a:solidFill>
          </p:spPr>
        </p:sp>
      </p:grpSp>
      <p:grpSp>
        <p:nvGrpSpPr>
          <p:cNvPr name="Group 8" id="8"/>
          <p:cNvGrpSpPr/>
          <p:nvPr/>
        </p:nvGrpSpPr>
        <p:grpSpPr>
          <a:xfrm rot="0">
            <a:off x="13608690" y="7031750"/>
            <a:ext cx="251974" cy="26324"/>
            <a:chOff x="0" y="0"/>
            <a:chExt cx="335965" cy="35099"/>
          </a:xfrm>
        </p:grpSpPr>
        <p:sp>
          <p:nvSpPr>
            <p:cNvPr name="Freeform 9" id="9"/>
            <p:cNvSpPr/>
            <p:nvPr/>
          </p:nvSpPr>
          <p:spPr>
            <a:xfrm flipH="false" flipV="false" rot="0">
              <a:off x="127" y="127"/>
              <a:ext cx="335788" cy="34925"/>
            </a:xfrm>
            <a:custGeom>
              <a:avLst/>
              <a:gdLst/>
              <a:ahLst/>
              <a:cxnLst/>
              <a:rect r="r" b="b" t="t" l="l"/>
              <a:pathLst>
                <a:path h="34925" w="335788">
                  <a:moveTo>
                    <a:pt x="27940" y="0"/>
                  </a:moveTo>
                  <a:cubicBezTo>
                    <a:pt x="11557" y="0"/>
                    <a:pt x="0" y="11557"/>
                    <a:pt x="0" y="27940"/>
                  </a:cubicBezTo>
                  <a:lnTo>
                    <a:pt x="0" y="34925"/>
                  </a:lnTo>
                  <a:cubicBezTo>
                    <a:pt x="0" y="18669"/>
                    <a:pt x="11557" y="4572"/>
                    <a:pt x="27940" y="4572"/>
                  </a:cubicBezTo>
                  <a:lnTo>
                    <a:pt x="307848" y="4572"/>
                  </a:lnTo>
                  <a:cubicBezTo>
                    <a:pt x="324104" y="4572"/>
                    <a:pt x="335788" y="18669"/>
                    <a:pt x="335788" y="34925"/>
                  </a:cubicBezTo>
                  <a:lnTo>
                    <a:pt x="335788" y="27940"/>
                  </a:lnTo>
                  <a:cubicBezTo>
                    <a:pt x="335788" y="11684"/>
                    <a:pt x="324104" y="0"/>
                    <a:pt x="307848" y="0"/>
                  </a:cubicBezTo>
                  <a:close/>
                </a:path>
              </a:pathLst>
            </a:custGeom>
            <a:solidFill>
              <a:srgbClr val="003284"/>
            </a:solidFill>
          </p:spPr>
        </p:sp>
      </p:grpSp>
      <p:grpSp>
        <p:nvGrpSpPr>
          <p:cNvPr name="Group 10" id="10"/>
          <p:cNvGrpSpPr/>
          <p:nvPr/>
        </p:nvGrpSpPr>
        <p:grpSpPr>
          <a:xfrm rot="0">
            <a:off x="13608690" y="6409026"/>
            <a:ext cx="251974" cy="26272"/>
            <a:chOff x="0" y="0"/>
            <a:chExt cx="335965" cy="35029"/>
          </a:xfrm>
        </p:grpSpPr>
        <p:sp>
          <p:nvSpPr>
            <p:cNvPr name="Freeform 11" id="11"/>
            <p:cNvSpPr/>
            <p:nvPr/>
          </p:nvSpPr>
          <p:spPr>
            <a:xfrm flipH="false" flipV="false" rot="0">
              <a:off x="127" y="127"/>
              <a:ext cx="335788" cy="34925"/>
            </a:xfrm>
            <a:custGeom>
              <a:avLst/>
              <a:gdLst/>
              <a:ahLst/>
              <a:cxnLst/>
              <a:rect r="r" b="b" t="t" l="l"/>
              <a:pathLst>
                <a:path h="34925" w="335788">
                  <a:moveTo>
                    <a:pt x="27940" y="0"/>
                  </a:moveTo>
                  <a:cubicBezTo>
                    <a:pt x="11557" y="0"/>
                    <a:pt x="0" y="13970"/>
                    <a:pt x="0" y="27940"/>
                  </a:cubicBezTo>
                  <a:lnTo>
                    <a:pt x="0" y="34925"/>
                  </a:lnTo>
                  <a:cubicBezTo>
                    <a:pt x="0" y="18542"/>
                    <a:pt x="11557" y="4572"/>
                    <a:pt x="27940" y="4572"/>
                  </a:cubicBezTo>
                  <a:lnTo>
                    <a:pt x="307848" y="4572"/>
                  </a:lnTo>
                  <a:cubicBezTo>
                    <a:pt x="324104" y="4572"/>
                    <a:pt x="335788" y="18542"/>
                    <a:pt x="335788" y="34925"/>
                  </a:cubicBezTo>
                  <a:lnTo>
                    <a:pt x="335788" y="27940"/>
                  </a:lnTo>
                  <a:cubicBezTo>
                    <a:pt x="335788" y="13970"/>
                    <a:pt x="324104" y="0"/>
                    <a:pt x="307848" y="0"/>
                  </a:cubicBezTo>
                  <a:close/>
                </a:path>
              </a:pathLst>
            </a:custGeom>
            <a:solidFill>
              <a:srgbClr val="003284"/>
            </a:solidFill>
          </p:spPr>
        </p:sp>
      </p:grpSp>
      <p:grpSp>
        <p:nvGrpSpPr>
          <p:cNvPr name="Group 12" id="12"/>
          <p:cNvGrpSpPr/>
          <p:nvPr/>
        </p:nvGrpSpPr>
        <p:grpSpPr>
          <a:xfrm rot="0">
            <a:off x="13608690" y="6122128"/>
            <a:ext cx="251974" cy="26324"/>
            <a:chOff x="0" y="0"/>
            <a:chExt cx="335965" cy="35099"/>
          </a:xfrm>
        </p:grpSpPr>
        <p:sp>
          <p:nvSpPr>
            <p:cNvPr name="Freeform 13" id="13"/>
            <p:cNvSpPr/>
            <p:nvPr/>
          </p:nvSpPr>
          <p:spPr>
            <a:xfrm flipH="false" flipV="false" rot="0">
              <a:off x="127" y="0"/>
              <a:ext cx="335788" cy="34925"/>
            </a:xfrm>
            <a:custGeom>
              <a:avLst/>
              <a:gdLst/>
              <a:ahLst/>
              <a:cxnLst/>
              <a:rect r="r" b="b" t="t" l="l"/>
              <a:pathLst>
                <a:path h="34925" w="335788">
                  <a:moveTo>
                    <a:pt x="27940" y="127"/>
                  </a:moveTo>
                  <a:cubicBezTo>
                    <a:pt x="11557" y="127"/>
                    <a:pt x="0" y="14097"/>
                    <a:pt x="0" y="30353"/>
                  </a:cubicBezTo>
                  <a:lnTo>
                    <a:pt x="0" y="34925"/>
                  </a:lnTo>
                  <a:cubicBezTo>
                    <a:pt x="0" y="18669"/>
                    <a:pt x="11684" y="6985"/>
                    <a:pt x="27940" y="6985"/>
                  </a:cubicBezTo>
                  <a:lnTo>
                    <a:pt x="307848" y="6985"/>
                  </a:lnTo>
                  <a:cubicBezTo>
                    <a:pt x="324104" y="6985"/>
                    <a:pt x="335788" y="18669"/>
                    <a:pt x="335788" y="34925"/>
                  </a:cubicBezTo>
                  <a:lnTo>
                    <a:pt x="335788" y="30353"/>
                  </a:lnTo>
                  <a:cubicBezTo>
                    <a:pt x="335788" y="13970"/>
                    <a:pt x="324104" y="0"/>
                    <a:pt x="307848" y="0"/>
                  </a:cubicBezTo>
                  <a:close/>
                </a:path>
              </a:pathLst>
            </a:custGeom>
            <a:solidFill>
              <a:srgbClr val="003284"/>
            </a:solidFill>
          </p:spPr>
        </p:sp>
      </p:grpSp>
      <p:grpSp>
        <p:nvGrpSpPr>
          <p:cNvPr name="Group 14" id="14"/>
          <p:cNvGrpSpPr/>
          <p:nvPr/>
        </p:nvGrpSpPr>
        <p:grpSpPr>
          <a:xfrm rot="0">
            <a:off x="13608690" y="6720414"/>
            <a:ext cx="251974" cy="24542"/>
            <a:chOff x="0" y="0"/>
            <a:chExt cx="335965" cy="32723"/>
          </a:xfrm>
        </p:grpSpPr>
        <p:sp>
          <p:nvSpPr>
            <p:cNvPr name="Freeform 15" id="15"/>
            <p:cNvSpPr/>
            <p:nvPr/>
          </p:nvSpPr>
          <p:spPr>
            <a:xfrm flipH="false" flipV="false" rot="0">
              <a:off x="127" y="0"/>
              <a:ext cx="335788" cy="32639"/>
            </a:xfrm>
            <a:custGeom>
              <a:avLst/>
              <a:gdLst/>
              <a:ahLst/>
              <a:cxnLst/>
              <a:rect r="r" b="b" t="t" l="l"/>
              <a:pathLst>
                <a:path h="32639" w="335788">
                  <a:moveTo>
                    <a:pt x="27940" y="0"/>
                  </a:moveTo>
                  <a:cubicBezTo>
                    <a:pt x="11557" y="0"/>
                    <a:pt x="0" y="11684"/>
                    <a:pt x="0" y="27940"/>
                  </a:cubicBezTo>
                  <a:lnTo>
                    <a:pt x="0" y="32639"/>
                  </a:lnTo>
                  <a:cubicBezTo>
                    <a:pt x="0" y="18669"/>
                    <a:pt x="11684" y="4699"/>
                    <a:pt x="27940" y="4699"/>
                  </a:cubicBezTo>
                  <a:lnTo>
                    <a:pt x="307848" y="4699"/>
                  </a:lnTo>
                  <a:cubicBezTo>
                    <a:pt x="324104" y="4699"/>
                    <a:pt x="335788" y="18669"/>
                    <a:pt x="335788" y="32639"/>
                  </a:cubicBezTo>
                  <a:lnTo>
                    <a:pt x="335788" y="27940"/>
                  </a:lnTo>
                  <a:cubicBezTo>
                    <a:pt x="335788" y="11684"/>
                    <a:pt x="324104" y="0"/>
                    <a:pt x="307848" y="0"/>
                  </a:cubicBezTo>
                  <a:close/>
                </a:path>
              </a:pathLst>
            </a:custGeom>
            <a:solidFill>
              <a:srgbClr val="003284"/>
            </a:solidFill>
          </p:spPr>
        </p:sp>
      </p:grpSp>
      <p:grpSp>
        <p:nvGrpSpPr>
          <p:cNvPr name="Group 16" id="16"/>
          <p:cNvGrpSpPr/>
          <p:nvPr/>
        </p:nvGrpSpPr>
        <p:grpSpPr>
          <a:xfrm rot="0">
            <a:off x="12576674" y="6720414"/>
            <a:ext cx="253652" cy="26272"/>
            <a:chOff x="0" y="0"/>
            <a:chExt cx="338203" cy="35029"/>
          </a:xfrm>
        </p:grpSpPr>
        <p:sp>
          <p:nvSpPr>
            <p:cNvPr name="Freeform 17" id="17"/>
            <p:cNvSpPr/>
            <p:nvPr/>
          </p:nvSpPr>
          <p:spPr>
            <a:xfrm flipH="false" flipV="false" rot="0">
              <a:off x="0" y="0"/>
              <a:ext cx="338201" cy="34925"/>
            </a:xfrm>
            <a:custGeom>
              <a:avLst/>
              <a:gdLst/>
              <a:ahLst/>
              <a:cxnLst/>
              <a:rect r="r" b="b" t="t" l="l"/>
              <a:pathLst>
                <a:path h="34925" w="338201">
                  <a:moveTo>
                    <a:pt x="27940" y="0"/>
                  </a:moveTo>
                  <a:cubicBezTo>
                    <a:pt x="11684" y="0"/>
                    <a:pt x="0" y="11684"/>
                    <a:pt x="0" y="27940"/>
                  </a:cubicBezTo>
                  <a:lnTo>
                    <a:pt x="0" y="34925"/>
                  </a:lnTo>
                  <a:cubicBezTo>
                    <a:pt x="0" y="18669"/>
                    <a:pt x="11684" y="4699"/>
                    <a:pt x="27940" y="4699"/>
                  </a:cubicBezTo>
                  <a:lnTo>
                    <a:pt x="307848" y="4699"/>
                  </a:lnTo>
                  <a:cubicBezTo>
                    <a:pt x="324231" y="4699"/>
                    <a:pt x="338201" y="18669"/>
                    <a:pt x="338201" y="34925"/>
                  </a:cubicBezTo>
                  <a:lnTo>
                    <a:pt x="338201" y="27940"/>
                  </a:lnTo>
                  <a:cubicBezTo>
                    <a:pt x="338201" y="11684"/>
                    <a:pt x="324231" y="0"/>
                    <a:pt x="307848" y="0"/>
                  </a:cubicBezTo>
                  <a:close/>
                </a:path>
              </a:pathLst>
            </a:custGeom>
            <a:solidFill>
              <a:srgbClr val="003284"/>
            </a:solidFill>
          </p:spPr>
        </p:sp>
      </p:grpSp>
      <p:grpSp>
        <p:nvGrpSpPr>
          <p:cNvPr name="Group 18" id="18"/>
          <p:cNvGrpSpPr/>
          <p:nvPr/>
        </p:nvGrpSpPr>
        <p:grpSpPr>
          <a:xfrm rot="0">
            <a:off x="13608690" y="5934970"/>
            <a:ext cx="251974" cy="26324"/>
            <a:chOff x="0" y="0"/>
            <a:chExt cx="335965" cy="35099"/>
          </a:xfrm>
        </p:grpSpPr>
        <p:sp>
          <p:nvSpPr>
            <p:cNvPr name="Freeform 19" id="19"/>
            <p:cNvSpPr/>
            <p:nvPr/>
          </p:nvSpPr>
          <p:spPr>
            <a:xfrm flipH="false" flipV="false" rot="0">
              <a:off x="127" y="127"/>
              <a:ext cx="335788" cy="34925"/>
            </a:xfrm>
            <a:custGeom>
              <a:avLst/>
              <a:gdLst/>
              <a:ahLst/>
              <a:cxnLst/>
              <a:rect r="r" b="b" t="t" l="l"/>
              <a:pathLst>
                <a:path h="34925" w="335788">
                  <a:moveTo>
                    <a:pt x="27940" y="0"/>
                  </a:moveTo>
                  <a:cubicBezTo>
                    <a:pt x="11557" y="0"/>
                    <a:pt x="0" y="13970"/>
                    <a:pt x="0" y="30226"/>
                  </a:cubicBezTo>
                  <a:lnTo>
                    <a:pt x="0" y="34925"/>
                  </a:lnTo>
                  <a:cubicBezTo>
                    <a:pt x="0" y="18669"/>
                    <a:pt x="11684" y="6985"/>
                    <a:pt x="27940" y="6985"/>
                  </a:cubicBezTo>
                  <a:lnTo>
                    <a:pt x="307848" y="6985"/>
                  </a:lnTo>
                  <a:cubicBezTo>
                    <a:pt x="324104" y="6985"/>
                    <a:pt x="335788" y="18669"/>
                    <a:pt x="335788" y="34925"/>
                  </a:cubicBezTo>
                  <a:lnTo>
                    <a:pt x="335788" y="30226"/>
                  </a:lnTo>
                  <a:cubicBezTo>
                    <a:pt x="335788" y="13970"/>
                    <a:pt x="324104" y="0"/>
                    <a:pt x="307848" y="0"/>
                  </a:cubicBezTo>
                  <a:close/>
                </a:path>
              </a:pathLst>
            </a:custGeom>
            <a:solidFill>
              <a:srgbClr val="003284"/>
            </a:solidFill>
          </p:spPr>
        </p:sp>
      </p:grpSp>
      <p:grpSp>
        <p:nvGrpSpPr>
          <p:cNvPr name="Group 20" id="20"/>
          <p:cNvGrpSpPr/>
          <p:nvPr/>
        </p:nvGrpSpPr>
        <p:grpSpPr>
          <a:xfrm rot="0">
            <a:off x="12576674" y="6122128"/>
            <a:ext cx="253652" cy="26324"/>
            <a:chOff x="0" y="0"/>
            <a:chExt cx="338203" cy="35099"/>
          </a:xfrm>
        </p:grpSpPr>
        <p:sp>
          <p:nvSpPr>
            <p:cNvPr name="Freeform 21" id="21"/>
            <p:cNvSpPr/>
            <p:nvPr/>
          </p:nvSpPr>
          <p:spPr>
            <a:xfrm flipH="false" flipV="false" rot="0">
              <a:off x="0" y="0"/>
              <a:ext cx="338201" cy="35052"/>
            </a:xfrm>
            <a:custGeom>
              <a:avLst/>
              <a:gdLst/>
              <a:ahLst/>
              <a:cxnLst/>
              <a:rect r="r" b="b" t="t" l="l"/>
              <a:pathLst>
                <a:path h="35052" w="338201">
                  <a:moveTo>
                    <a:pt x="27940" y="127"/>
                  </a:moveTo>
                  <a:cubicBezTo>
                    <a:pt x="11684" y="127"/>
                    <a:pt x="0" y="14097"/>
                    <a:pt x="0" y="30353"/>
                  </a:cubicBezTo>
                  <a:lnTo>
                    <a:pt x="0" y="34925"/>
                  </a:lnTo>
                  <a:cubicBezTo>
                    <a:pt x="0" y="18796"/>
                    <a:pt x="11684" y="7112"/>
                    <a:pt x="27940" y="7112"/>
                  </a:cubicBezTo>
                  <a:lnTo>
                    <a:pt x="307848" y="7112"/>
                  </a:lnTo>
                  <a:cubicBezTo>
                    <a:pt x="324231" y="7112"/>
                    <a:pt x="338201" y="18796"/>
                    <a:pt x="338201" y="35052"/>
                  </a:cubicBezTo>
                  <a:lnTo>
                    <a:pt x="338201" y="30353"/>
                  </a:lnTo>
                  <a:cubicBezTo>
                    <a:pt x="338201" y="13970"/>
                    <a:pt x="324231" y="0"/>
                    <a:pt x="307848" y="0"/>
                  </a:cubicBezTo>
                  <a:close/>
                </a:path>
              </a:pathLst>
            </a:custGeom>
            <a:solidFill>
              <a:srgbClr val="003284"/>
            </a:solidFill>
          </p:spPr>
        </p:sp>
      </p:grpSp>
      <p:grpSp>
        <p:nvGrpSpPr>
          <p:cNvPr name="Group 22" id="22"/>
          <p:cNvGrpSpPr/>
          <p:nvPr/>
        </p:nvGrpSpPr>
        <p:grpSpPr>
          <a:xfrm rot="0">
            <a:off x="12232040" y="6409026"/>
            <a:ext cx="598288" cy="26272"/>
            <a:chOff x="0" y="0"/>
            <a:chExt cx="797717" cy="35029"/>
          </a:xfrm>
        </p:grpSpPr>
        <p:sp>
          <p:nvSpPr>
            <p:cNvPr name="Freeform 23" id="23"/>
            <p:cNvSpPr/>
            <p:nvPr/>
          </p:nvSpPr>
          <p:spPr>
            <a:xfrm flipH="false" flipV="false" rot="0">
              <a:off x="127" y="127"/>
              <a:ext cx="797560" cy="34925"/>
            </a:xfrm>
            <a:custGeom>
              <a:avLst/>
              <a:gdLst/>
              <a:ahLst/>
              <a:cxnLst/>
              <a:rect r="r" b="b" t="t" l="l"/>
              <a:pathLst>
                <a:path h="34925" w="797560">
                  <a:moveTo>
                    <a:pt x="30226" y="0"/>
                  </a:moveTo>
                  <a:cubicBezTo>
                    <a:pt x="13970" y="0"/>
                    <a:pt x="0" y="11557"/>
                    <a:pt x="0" y="27940"/>
                  </a:cubicBezTo>
                  <a:lnTo>
                    <a:pt x="0" y="34925"/>
                  </a:lnTo>
                  <a:cubicBezTo>
                    <a:pt x="0" y="18542"/>
                    <a:pt x="13970" y="4572"/>
                    <a:pt x="30226" y="4572"/>
                  </a:cubicBezTo>
                  <a:lnTo>
                    <a:pt x="767207" y="4572"/>
                  </a:lnTo>
                  <a:cubicBezTo>
                    <a:pt x="783590" y="4572"/>
                    <a:pt x="797560" y="18542"/>
                    <a:pt x="797560" y="34925"/>
                  </a:cubicBezTo>
                  <a:lnTo>
                    <a:pt x="797560" y="27940"/>
                  </a:lnTo>
                  <a:cubicBezTo>
                    <a:pt x="797560" y="11557"/>
                    <a:pt x="783590" y="0"/>
                    <a:pt x="767207" y="0"/>
                  </a:cubicBezTo>
                  <a:close/>
                </a:path>
              </a:pathLst>
            </a:custGeom>
            <a:solidFill>
              <a:srgbClr val="003284"/>
            </a:solidFill>
          </p:spPr>
        </p:sp>
      </p:grpSp>
      <p:grpSp>
        <p:nvGrpSpPr>
          <p:cNvPr name="Group 24" id="24"/>
          <p:cNvGrpSpPr/>
          <p:nvPr/>
        </p:nvGrpSpPr>
        <p:grpSpPr>
          <a:xfrm rot="0">
            <a:off x="12576674" y="7343136"/>
            <a:ext cx="253652" cy="26272"/>
            <a:chOff x="0" y="0"/>
            <a:chExt cx="338203" cy="35029"/>
          </a:xfrm>
        </p:grpSpPr>
        <p:sp>
          <p:nvSpPr>
            <p:cNvPr name="Freeform 25" id="25"/>
            <p:cNvSpPr/>
            <p:nvPr/>
          </p:nvSpPr>
          <p:spPr>
            <a:xfrm flipH="false" flipV="false" rot="0">
              <a:off x="0" y="0"/>
              <a:ext cx="338201" cy="35052"/>
            </a:xfrm>
            <a:custGeom>
              <a:avLst/>
              <a:gdLst/>
              <a:ahLst/>
              <a:cxnLst/>
              <a:rect r="r" b="b" t="t" l="l"/>
              <a:pathLst>
                <a:path h="35052" w="338201">
                  <a:moveTo>
                    <a:pt x="27940" y="0"/>
                  </a:moveTo>
                  <a:cubicBezTo>
                    <a:pt x="11684" y="0"/>
                    <a:pt x="0" y="11684"/>
                    <a:pt x="0" y="28067"/>
                  </a:cubicBezTo>
                  <a:lnTo>
                    <a:pt x="0" y="35052"/>
                  </a:lnTo>
                  <a:cubicBezTo>
                    <a:pt x="0" y="18669"/>
                    <a:pt x="11684" y="4699"/>
                    <a:pt x="27940" y="4699"/>
                  </a:cubicBezTo>
                  <a:lnTo>
                    <a:pt x="307848" y="4699"/>
                  </a:lnTo>
                  <a:cubicBezTo>
                    <a:pt x="324231" y="4699"/>
                    <a:pt x="338201" y="18669"/>
                    <a:pt x="338201" y="35052"/>
                  </a:cubicBezTo>
                  <a:lnTo>
                    <a:pt x="338201" y="28067"/>
                  </a:lnTo>
                  <a:cubicBezTo>
                    <a:pt x="338201" y="11684"/>
                    <a:pt x="324231" y="0"/>
                    <a:pt x="307848" y="0"/>
                  </a:cubicBezTo>
                  <a:close/>
                </a:path>
              </a:pathLst>
            </a:custGeom>
            <a:solidFill>
              <a:srgbClr val="003284"/>
            </a:solidFill>
          </p:spPr>
        </p:sp>
      </p:grpSp>
      <p:grpSp>
        <p:nvGrpSpPr>
          <p:cNvPr name="Group 26" id="26"/>
          <p:cNvGrpSpPr/>
          <p:nvPr/>
        </p:nvGrpSpPr>
        <p:grpSpPr>
          <a:xfrm rot="0">
            <a:off x="12576674" y="7031750"/>
            <a:ext cx="253652" cy="26324"/>
            <a:chOff x="0" y="0"/>
            <a:chExt cx="338203" cy="35099"/>
          </a:xfrm>
        </p:grpSpPr>
        <p:sp>
          <p:nvSpPr>
            <p:cNvPr name="Freeform 27" id="27"/>
            <p:cNvSpPr/>
            <p:nvPr/>
          </p:nvSpPr>
          <p:spPr>
            <a:xfrm flipH="false" flipV="false" rot="0">
              <a:off x="0" y="127"/>
              <a:ext cx="338201" cy="34925"/>
            </a:xfrm>
            <a:custGeom>
              <a:avLst/>
              <a:gdLst/>
              <a:ahLst/>
              <a:cxnLst/>
              <a:rect r="r" b="b" t="t" l="l"/>
              <a:pathLst>
                <a:path h="34925" w="338201">
                  <a:moveTo>
                    <a:pt x="27940" y="0"/>
                  </a:moveTo>
                  <a:cubicBezTo>
                    <a:pt x="11684" y="0"/>
                    <a:pt x="0" y="11557"/>
                    <a:pt x="0" y="27940"/>
                  </a:cubicBezTo>
                  <a:lnTo>
                    <a:pt x="0" y="34925"/>
                  </a:lnTo>
                  <a:cubicBezTo>
                    <a:pt x="0" y="18669"/>
                    <a:pt x="11684" y="4572"/>
                    <a:pt x="27940" y="4572"/>
                  </a:cubicBezTo>
                  <a:lnTo>
                    <a:pt x="307848" y="4572"/>
                  </a:lnTo>
                  <a:cubicBezTo>
                    <a:pt x="324231" y="4572"/>
                    <a:pt x="338201" y="18669"/>
                    <a:pt x="338201" y="34925"/>
                  </a:cubicBezTo>
                  <a:lnTo>
                    <a:pt x="338201" y="27940"/>
                  </a:lnTo>
                  <a:cubicBezTo>
                    <a:pt x="338201" y="11684"/>
                    <a:pt x="324231" y="0"/>
                    <a:pt x="307848" y="0"/>
                  </a:cubicBezTo>
                  <a:close/>
                </a:path>
              </a:pathLst>
            </a:custGeom>
            <a:solidFill>
              <a:srgbClr val="003284"/>
            </a:solidFill>
          </p:spPr>
        </p:sp>
      </p:grpSp>
      <p:grpSp>
        <p:nvGrpSpPr>
          <p:cNvPr name="Group 28" id="28"/>
          <p:cNvGrpSpPr/>
          <p:nvPr/>
        </p:nvGrpSpPr>
        <p:grpSpPr>
          <a:xfrm rot="0">
            <a:off x="12576674" y="5934970"/>
            <a:ext cx="253652" cy="26324"/>
            <a:chOff x="0" y="0"/>
            <a:chExt cx="338203" cy="35099"/>
          </a:xfrm>
        </p:grpSpPr>
        <p:sp>
          <p:nvSpPr>
            <p:cNvPr name="Freeform 29" id="29"/>
            <p:cNvSpPr/>
            <p:nvPr/>
          </p:nvSpPr>
          <p:spPr>
            <a:xfrm flipH="false" flipV="false" rot="0">
              <a:off x="0" y="127"/>
              <a:ext cx="338201" cy="34925"/>
            </a:xfrm>
            <a:custGeom>
              <a:avLst/>
              <a:gdLst/>
              <a:ahLst/>
              <a:cxnLst/>
              <a:rect r="r" b="b" t="t" l="l"/>
              <a:pathLst>
                <a:path h="34925" w="338201">
                  <a:moveTo>
                    <a:pt x="27940" y="0"/>
                  </a:moveTo>
                  <a:cubicBezTo>
                    <a:pt x="11684" y="0"/>
                    <a:pt x="0" y="13970"/>
                    <a:pt x="0" y="30226"/>
                  </a:cubicBezTo>
                  <a:lnTo>
                    <a:pt x="0" y="34925"/>
                  </a:lnTo>
                  <a:cubicBezTo>
                    <a:pt x="0" y="18669"/>
                    <a:pt x="11684" y="6985"/>
                    <a:pt x="27940" y="6985"/>
                  </a:cubicBezTo>
                  <a:lnTo>
                    <a:pt x="307848" y="6985"/>
                  </a:lnTo>
                  <a:cubicBezTo>
                    <a:pt x="324231" y="6985"/>
                    <a:pt x="338201" y="18669"/>
                    <a:pt x="338201" y="34925"/>
                  </a:cubicBezTo>
                  <a:lnTo>
                    <a:pt x="338201" y="30226"/>
                  </a:lnTo>
                  <a:cubicBezTo>
                    <a:pt x="338201" y="13970"/>
                    <a:pt x="324231" y="0"/>
                    <a:pt x="307848" y="0"/>
                  </a:cubicBezTo>
                  <a:close/>
                </a:path>
              </a:pathLst>
            </a:custGeom>
            <a:solidFill>
              <a:srgbClr val="003284"/>
            </a:solidFill>
          </p:spPr>
        </p:sp>
      </p:grpSp>
      <p:grpSp>
        <p:nvGrpSpPr>
          <p:cNvPr name="Group 30" id="30"/>
          <p:cNvGrpSpPr/>
          <p:nvPr/>
        </p:nvGrpSpPr>
        <p:grpSpPr>
          <a:xfrm rot="0">
            <a:off x="14294392" y="5934970"/>
            <a:ext cx="253704" cy="26324"/>
            <a:chOff x="0" y="0"/>
            <a:chExt cx="338272" cy="35099"/>
          </a:xfrm>
        </p:grpSpPr>
        <p:sp>
          <p:nvSpPr>
            <p:cNvPr name="Freeform 31" id="31"/>
            <p:cNvSpPr/>
            <p:nvPr/>
          </p:nvSpPr>
          <p:spPr>
            <a:xfrm flipH="false" flipV="false" rot="0">
              <a:off x="127" y="127"/>
              <a:ext cx="338201" cy="34925"/>
            </a:xfrm>
            <a:custGeom>
              <a:avLst/>
              <a:gdLst/>
              <a:ahLst/>
              <a:cxnLst/>
              <a:rect r="r" b="b" t="t" l="l"/>
              <a:pathLst>
                <a:path h="34925" w="338201">
                  <a:moveTo>
                    <a:pt x="30226" y="0"/>
                  </a:moveTo>
                  <a:cubicBezTo>
                    <a:pt x="13970" y="0"/>
                    <a:pt x="0" y="13970"/>
                    <a:pt x="0" y="30226"/>
                  </a:cubicBezTo>
                  <a:lnTo>
                    <a:pt x="0" y="34925"/>
                  </a:lnTo>
                  <a:cubicBezTo>
                    <a:pt x="2286" y="18669"/>
                    <a:pt x="13970" y="6985"/>
                    <a:pt x="30226" y="6985"/>
                  </a:cubicBezTo>
                  <a:lnTo>
                    <a:pt x="310134" y="6985"/>
                  </a:lnTo>
                  <a:cubicBezTo>
                    <a:pt x="326517" y="6985"/>
                    <a:pt x="338201" y="18669"/>
                    <a:pt x="338201" y="34925"/>
                  </a:cubicBezTo>
                  <a:lnTo>
                    <a:pt x="338201" y="30226"/>
                  </a:lnTo>
                  <a:cubicBezTo>
                    <a:pt x="338201" y="13970"/>
                    <a:pt x="326517" y="0"/>
                    <a:pt x="310134" y="0"/>
                  </a:cubicBezTo>
                  <a:close/>
                </a:path>
              </a:pathLst>
            </a:custGeom>
            <a:solidFill>
              <a:srgbClr val="003284"/>
            </a:solidFill>
          </p:spPr>
        </p:sp>
      </p:grpSp>
      <p:grpSp>
        <p:nvGrpSpPr>
          <p:cNvPr name="Group 32" id="32"/>
          <p:cNvGrpSpPr/>
          <p:nvPr/>
        </p:nvGrpSpPr>
        <p:grpSpPr>
          <a:xfrm rot="0">
            <a:off x="14294392" y="6122128"/>
            <a:ext cx="253704" cy="26324"/>
            <a:chOff x="0" y="0"/>
            <a:chExt cx="338272" cy="35099"/>
          </a:xfrm>
        </p:grpSpPr>
        <p:sp>
          <p:nvSpPr>
            <p:cNvPr name="Freeform 33" id="33"/>
            <p:cNvSpPr/>
            <p:nvPr/>
          </p:nvSpPr>
          <p:spPr>
            <a:xfrm flipH="false" flipV="false" rot="0">
              <a:off x="127" y="0"/>
              <a:ext cx="338201" cy="35052"/>
            </a:xfrm>
            <a:custGeom>
              <a:avLst/>
              <a:gdLst/>
              <a:ahLst/>
              <a:cxnLst/>
              <a:rect r="r" b="b" t="t" l="l"/>
              <a:pathLst>
                <a:path h="35052" w="338201">
                  <a:moveTo>
                    <a:pt x="30226" y="127"/>
                  </a:moveTo>
                  <a:cubicBezTo>
                    <a:pt x="13970" y="127"/>
                    <a:pt x="0" y="14097"/>
                    <a:pt x="0" y="30353"/>
                  </a:cubicBezTo>
                  <a:lnTo>
                    <a:pt x="0" y="34925"/>
                  </a:lnTo>
                  <a:cubicBezTo>
                    <a:pt x="2286" y="18796"/>
                    <a:pt x="13970" y="7112"/>
                    <a:pt x="30226" y="7112"/>
                  </a:cubicBezTo>
                  <a:lnTo>
                    <a:pt x="310134" y="7112"/>
                  </a:lnTo>
                  <a:cubicBezTo>
                    <a:pt x="326517" y="7112"/>
                    <a:pt x="338201" y="18796"/>
                    <a:pt x="338201" y="35052"/>
                  </a:cubicBezTo>
                  <a:lnTo>
                    <a:pt x="338201" y="30353"/>
                  </a:lnTo>
                  <a:cubicBezTo>
                    <a:pt x="338201" y="13970"/>
                    <a:pt x="326517" y="0"/>
                    <a:pt x="310134" y="0"/>
                  </a:cubicBezTo>
                  <a:close/>
                </a:path>
              </a:pathLst>
            </a:custGeom>
            <a:solidFill>
              <a:srgbClr val="003284"/>
            </a:solidFill>
          </p:spPr>
        </p:sp>
      </p:grpSp>
      <p:grpSp>
        <p:nvGrpSpPr>
          <p:cNvPr name="Group 34" id="34"/>
          <p:cNvGrpSpPr/>
          <p:nvPr/>
        </p:nvGrpSpPr>
        <p:grpSpPr>
          <a:xfrm rot="0">
            <a:off x="14294392" y="6409026"/>
            <a:ext cx="253704" cy="26272"/>
            <a:chOff x="0" y="0"/>
            <a:chExt cx="338272" cy="35029"/>
          </a:xfrm>
        </p:grpSpPr>
        <p:sp>
          <p:nvSpPr>
            <p:cNvPr name="Freeform 35" id="35"/>
            <p:cNvSpPr/>
            <p:nvPr/>
          </p:nvSpPr>
          <p:spPr>
            <a:xfrm flipH="false" flipV="false" rot="0">
              <a:off x="127" y="127"/>
              <a:ext cx="338201" cy="34925"/>
            </a:xfrm>
            <a:custGeom>
              <a:avLst/>
              <a:gdLst/>
              <a:ahLst/>
              <a:cxnLst/>
              <a:rect r="r" b="b" t="t" l="l"/>
              <a:pathLst>
                <a:path h="34925" w="338201">
                  <a:moveTo>
                    <a:pt x="30226" y="0"/>
                  </a:moveTo>
                  <a:cubicBezTo>
                    <a:pt x="13970" y="0"/>
                    <a:pt x="0" y="13970"/>
                    <a:pt x="0" y="27940"/>
                  </a:cubicBezTo>
                  <a:lnTo>
                    <a:pt x="0" y="34925"/>
                  </a:lnTo>
                  <a:cubicBezTo>
                    <a:pt x="2286" y="18542"/>
                    <a:pt x="13970" y="4572"/>
                    <a:pt x="30226" y="4572"/>
                  </a:cubicBezTo>
                  <a:lnTo>
                    <a:pt x="310134" y="4572"/>
                  </a:lnTo>
                  <a:cubicBezTo>
                    <a:pt x="326517" y="4572"/>
                    <a:pt x="338201" y="18542"/>
                    <a:pt x="338201" y="34925"/>
                  </a:cubicBezTo>
                  <a:lnTo>
                    <a:pt x="338201" y="27940"/>
                  </a:lnTo>
                  <a:cubicBezTo>
                    <a:pt x="338201" y="13970"/>
                    <a:pt x="326517" y="0"/>
                    <a:pt x="310134" y="0"/>
                  </a:cubicBezTo>
                  <a:close/>
                </a:path>
              </a:pathLst>
            </a:custGeom>
            <a:solidFill>
              <a:srgbClr val="003284"/>
            </a:solidFill>
          </p:spPr>
        </p:sp>
      </p:grpSp>
      <p:grpSp>
        <p:nvGrpSpPr>
          <p:cNvPr name="Group 36" id="36"/>
          <p:cNvGrpSpPr/>
          <p:nvPr/>
        </p:nvGrpSpPr>
        <p:grpSpPr>
          <a:xfrm rot="0">
            <a:off x="13951542" y="6122128"/>
            <a:ext cx="253704" cy="26324"/>
            <a:chOff x="0" y="0"/>
            <a:chExt cx="338272" cy="35099"/>
          </a:xfrm>
        </p:grpSpPr>
        <p:sp>
          <p:nvSpPr>
            <p:cNvPr name="Freeform 37" id="37"/>
            <p:cNvSpPr/>
            <p:nvPr/>
          </p:nvSpPr>
          <p:spPr>
            <a:xfrm flipH="false" flipV="false" rot="0">
              <a:off x="127" y="0"/>
              <a:ext cx="338201" cy="34925"/>
            </a:xfrm>
            <a:custGeom>
              <a:avLst/>
              <a:gdLst/>
              <a:ahLst/>
              <a:cxnLst/>
              <a:rect r="r" b="b" t="t" l="l"/>
              <a:pathLst>
                <a:path h="34925" w="338201">
                  <a:moveTo>
                    <a:pt x="30226" y="127"/>
                  </a:moveTo>
                  <a:cubicBezTo>
                    <a:pt x="13970" y="127"/>
                    <a:pt x="0" y="14097"/>
                    <a:pt x="0" y="30353"/>
                  </a:cubicBezTo>
                  <a:lnTo>
                    <a:pt x="0" y="34925"/>
                  </a:lnTo>
                  <a:cubicBezTo>
                    <a:pt x="0" y="18669"/>
                    <a:pt x="13970" y="6985"/>
                    <a:pt x="30226" y="6985"/>
                  </a:cubicBezTo>
                  <a:lnTo>
                    <a:pt x="307848" y="6985"/>
                  </a:lnTo>
                  <a:cubicBezTo>
                    <a:pt x="324104" y="6985"/>
                    <a:pt x="338201" y="18669"/>
                    <a:pt x="338201" y="34925"/>
                  </a:cubicBezTo>
                  <a:lnTo>
                    <a:pt x="338201" y="30353"/>
                  </a:lnTo>
                  <a:cubicBezTo>
                    <a:pt x="338201" y="13970"/>
                    <a:pt x="324104" y="0"/>
                    <a:pt x="307848" y="0"/>
                  </a:cubicBezTo>
                  <a:close/>
                </a:path>
              </a:pathLst>
            </a:custGeom>
            <a:solidFill>
              <a:srgbClr val="003284"/>
            </a:solidFill>
          </p:spPr>
        </p:sp>
      </p:grpSp>
      <p:grpSp>
        <p:nvGrpSpPr>
          <p:cNvPr name="Group 38" id="38"/>
          <p:cNvGrpSpPr/>
          <p:nvPr/>
        </p:nvGrpSpPr>
        <p:grpSpPr>
          <a:xfrm rot="0">
            <a:off x="13951542" y="6409026"/>
            <a:ext cx="253704" cy="26272"/>
            <a:chOff x="0" y="0"/>
            <a:chExt cx="338272" cy="35029"/>
          </a:xfrm>
        </p:grpSpPr>
        <p:sp>
          <p:nvSpPr>
            <p:cNvPr name="Freeform 39" id="39"/>
            <p:cNvSpPr/>
            <p:nvPr/>
          </p:nvSpPr>
          <p:spPr>
            <a:xfrm flipH="false" flipV="false" rot="0">
              <a:off x="127" y="127"/>
              <a:ext cx="338201" cy="34925"/>
            </a:xfrm>
            <a:custGeom>
              <a:avLst/>
              <a:gdLst/>
              <a:ahLst/>
              <a:cxnLst/>
              <a:rect r="r" b="b" t="t" l="l"/>
              <a:pathLst>
                <a:path h="34925" w="338201">
                  <a:moveTo>
                    <a:pt x="30226" y="0"/>
                  </a:moveTo>
                  <a:cubicBezTo>
                    <a:pt x="13970" y="0"/>
                    <a:pt x="0" y="13970"/>
                    <a:pt x="0" y="27940"/>
                  </a:cubicBezTo>
                  <a:lnTo>
                    <a:pt x="0" y="34925"/>
                  </a:lnTo>
                  <a:cubicBezTo>
                    <a:pt x="0" y="18542"/>
                    <a:pt x="13970" y="4572"/>
                    <a:pt x="30226" y="4572"/>
                  </a:cubicBezTo>
                  <a:lnTo>
                    <a:pt x="307848" y="4572"/>
                  </a:lnTo>
                  <a:cubicBezTo>
                    <a:pt x="324104" y="4572"/>
                    <a:pt x="338201" y="18542"/>
                    <a:pt x="338201" y="34925"/>
                  </a:cubicBezTo>
                  <a:lnTo>
                    <a:pt x="338201" y="27940"/>
                  </a:lnTo>
                  <a:cubicBezTo>
                    <a:pt x="338201" y="13970"/>
                    <a:pt x="324104" y="0"/>
                    <a:pt x="307848" y="0"/>
                  </a:cubicBezTo>
                  <a:close/>
                </a:path>
              </a:pathLst>
            </a:custGeom>
            <a:solidFill>
              <a:srgbClr val="003284"/>
            </a:solidFill>
          </p:spPr>
        </p:sp>
      </p:grpSp>
      <p:grpSp>
        <p:nvGrpSpPr>
          <p:cNvPr name="Group 40" id="40"/>
          <p:cNvGrpSpPr/>
          <p:nvPr/>
        </p:nvGrpSpPr>
        <p:grpSpPr>
          <a:xfrm rot="0">
            <a:off x="13951542" y="6720414"/>
            <a:ext cx="253704" cy="24542"/>
            <a:chOff x="0" y="0"/>
            <a:chExt cx="338272" cy="32723"/>
          </a:xfrm>
        </p:grpSpPr>
        <p:sp>
          <p:nvSpPr>
            <p:cNvPr name="Freeform 41" id="41"/>
            <p:cNvSpPr/>
            <p:nvPr/>
          </p:nvSpPr>
          <p:spPr>
            <a:xfrm flipH="false" flipV="false" rot="0">
              <a:off x="127" y="0"/>
              <a:ext cx="338201" cy="32639"/>
            </a:xfrm>
            <a:custGeom>
              <a:avLst/>
              <a:gdLst/>
              <a:ahLst/>
              <a:cxnLst/>
              <a:rect r="r" b="b" t="t" l="l"/>
              <a:pathLst>
                <a:path h="32639" w="338201">
                  <a:moveTo>
                    <a:pt x="30226" y="0"/>
                  </a:moveTo>
                  <a:cubicBezTo>
                    <a:pt x="13970" y="0"/>
                    <a:pt x="0" y="11684"/>
                    <a:pt x="0" y="27940"/>
                  </a:cubicBezTo>
                  <a:lnTo>
                    <a:pt x="0" y="32639"/>
                  </a:lnTo>
                  <a:cubicBezTo>
                    <a:pt x="0" y="18669"/>
                    <a:pt x="13970" y="4699"/>
                    <a:pt x="30226" y="4699"/>
                  </a:cubicBezTo>
                  <a:lnTo>
                    <a:pt x="307848" y="4699"/>
                  </a:lnTo>
                  <a:cubicBezTo>
                    <a:pt x="324104" y="4699"/>
                    <a:pt x="338201" y="18669"/>
                    <a:pt x="338201" y="32639"/>
                  </a:cubicBezTo>
                  <a:lnTo>
                    <a:pt x="338201" y="27940"/>
                  </a:lnTo>
                  <a:cubicBezTo>
                    <a:pt x="338201" y="11684"/>
                    <a:pt x="324104" y="0"/>
                    <a:pt x="307848" y="0"/>
                  </a:cubicBezTo>
                  <a:close/>
                </a:path>
              </a:pathLst>
            </a:custGeom>
            <a:solidFill>
              <a:srgbClr val="003284"/>
            </a:solidFill>
          </p:spPr>
        </p:sp>
      </p:grpSp>
      <p:grpSp>
        <p:nvGrpSpPr>
          <p:cNvPr name="Group 42" id="42"/>
          <p:cNvGrpSpPr/>
          <p:nvPr/>
        </p:nvGrpSpPr>
        <p:grpSpPr>
          <a:xfrm rot="0">
            <a:off x="14294392" y="6720414"/>
            <a:ext cx="253704" cy="24542"/>
            <a:chOff x="0" y="0"/>
            <a:chExt cx="338272" cy="32723"/>
          </a:xfrm>
        </p:grpSpPr>
        <p:sp>
          <p:nvSpPr>
            <p:cNvPr name="Freeform 43" id="43"/>
            <p:cNvSpPr/>
            <p:nvPr/>
          </p:nvSpPr>
          <p:spPr>
            <a:xfrm flipH="false" flipV="false" rot="0">
              <a:off x="127" y="0"/>
              <a:ext cx="338201" cy="32639"/>
            </a:xfrm>
            <a:custGeom>
              <a:avLst/>
              <a:gdLst/>
              <a:ahLst/>
              <a:cxnLst/>
              <a:rect r="r" b="b" t="t" l="l"/>
              <a:pathLst>
                <a:path h="32639" w="338201">
                  <a:moveTo>
                    <a:pt x="30226" y="0"/>
                  </a:moveTo>
                  <a:cubicBezTo>
                    <a:pt x="13970" y="0"/>
                    <a:pt x="0" y="11684"/>
                    <a:pt x="0" y="27940"/>
                  </a:cubicBezTo>
                  <a:lnTo>
                    <a:pt x="0" y="32639"/>
                  </a:lnTo>
                  <a:cubicBezTo>
                    <a:pt x="2286" y="18669"/>
                    <a:pt x="13970" y="4699"/>
                    <a:pt x="30226" y="4699"/>
                  </a:cubicBezTo>
                  <a:lnTo>
                    <a:pt x="310134" y="4699"/>
                  </a:lnTo>
                  <a:cubicBezTo>
                    <a:pt x="326517" y="4699"/>
                    <a:pt x="338201" y="18669"/>
                    <a:pt x="338201" y="32639"/>
                  </a:cubicBezTo>
                  <a:lnTo>
                    <a:pt x="338201" y="27940"/>
                  </a:lnTo>
                  <a:cubicBezTo>
                    <a:pt x="338201" y="11684"/>
                    <a:pt x="326517" y="0"/>
                    <a:pt x="310134" y="0"/>
                  </a:cubicBezTo>
                  <a:close/>
                </a:path>
              </a:pathLst>
            </a:custGeom>
            <a:solidFill>
              <a:srgbClr val="003284"/>
            </a:solidFill>
          </p:spPr>
        </p:sp>
      </p:grpSp>
      <p:grpSp>
        <p:nvGrpSpPr>
          <p:cNvPr name="Group 44" id="44"/>
          <p:cNvGrpSpPr/>
          <p:nvPr/>
        </p:nvGrpSpPr>
        <p:grpSpPr>
          <a:xfrm rot="0">
            <a:off x="13951542" y="7031750"/>
            <a:ext cx="253704" cy="26324"/>
            <a:chOff x="0" y="0"/>
            <a:chExt cx="338272" cy="35099"/>
          </a:xfrm>
        </p:grpSpPr>
        <p:sp>
          <p:nvSpPr>
            <p:cNvPr name="Freeform 45" id="45"/>
            <p:cNvSpPr/>
            <p:nvPr/>
          </p:nvSpPr>
          <p:spPr>
            <a:xfrm flipH="false" flipV="false" rot="0">
              <a:off x="127" y="127"/>
              <a:ext cx="338201" cy="34925"/>
            </a:xfrm>
            <a:custGeom>
              <a:avLst/>
              <a:gdLst/>
              <a:ahLst/>
              <a:cxnLst/>
              <a:rect r="r" b="b" t="t" l="l"/>
              <a:pathLst>
                <a:path h="34925" w="338201">
                  <a:moveTo>
                    <a:pt x="30226" y="0"/>
                  </a:moveTo>
                  <a:cubicBezTo>
                    <a:pt x="13970" y="0"/>
                    <a:pt x="0" y="11557"/>
                    <a:pt x="0" y="27940"/>
                  </a:cubicBezTo>
                  <a:lnTo>
                    <a:pt x="0" y="34925"/>
                  </a:lnTo>
                  <a:cubicBezTo>
                    <a:pt x="0" y="18669"/>
                    <a:pt x="13970" y="4572"/>
                    <a:pt x="30226" y="4572"/>
                  </a:cubicBezTo>
                  <a:lnTo>
                    <a:pt x="307848" y="4572"/>
                  </a:lnTo>
                  <a:cubicBezTo>
                    <a:pt x="324104" y="4572"/>
                    <a:pt x="338201" y="18669"/>
                    <a:pt x="338201" y="34925"/>
                  </a:cubicBezTo>
                  <a:lnTo>
                    <a:pt x="338201" y="27940"/>
                  </a:lnTo>
                  <a:cubicBezTo>
                    <a:pt x="338201" y="11684"/>
                    <a:pt x="324104" y="0"/>
                    <a:pt x="307848" y="0"/>
                  </a:cubicBezTo>
                  <a:close/>
                </a:path>
              </a:pathLst>
            </a:custGeom>
            <a:solidFill>
              <a:srgbClr val="003284"/>
            </a:solidFill>
          </p:spPr>
        </p:sp>
      </p:grpSp>
      <p:grpSp>
        <p:nvGrpSpPr>
          <p:cNvPr name="Group 46" id="46"/>
          <p:cNvGrpSpPr/>
          <p:nvPr/>
        </p:nvGrpSpPr>
        <p:grpSpPr>
          <a:xfrm rot="0">
            <a:off x="13951542" y="5934970"/>
            <a:ext cx="253704" cy="26324"/>
            <a:chOff x="0" y="0"/>
            <a:chExt cx="338272" cy="35099"/>
          </a:xfrm>
        </p:grpSpPr>
        <p:sp>
          <p:nvSpPr>
            <p:cNvPr name="Freeform 47" id="47"/>
            <p:cNvSpPr/>
            <p:nvPr/>
          </p:nvSpPr>
          <p:spPr>
            <a:xfrm flipH="false" flipV="false" rot="0">
              <a:off x="127" y="127"/>
              <a:ext cx="338201" cy="34925"/>
            </a:xfrm>
            <a:custGeom>
              <a:avLst/>
              <a:gdLst/>
              <a:ahLst/>
              <a:cxnLst/>
              <a:rect r="r" b="b" t="t" l="l"/>
              <a:pathLst>
                <a:path h="34925" w="338201">
                  <a:moveTo>
                    <a:pt x="30226" y="0"/>
                  </a:moveTo>
                  <a:cubicBezTo>
                    <a:pt x="13970" y="0"/>
                    <a:pt x="0" y="13970"/>
                    <a:pt x="0" y="30226"/>
                  </a:cubicBezTo>
                  <a:lnTo>
                    <a:pt x="0" y="34925"/>
                  </a:lnTo>
                  <a:cubicBezTo>
                    <a:pt x="0" y="18669"/>
                    <a:pt x="13970" y="6985"/>
                    <a:pt x="30226" y="6985"/>
                  </a:cubicBezTo>
                  <a:lnTo>
                    <a:pt x="307848" y="6985"/>
                  </a:lnTo>
                  <a:cubicBezTo>
                    <a:pt x="324104" y="6985"/>
                    <a:pt x="338201" y="18669"/>
                    <a:pt x="338201" y="34925"/>
                  </a:cubicBezTo>
                  <a:lnTo>
                    <a:pt x="338201" y="30226"/>
                  </a:lnTo>
                  <a:cubicBezTo>
                    <a:pt x="338201" y="13970"/>
                    <a:pt x="324104" y="0"/>
                    <a:pt x="307848" y="0"/>
                  </a:cubicBezTo>
                  <a:close/>
                </a:path>
              </a:pathLst>
            </a:custGeom>
            <a:solidFill>
              <a:srgbClr val="003284"/>
            </a:solidFill>
          </p:spPr>
        </p:sp>
      </p:grpSp>
      <p:grpSp>
        <p:nvGrpSpPr>
          <p:cNvPr name="Group 48" id="48"/>
          <p:cNvGrpSpPr/>
          <p:nvPr/>
        </p:nvGrpSpPr>
        <p:grpSpPr>
          <a:xfrm rot="0">
            <a:off x="14294392" y="7031750"/>
            <a:ext cx="253704" cy="26324"/>
            <a:chOff x="0" y="0"/>
            <a:chExt cx="338272" cy="35099"/>
          </a:xfrm>
        </p:grpSpPr>
        <p:sp>
          <p:nvSpPr>
            <p:cNvPr name="Freeform 49" id="49"/>
            <p:cNvSpPr/>
            <p:nvPr/>
          </p:nvSpPr>
          <p:spPr>
            <a:xfrm flipH="false" flipV="false" rot="0">
              <a:off x="127" y="127"/>
              <a:ext cx="338201" cy="34925"/>
            </a:xfrm>
            <a:custGeom>
              <a:avLst/>
              <a:gdLst/>
              <a:ahLst/>
              <a:cxnLst/>
              <a:rect r="r" b="b" t="t" l="l"/>
              <a:pathLst>
                <a:path h="34925" w="338201">
                  <a:moveTo>
                    <a:pt x="30226" y="0"/>
                  </a:moveTo>
                  <a:cubicBezTo>
                    <a:pt x="13970" y="0"/>
                    <a:pt x="0" y="11557"/>
                    <a:pt x="0" y="27940"/>
                  </a:cubicBezTo>
                  <a:lnTo>
                    <a:pt x="0" y="34925"/>
                  </a:lnTo>
                  <a:cubicBezTo>
                    <a:pt x="2286" y="18669"/>
                    <a:pt x="13970" y="4572"/>
                    <a:pt x="30226" y="4572"/>
                  </a:cubicBezTo>
                  <a:lnTo>
                    <a:pt x="310134" y="4572"/>
                  </a:lnTo>
                  <a:cubicBezTo>
                    <a:pt x="326517" y="4572"/>
                    <a:pt x="338201" y="18669"/>
                    <a:pt x="338201" y="34925"/>
                  </a:cubicBezTo>
                  <a:lnTo>
                    <a:pt x="338201" y="27940"/>
                  </a:lnTo>
                  <a:cubicBezTo>
                    <a:pt x="338201" y="11684"/>
                    <a:pt x="326517" y="0"/>
                    <a:pt x="310134" y="0"/>
                  </a:cubicBezTo>
                  <a:close/>
                </a:path>
              </a:pathLst>
            </a:custGeom>
            <a:solidFill>
              <a:srgbClr val="003284"/>
            </a:solidFill>
          </p:spPr>
        </p:sp>
      </p:grpSp>
      <p:grpSp>
        <p:nvGrpSpPr>
          <p:cNvPr name="Group 50" id="50"/>
          <p:cNvGrpSpPr/>
          <p:nvPr/>
        </p:nvGrpSpPr>
        <p:grpSpPr>
          <a:xfrm rot="0">
            <a:off x="13608690" y="7343136"/>
            <a:ext cx="1628630" cy="26272"/>
            <a:chOff x="0" y="0"/>
            <a:chExt cx="2171507" cy="35029"/>
          </a:xfrm>
        </p:grpSpPr>
        <p:sp>
          <p:nvSpPr>
            <p:cNvPr name="Freeform 51" id="51"/>
            <p:cNvSpPr/>
            <p:nvPr/>
          </p:nvSpPr>
          <p:spPr>
            <a:xfrm flipH="false" flipV="false" rot="0">
              <a:off x="127" y="0"/>
              <a:ext cx="2171319" cy="35052"/>
            </a:xfrm>
            <a:custGeom>
              <a:avLst/>
              <a:gdLst/>
              <a:ahLst/>
              <a:cxnLst/>
              <a:rect r="r" b="b" t="t" l="l"/>
              <a:pathLst>
                <a:path h="35052" w="2171319">
                  <a:moveTo>
                    <a:pt x="27940" y="0"/>
                  </a:moveTo>
                  <a:cubicBezTo>
                    <a:pt x="11557" y="0"/>
                    <a:pt x="0" y="11684"/>
                    <a:pt x="0" y="28067"/>
                  </a:cubicBezTo>
                  <a:lnTo>
                    <a:pt x="0" y="35052"/>
                  </a:lnTo>
                  <a:cubicBezTo>
                    <a:pt x="0" y="18669"/>
                    <a:pt x="11557" y="4699"/>
                    <a:pt x="27940" y="4699"/>
                  </a:cubicBezTo>
                  <a:lnTo>
                    <a:pt x="2141093" y="4699"/>
                  </a:lnTo>
                  <a:cubicBezTo>
                    <a:pt x="2157349" y="4699"/>
                    <a:pt x="2171319" y="18669"/>
                    <a:pt x="2171319" y="35052"/>
                  </a:cubicBezTo>
                  <a:lnTo>
                    <a:pt x="2171319" y="28067"/>
                  </a:lnTo>
                  <a:cubicBezTo>
                    <a:pt x="2171319" y="11684"/>
                    <a:pt x="2157349" y="0"/>
                    <a:pt x="2141093" y="0"/>
                  </a:cubicBezTo>
                  <a:close/>
                </a:path>
              </a:pathLst>
            </a:custGeom>
            <a:solidFill>
              <a:srgbClr val="003284"/>
            </a:solidFill>
          </p:spPr>
        </p:sp>
      </p:grpSp>
      <p:grpSp>
        <p:nvGrpSpPr>
          <p:cNvPr name="Group 52" id="52"/>
          <p:cNvGrpSpPr/>
          <p:nvPr/>
        </p:nvGrpSpPr>
        <p:grpSpPr>
          <a:xfrm rot="0">
            <a:off x="13264108" y="7031750"/>
            <a:ext cx="253704" cy="26324"/>
            <a:chOff x="0" y="0"/>
            <a:chExt cx="338272" cy="35099"/>
          </a:xfrm>
        </p:grpSpPr>
        <p:sp>
          <p:nvSpPr>
            <p:cNvPr name="Freeform 53" id="53"/>
            <p:cNvSpPr/>
            <p:nvPr/>
          </p:nvSpPr>
          <p:spPr>
            <a:xfrm flipH="false" flipV="false" rot="0">
              <a:off x="0" y="127"/>
              <a:ext cx="338201" cy="34925"/>
            </a:xfrm>
            <a:custGeom>
              <a:avLst/>
              <a:gdLst/>
              <a:ahLst/>
              <a:cxnLst/>
              <a:rect r="r" b="b" t="t" l="l"/>
              <a:pathLst>
                <a:path h="34925" w="338201">
                  <a:moveTo>
                    <a:pt x="28067" y="0"/>
                  </a:moveTo>
                  <a:cubicBezTo>
                    <a:pt x="14097" y="0"/>
                    <a:pt x="0" y="11557"/>
                    <a:pt x="0" y="27940"/>
                  </a:cubicBezTo>
                  <a:lnTo>
                    <a:pt x="0" y="34925"/>
                  </a:lnTo>
                  <a:cubicBezTo>
                    <a:pt x="0" y="18669"/>
                    <a:pt x="14097" y="4572"/>
                    <a:pt x="28067" y="4572"/>
                  </a:cubicBezTo>
                  <a:lnTo>
                    <a:pt x="307975" y="4572"/>
                  </a:lnTo>
                  <a:cubicBezTo>
                    <a:pt x="324231" y="4572"/>
                    <a:pt x="338201" y="18669"/>
                    <a:pt x="338201" y="34925"/>
                  </a:cubicBezTo>
                  <a:lnTo>
                    <a:pt x="338201" y="27940"/>
                  </a:lnTo>
                  <a:cubicBezTo>
                    <a:pt x="338201" y="11684"/>
                    <a:pt x="324231" y="0"/>
                    <a:pt x="307975" y="0"/>
                  </a:cubicBezTo>
                  <a:close/>
                </a:path>
              </a:pathLst>
            </a:custGeom>
            <a:solidFill>
              <a:srgbClr val="003284"/>
            </a:solidFill>
          </p:spPr>
        </p:sp>
      </p:grpSp>
      <p:grpSp>
        <p:nvGrpSpPr>
          <p:cNvPr name="Group 54" id="54"/>
          <p:cNvGrpSpPr/>
          <p:nvPr/>
        </p:nvGrpSpPr>
        <p:grpSpPr>
          <a:xfrm rot="0">
            <a:off x="12919526" y="5934970"/>
            <a:ext cx="253652" cy="26324"/>
            <a:chOff x="0" y="0"/>
            <a:chExt cx="338203" cy="35099"/>
          </a:xfrm>
        </p:grpSpPr>
        <p:sp>
          <p:nvSpPr>
            <p:cNvPr name="Freeform 55" id="55"/>
            <p:cNvSpPr/>
            <p:nvPr/>
          </p:nvSpPr>
          <p:spPr>
            <a:xfrm flipH="false" flipV="false" rot="0">
              <a:off x="0" y="127"/>
              <a:ext cx="338201" cy="34925"/>
            </a:xfrm>
            <a:custGeom>
              <a:avLst/>
              <a:gdLst/>
              <a:ahLst/>
              <a:cxnLst/>
              <a:rect r="r" b="b" t="t" l="l"/>
              <a:pathLst>
                <a:path h="34925" w="338201">
                  <a:moveTo>
                    <a:pt x="30353" y="0"/>
                  </a:moveTo>
                  <a:cubicBezTo>
                    <a:pt x="13970" y="0"/>
                    <a:pt x="0" y="13970"/>
                    <a:pt x="0" y="30226"/>
                  </a:cubicBezTo>
                  <a:lnTo>
                    <a:pt x="0" y="34925"/>
                  </a:lnTo>
                  <a:cubicBezTo>
                    <a:pt x="0" y="18669"/>
                    <a:pt x="13970" y="6985"/>
                    <a:pt x="30353" y="6985"/>
                  </a:cubicBezTo>
                  <a:lnTo>
                    <a:pt x="310261" y="6985"/>
                  </a:lnTo>
                  <a:cubicBezTo>
                    <a:pt x="326517" y="6985"/>
                    <a:pt x="338201" y="18669"/>
                    <a:pt x="338201" y="34925"/>
                  </a:cubicBezTo>
                  <a:lnTo>
                    <a:pt x="338201" y="30226"/>
                  </a:lnTo>
                  <a:cubicBezTo>
                    <a:pt x="338201" y="13970"/>
                    <a:pt x="326517" y="0"/>
                    <a:pt x="310261" y="0"/>
                  </a:cubicBezTo>
                  <a:close/>
                </a:path>
              </a:pathLst>
            </a:custGeom>
            <a:solidFill>
              <a:srgbClr val="003284"/>
            </a:solidFill>
          </p:spPr>
        </p:sp>
      </p:grpSp>
      <p:grpSp>
        <p:nvGrpSpPr>
          <p:cNvPr name="Group 56" id="56"/>
          <p:cNvGrpSpPr/>
          <p:nvPr/>
        </p:nvGrpSpPr>
        <p:grpSpPr>
          <a:xfrm rot="0">
            <a:off x="13264108" y="7343136"/>
            <a:ext cx="253704" cy="26272"/>
            <a:chOff x="0" y="0"/>
            <a:chExt cx="338272" cy="35029"/>
          </a:xfrm>
        </p:grpSpPr>
        <p:sp>
          <p:nvSpPr>
            <p:cNvPr name="Freeform 57" id="57"/>
            <p:cNvSpPr/>
            <p:nvPr/>
          </p:nvSpPr>
          <p:spPr>
            <a:xfrm flipH="false" flipV="false" rot="0">
              <a:off x="0" y="0"/>
              <a:ext cx="338201" cy="35052"/>
            </a:xfrm>
            <a:custGeom>
              <a:avLst/>
              <a:gdLst/>
              <a:ahLst/>
              <a:cxnLst/>
              <a:rect r="r" b="b" t="t" l="l"/>
              <a:pathLst>
                <a:path h="35052" w="338201">
                  <a:moveTo>
                    <a:pt x="28067" y="0"/>
                  </a:moveTo>
                  <a:cubicBezTo>
                    <a:pt x="14097" y="0"/>
                    <a:pt x="0" y="11684"/>
                    <a:pt x="0" y="28067"/>
                  </a:cubicBezTo>
                  <a:lnTo>
                    <a:pt x="0" y="35052"/>
                  </a:lnTo>
                  <a:cubicBezTo>
                    <a:pt x="0" y="18669"/>
                    <a:pt x="14097" y="4699"/>
                    <a:pt x="28067" y="4699"/>
                  </a:cubicBezTo>
                  <a:lnTo>
                    <a:pt x="307975" y="4699"/>
                  </a:lnTo>
                  <a:cubicBezTo>
                    <a:pt x="324231" y="4699"/>
                    <a:pt x="338201" y="18669"/>
                    <a:pt x="338201" y="35052"/>
                  </a:cubicBezTo>
                  <a:lnTo>
                    <a:pt x="338201" y="28067"/>
                  </a:lnTo>
                  <a:cubicBezTo>
                    <a:pt x="338201" y="11684"/>
                    <a:pt x="324231" y="0"/>
                    <a:pt x="307975" y="0"/>
                  </a:cubicBezTo>
                  <a:close/>
                </a:path>
              </a:pathLst>
            </a:custGeom>
            <a:solidFill>
              <a:srgbClr val="003284"/>
            </a:solidFill>
          </p:spPr>
        </p:sp>
      </p:grpSp>
      <p:grpSp>
        <p:nvGrpSpPr>
          <p:cNvPr name="Group 58" id="58"/>
          <p:cNvGrpSpPr/>
          <p:nvPr/>
        </p:nvGrpSpPr>
        <p:grpSpPr>
          <a:xfrm rot="0">
            <a:off x="12919526" y="7343136"/>
            <a:ext cx="253652" cy="26272"/>
            <a:chOff x="0" y="0"/>
            <a:chExt cx="338203" cy="35029"/>
          </a:xfrm>
        </p:grpSpPr>
        <p:sp>
          <p:nvSpPr>
            <p:cNvPr name="Freeform 59" id="59"/>
            <p:cNvSpPr/>
            <p:nvPr/>
          </p:nvSpPr>
          <p:spPr>
            <a:xfrm flipH="false" flipV="false" rot="0">
              <a:off x="0" y="0"/>
              <a:ext cx="338201" cy="35052"/>
            </a:xfrm>
            <a:custGeom>
              <a:avLst/>
              <a:gdLst/>
              <a:ahLst/>
              <a:cxnLst/>
              <a:rect r="r" b="b" t="t" l="l"/>
              <a:pathLst>
                <a:path h="35052" w="338201">
                  <a:moveTo>
                    <a:pt x="30353" y="0"/>
                  </a:moveTo>
                  <a:cubicBezTo>
                    <a:pt x="13970" y="0"/>
                    <a:pt x="0" y="11684"/>
                    <a:pt x="0" y="28067"/>
                  </a:cubicBezTo>
                  <a:lnTo>
                    <a:pt x="0" y="35052"/>
                  </a:lnTo>
                  <a:cubicBezTo>
                    <a:pt x="0" y="18669"/>
                    <a:pt x="13970" y="4699"/>
                    <a:pt x="30353" y="4699"/>
                  </a:cubicBezTo>
                  <a:lnTo>
                    <a:pt x="310261" y="4699"/>
                  </a:lnTo>
                  <a:cubicBezTo>
                    <a:pt x="326517" y="4699"/>
                    <a:pt x="338201" y="18669"/>
                    <a:pt x="338201" y="35052"/>
                  </a:cubicBezTo>
                  <a:lnTo>
                    <a:pt x="338201" y="28067"/>
                  </a:lnTo>
                  <a:cubicBezTo>
                    <a:pt x="338201" y="11684"/>
                    <a:pt x="326517" y="0"/>
                    <a:pt x="310261" y="0"/>
                  </a:cubicBezTo>
                  <a:close/>
                </a:path>
              </a:pathLst>
            </a:custGeom>
            <a:solidFill>
              <a:srgbClr val="003284"/>
            </a:solidFill>
          </p:spPr>
        </p:sp>
      </p:grpSp>
      <p:grpSp>
        <p:nvGrpSpPr>
          <p:cNvPr name="Group 60" id="60"/>
          <p:cNvGrpSpPr/>
          <p:nvPr/>
        </p:nvGrpSpPr>
        <p:grpSpPr>
          <a:xfrm rot="0">
            <a:off x="12919526" y="6122128"/>
            <a:ext cx="253652" cy="26324"/>
            <a:chOff x="0" y="0"/>
            <a:chExt cx="338203" cy="35099"/>
          </a:xfrm>
        </p:grpSpPr>
        <p:sp>
          <p:nvSpPr>
            <p:cNvPr name="Freeform 61" id="61"/>
            <p:cNvSpPr/>
            <p:nvPr/>
          </p:nvSpPr>
          <p:spPr>
            <a:xfrm flipH="false" flipV="false" rot="0">
              <a:off x="0" y="0"/>
              <a:ext cx="338201" cy="35052"/>
            </a:xfrm>
            <a:custGeom>
              <a:avLst/>
              <a:gdLst/>
              <a:ahLst/>
              <a:cxnLst/>
              <a:rect r="r" b="b" t="t" l="l"/>
              <a:pathLst>
                <a:path h="35052" w="338201">
                  <a:moveTo>
                    <a:pt x="30353" y="127"/>
                  </a:moveTo>
                  <a:cubicBezTo>
                    <a:pt x="13970" y="127"/>
                    <a:pt x="0" y="14097"/>
                    <a:pt x="0" y="30353"/>
                  </a:cubicBezTo>
                  <a:lnTo>
                    <a:pt x="0" y="34925"/>
                  </a:lnTo>
                  <a:cubicBezTo>
                    <a:pt x="0" y="18796"/>
                    <a:pt x="13970" y="7112"/>
                    <a:pt x="30353" y="7112"/>
                  </a:cubicBezTo>
                  <a:lnTo>
                    <a:pt x="310261" y="7112"/>
                  </a:lnTo>
                  <a:cubicBezTo>
                    <a:pt x="326517" y="7112"/>
                    <a:pt x="338201" y="18796"/>
                    <a:pt x="338201" y="35052"/>
                  </a:cubicBezTo>
                  <a:lnTo>
                    <a:pt x="338201" y="30353"/>
                  </a:lnTo>
                  <a:cubicBezTo>
                    <a:pt x="338201" y="13970"/>
                    <a:pt x="326517" y="0"/>
                    <a:pt x="310261" y="0"/>
                  </a:cubicBezTo>
                  <a:close/>
                </a:path>
              </a:pathLst>
            </a:custGeom>
            <a:solidFill>
              <a:srgbClr val="003284"/>
            </a:solidFill>
          </p:spPr>
        </p:sp>
      </p:grpSp>
      <p:grpSp>
        <p:nvGrpSpPr>
          <p:cNvPr name="Group 62" id="62"/>
          <p:cNvGrpSpPr/>
          <p:nvPr/>
        </p:nvGrpSpPr>
        <p:grpSpPr>
          <a:xfrm rot="0">
            <a:off x="12919526" y="7031750"/>
            <a:ext cx="253652" cy="26324"/>
            <a:chOff x="0" y="0"/>
            <a:chExt cx="338203" cy="35099"/>
          </a:xfrm>
        </p:grpSpPr>
        <p:sp>
          <p:nvSpPr>
            <p:cNvPr name="Freeform 63" id="63"/>
            <p:cNvSpPr/>
            <p:nvPr/>
          </p:nvSpPr>
          <p:spPr>
            <a:xfrm flipH="false" flipV="false" rot="0">
              <a:off x="0" y="127"/>
              <a:ext cx="338201" cy="34925"/>
            </a:xfrm>
            <a:custGeom>
              <a:avLst/>
              <a:gdLst/>
              <a:ahLst/>
              <a:cxnLst/>
              <a:rect r="r" b="b" t="t" l="l"/>
              <a:pathLst>
                <a:path h="34925" w="338201">
                  <a:moveTo>
                    <a:pt x="30353" y="0"/>
                  </a:moveTo>
                  <a:cubicBezTo>
                    <a:pt x="13970" y="0"/>
                    <a:pt x="0" y="11557"/>
                    <a:pt x="0" y="27940"/>
                  </a:cubicBezTo>
                  <a:lnTo>
                    <a:pt x="0" y="34925"/>
                  </a:lnTo>
                  <a:cubicBezTo>
                    <a:pt x="0" y="18669"/>
                    <a:pt x="13970" y="4572"/>
                    <a:pt x="30353" y="4572"/>
                  </a:cubicBezTo>
                  <a:lnTo>
                    <a:pt x="310261" y="4572"/>
                  </a:lnTo>
                  <a:cubicBezTo>
                    <a:pt x="326517" y="4572"/>
                    <a:pt x="338201" y="18669"/>
                    <a:pt x="338201" y="34925"/>
                  </a:cubicBezTo>
                  <a:lnTo>
                    <a:pt x="338201" y="27940"/>
                  </a:lnTo>
                  <a:cubicBezTo>
                    <a:pt x="338201" y="11684"/>
                    <a:pt x="326517" y="0"/>
                    <a:pt x="310261" y="0"/>
                  </a:cubicBezTo>
                  <a:close/>
                </a:path>
              </a:pathLst>
            </a:custGeom>
            <a:solidFill>
              <a:srgbClr val="003284"/>
            </a:solidFill>
          </p:spPr>
        </p:sp>
      </p:grpSp>
      <p:grpSp>
        <p:nvGrpSpPr>
          <p:cNvPr name="Group 64" id="64"/>
          <p:cNvGrpSpPr/>
          <p:nvPr/>
        </p:nvGrpSpPr>
        <p:grpSpPr>
          <a:xfrm rot="0">
            <a:off x="12919526" y="6409026"/>
            <a:ext cx="253652" cy="26272"/>
            <a:chOff x="0" y="0"/>
            <a:chExt cx="338203" cy="35029"/>
          </a:xfrm>
        </p:grpSpPr>
        <p:sp>
          <p:nvSpPr>
            <p:cNvPr name="Freeform 65" id="65"/>
            <p:cNvSpPr/>
            <p:nvPr/>
          </p:nvSpPr>
          <p:spPr>
            <a:xfrm flipH="false" flipV="false" rot="0">
              <a:off x="0" y="127"/>
              <a:ext cx="338201" cy="34925"/>
            </a:xfrm>
            <a:custGeom>
              <a:avLst/>
              <a:gdLst/>
              <a:ahLst/>
              <a:cxnLst/>
              <a:rect r="r" b="b" t="t" l="l"/>
              <a:pathLst>
                <a:path h="34925" w="338201">
                  <a:moveTo>
                    <a:pt x="30353" y="0"/>
                  </a:moveTo>
                  <a:cubicBezTo>
                    <a:pt x="13970" y="0"/>
                    <a:pt x="0" y="11557"/>
                    <a:pt x="0" y="27940"/>
                  </a:cubicBezTo>
                  <a:lnTo>
                    <a:pt x="0" y="34925"/>
                  </a:lnTo>
                  <a:cubicBezTo>
                    <a:pt x="0" y="18542"/>
                    <a:pt x="13970" y="4572"/>
                    <a:pt x="30353" y="4572"/>
                  </a:cubicBezTo>
                  <a:lnTo>
                    <a:pt x="310261" y="4572"/>
                  </a:lnTo>
                  <a:cubicBezTo>
                    <a:pt x="326517" y="4572"/>
                    <a:pt x="338201" y="18542"/>
                    <a:pt x="338201" y="34925"/>
                  </a:cubicBezTo>
                  <a:lnTo>
                    <a:pt x="338201" y="27940"/>
                  </a:lnTo>
                  <a:cubicBezTo>
                    <a:pt x="338201" y="11557"/>
                    <a:pt x="326517" y="0"/>
                    <a:pt x="310261" y="0"/>
                  </a:cubicBezTo>
                  <a:close/>
                </a:path>
              </a:pathLst>
            </a:custGeom>
            <a:solidFill>
              <a:srgbClr val="003284"/>
            </a:solidFill>
          </p:spPr>
        </p:sp>
      </p:grpSp>
      <p:grpSp>
        <p:nvGrpSpPr>
          <p:cNvPr name="Group 66" id="66"/>
          <p:cNvGrpSpPr/>
          <p:nvPr/>
        </p:nvGrpSpPr>
        <p:grpSpPr>
          <a:xfrm rot="0">
            <a:off x="12919526" y="6720414"/>
            <a:ext cx="253652" cy="26272"/>
            <a:chOff x="0" y="0"/>
            <a:chExt cx="338203" cy="35029"/>
          </a:xfrm>
        </p:grpSpPr>
        <p:sp>
          <p:nvSpPr>
            <p:cNvPr name="Freeform 67" id="67"/>
            <p:cNvSpPr/>
            <p:nvPr/>
          </p:nvSpPr>
          <p:spPr>
            <a:xfrm flipH="false" flipV="false" rot="0">
              <a:off x="0" y="0"/>
              <a:ext cx="338201" cy="34925"/>
            </a:xfrm>
            <a:custGeom>
              <a:avLst/>
              <a:gdLst/>
              <a:ahLst/>
              <a:cxnLst/>
              <a:rect r="r" b="b" t="t" l="l"/>
              <a:pathLst>
                <a:path h="34925" w="338201">
                  <a:moveTo>
                    <a:pt x="30353" y="0"/>
                  </a:moveTo>
                  <a:cubicBezTo>
                    <a:pt x="13970" y="0"/>
                    <a:pt x="0" y="11684"/>
                    <a:pt x="0" y="27940"/>
                  </a:cubicBezTo>
                  <a:lnTo>
                    <a:pt x="0" y="34925"/>
                  </a:lnTo>
                  <a:cubicBezTo>
                    <a:pt x="0" y="18669"/>
                    <a:pt x="13970" y="4699"/>
                    <a:pt x="30353" y="4699"/>
                  </a:cubicBezTo>
                  <a:lnTo>
                    <a:pt x="310261" y="4699"/>
                  </a:lnTo>
                  <a:cubicBezTo>
                    <a:pt x="326517" y="4699"/>
                    <a:pt x="338201" y="18669"/>
                    <a:pt x="338201" y="34925"/>
                  </a:cubicBezTo>
                  <a:lnTo>
                    <a:pt x="338201" y="27940"/>
                  </a:lnTo>
                  <a:cubicBezTo>
                    <a:pt x="338201" y="11684"/>
                    <a:pt x="326517" y="0"/>
                    <a:pt x="310261" y="0"/>
                  </a:cubicBezTo>
                  <a:close/>
                </a:path>
              </a:pathLst>
            </a:custGeom>
            <a:solidFill>
              <a:srgbClr val="003284"/>
            </a:solidFill>
          </p:spPr>
        </p:sp>
      </p:grpSp>
      <p:grpSp>
        <p:nvGrpSpPr>
          <p:cNvPr name="Group 68" id="68"/>
          <p:cNvGrpSpPr/>
          <p:nvPr/>
        </p:nvGrpSpPr>
        <p:grpSpPr>
          <a:xfrm rot="0">
            <a:off x="13264108" y="5934970"/>
            <a:ext cx="253704" cy="26324"/>
            <a:chOff x="0" y="0"/>
            <a:chExt cx="338272" cy="35099"/>
          </a:xfrm>
        </p:grpSpPr>
        <p:sp>
          <p:nvSpPr>
            <p:cNvPr name="Freeform 69" id="69"/>
            <p:cNvSpPr/>
            <p:nvPr/>
          </p:nvSpPr>
          <p:spPr>
            <a:xfrm flipH="false" flipV="false" rot="0">
              <a:off x="0" y="127"/>
              <a:ext cx="338201" cy="34925"/>
            </a:xfrm>
            <a:custGeom>
              <a:avLst/>
              <a:gdLst/>
              <a:ahLst/>
              <a:cxnLst/>
              <a:rect r="r" b="b" t="t" l="l"/>
              <a:pathLst>
                <a:path h="34925" w="338201">
                  <a:moveTo>
                    <a:pt x="28067" y="0"/>
                  </a:moveTo>
                  <a:cubicBezTo>
                    <a:pt x="14097" y="0"/>
                    <a:pt x="0" y="13970"/>
                    <a:pt x="0" y="30226"/>
                  </a:cubicBezTo>
                  <a:lnTo>
                    <a:pt x="0" y="34925"/>
                  </a:lnTo>
                  <a:cubicBezTo>
                    <a:pt x="0" y="18669"/>
                    <a:pt x="14097" y="6985"/>
                    <a:pt x="28067" y="6985"/>
                  </a:cubicBezTo>
                  <a:lnTo>
                    <a:pt x="307975" y="6985"/>
                  </a:lnTo>
                  <a:cubicBezTo>
                    <a:pt x="324231" y="6985"/>
                    <a:pt x="338201" y="18669"/>
                    <a:pt x="338201" y="34925"/>
                  </a:cubicBezTo>
                  <a:lnTo>
                    <a:pt x="338201" y="30226"/>
                  </a:lnTo>
                  <a:cubicBezTo>
                    <a:pt x="338201" y="13970"/>
                    <a:pt x="324231" y="0"/>
                    <a:pt x="307975" y="0"/>
                  </a:cubicBezTo>
                  <a:close/>
                </a:path>
              </a:pathLst>
            </a:custGeom>
            <a:solidFill>
              <a:srgbClr val="003284"/>
            </a:solidFill>
          </p:spPr>
        </p:sp>
      </p:grpSp>
      <p:grpSp>
        <p:nvGrpSpPr>
          <p:cNvPr name="Group 70" id="70"/>
          <p:cNvGrpSpPr/>
          <p:nvPr/>
        </p:nvGrpSpPr>
        <p:grpSpPr>
          <a:xfrm rot="0">
            <a:off x="13264108" y="6409026"/>
            <a:ext cx="253704" cy="26272"/>
            <a:chOff x="0" y="0"/>
            <a:chExt cx="338272" cy="35029"/>
          </a:xfrm>
        </p:grpSpPr>
        <p:sp>
          <p:nvSpPr>
            <p:cNvPr name="Freeform 71" id="71"/>
            <p:cNvSpPr/>
            <p:nvPr/>
          </p:nvSpPr>
          <p:spPr>
            <a:xfrm flipH="false" flipV="false" rot="0">
              <a:off x="0" y="127"/>
              <a:ext cx="338201" cy="34925"/>
            </a:xfrm>
            <a:custGeom>
              <a:avLst/>
              <a:gdLst/>
              <a:ahLst/>
              <a:cxnLst/>
              <a:rect r="r" b="b" t="t" l="l"/>
              <a:pathLst>
                <a:path h="34925" w="338201">
                  <a:moveTo>
                    <a:pt x="28067" y="0"/>
                  </a:moveTo>
                  <a:cubicBezTo>
                    <a:pt x="14097" y="0"/>
                    <a:pt x="0" y="11557"/>
                    <a:pt x="0" y="27940"/>
                  </a:cubicBezTo>
                  <a:lnTo>
                    <a:pt x="0" y="34925"/>
                  </a:lnTo>
                  <a:cubicBezTo>
                    <a:pt x="0" y="18542"/>
                    <a:pt x="14097" y="4572"/>
                    <a:pt x="28067" y="4572"/>
                  </a:cubicBezTo>
                  <a:lnTo>
                    <a:pt x="307975" y="4572"/>
                  </a:lnTo>
                  <a:cubicBezTo>
                    <a:pt x="324231" y="4572"/>
                    <a:pt x="338201" y="18542"/>
                    <a:pt x="338201" y="34925"/>
                  </a:cubicBezTo>
                  <a:lnTo>
                    <a:pt x="338201" y="27940"/>
                  </a:lnTo>
                  <a:cubicBezTo>
                    <a:pt x="338201" y="11557"/>
                    <a:pt x="324231" y="0"/>
                    <a:pt x="307975" y="0"/>
                  </a:cubicBezTo>
                  <a:close/>
                </a:path>
              </a:pathLst>
            </a:custGeom>
            <a:solidFill>
              <a:srgbClr val="003284"/>
            </a:solidFill>
          </p:spPr>
        </p:sp>
      </p:grpSp>
      <p:grpSp>
        <p:nvGrpSpPr>
          <p:cNvPr name="Group 72" id="72"/>
          <p:cNvGrpSpPr/>
          <p:nvPr/>
        </p:nvGrpSpPr>
        <p:grpSpPr>
          <a:xfrm rot="0">
            <a:off x="13264108" y="6122128"/>
            <a:ext cx="253704" cy="26324"/>
            <a:chOff x="0" y="0"/>
            <a:chExt cx="338272" cy="35099"/>
          </a:xfrm>
        </p:grpSpPr>
        <p:sp>
          <p:nvSpPr>
            <p:cNvPr name="Freeform 73" id="73"/>
            <p:cNvSpPr/>
            <p:nvPr/>
          </p:nvSpPr>
          <p:spPr>
            <a:xfrm flipH="false" flipV="false" rot="0">
              <a:off x="0" y="0"/>
              <a:ext cx="338201" cy="35052"/>
            </a:xfrm>
            <a:custGeom>
              <a:avLst/>
              <a:gdLst/>
              <a:ahLst/>
              <a:cxnLst/>
              <a:rect r="r" b="b" t="t" l="l"/>
              <a:pathLst>
                <a:path h="35052" w="338201">
                  <a:moveTo>
                    <a:pt x="28067" y="127"/>
                  </a:moveTo>
                  <a:cubicBezTo>
                    <a:pt x="14097" y="127"/>
                    <a:pt x="0" y="14097"/>
                    <a:pt x="0" y="30353"/>
                  </a:cubicBezTo>
                  <a:lnTo>
                    <a:pt x="0" y="34925"/>
                  </a:lnTo>
                  <a:cubicBezTo>
                    <a:pt x="0" y="18796"/>
                    <a:pt x="14097" y="7112"/>
                    <a:pt x="28067" y="7112"/>
                  </a:cubicBezTo>
                  <a:lnTo>
                    <a:pt x="307975" y="7112"/>
                  </a:lnTo>
                  <a:cubicBezTo>
                    <a:pt x="324231" y="7112"/>
                    <a:pt x="338201" y="18796"/>
                    <a:pt x="338201" y="35052"/>
                  </a:cubicBezTo>
                  <a:lnTo>
                    <a:pt x="338201" y="30353"/>
                  </a:lnTo>
                  <a:cubicBezTo>
                    <a:pt x="338201" y="13970"/>
                    <a:pt x="324231" y="0"/>
                    <a:pt x="307975" y="0"/>
                  </a:cubicBezTo>
                  <a:close/>
                </a:path>
              </a:pathLst>
            </a:custGeom>
            <a:solidFill>
              <a:srgbClr val="003284"/>
            </a:solidFill>
          </p:spPr>
        </p:sp>
      </p:grpSp>
      <p:grpSp>
        <p:nvGrpSpPr>
          <p:cNvPr name="Group 74" id="74"/>
          <p:cNvGrpSpPr/>
          <p:nvPr/>
        </p:nvGrpSpPr>
        <p:grpSpPr>
          <a:xfrm rot="0">
            <a:off x="13264108" y="6720414"/>
            <a:ext cx="253704" cy="26272"/>
            <a:chOff x="0" y="0"/>
            <a:chExt cx="338272" cy="35029"/>
          </a:xfrm>
        </p:grpSpPr>
        <p:sp>
          <p:nvSpPr>
            <p:cNvPr name="Freeform 75" id="75"/>
            <p:cNvSpPr/>
            <p:nvPr/>
          </p:nvSpPr>
          <p:spPr>
            <a:xfrm flipH="false" flipV="false" rot="0">
              <a:off x="0" y="0"/>
              <a:ext cx="338201" cy="34925"/>
            </a:xfrm>
            <a:custGeom>
              <a:avLst/>
              <a:gdLst/>
              <a:ahLst/>
              <a:cxnLst/>
              <a:rect r="r" b="b" t="t" l="l"/>
              <a:pathLst>
                <a:path h="34925" w="338201">
                  <a:moveTo>
                    <a:pt x="28067" y="0"/>
                  </a:moveTo>
                  <a:cubicBezTo>
                    <a:pt x="14097" y="0"/>
                    <a:pt x="0" y="11684"/>
                    <a:pt x="0" y="27940"/>
                  </a:cubicBezTo>
                  <a:lnTo>
                    <a:pt x="0" y="34925"/>
                  </a:lnTo>
                  <a:cubicBezTo>
                    <a:pt x="0" y="18669"/>
                    <a:pt x="14097" y="4699"/>
                    <a:pt x="28067" y="4699"/>
                  </a:cubicBezTo>
                  <a:lnTo>
                    <a:pt x="307975" y="4699"/>
                  </a:lnTo>
                  <a:cubicBezTo>
                    <a:pt x="324231" y="4699"/>
                    <a:pt x="338201" y="18669"/>
                    <a:pt x="338201" y="34925"/>
                  </a:cubicBezTo>
                  <a:lnTo>
                    <a:pt x="338201" y="27940"/>
                  </a:lnTo>
                  <a:cubicBezTo>
                    <a:pt x="338201" y="11684"/>
                    <a:pt x="324231" y="0"/>
                    <a:pt x="307975" y="0"/>
                  </a:cubicBezTo>
                  <a:close/>
                </a:path>
              </a:pathLst>
            </a:custGeom>
            <a:solidFill>
              <a:srgbClr val="003284"/>
            </a:solidFill>
          </p:spPr>
        </p:sp>
      </p:grpSp>
      <p:grpSp>
        <p:nvGrpSpPr>
          <p:cNvPr name="Group 76" id="76"/>
          <p:cNvGrpSpPr/>
          <p:nvPr/>
        </p:nvGrpSpPr>
        <p:grpSpPr>
          <a:xfrm rot="0">
            <a:off x="13584200" y="7783946"/>
            <a:ext cx="1299778" cy="760956"/>
            <a:chOff x="0" y="0"/>
            <a:chExt cx="1733037" cy="1014608"/>
          </a:xfrm>
        </p:grpSpPr>
        <p:sp>
          <p:nvSpPr>
            <p:cNvPr name="Freeform 77" id="77"/>
            <p:cNvSpPr/>
            <p:nvPr/>
          </p:nvSpPr>
          <p:spPr>
            <a:xfrm flipH="false" flipV="false" rot="0">
              <a:off x="127" y="0"/>
              <a:ext cx="1732915" cy="1014603"/>
            </a:xfrm>
            <a:custGeom>
              <a:avLst/>
              <a:gdLst/>
              <a:ahLst/>
              <a:cxnLst/>
              <a:rect r="r" b="b" t="t" l="l"/>
              <a:pathLst>
                <a:path h="1014603" w="1732915">
                  <a:moveTo>
                    <a:pt x="139827" y="0"/>
                  </a:moveTo>
                  <a:cubicBezTo>
                    <a:pt x="62865" y="0"/>
                    <a:pt x="0" y="62992"/>
                    <a:pt x="0" y="139954"/>
                  </a:cubicBezTo>
                  <a:lnTo>
                    <a:pt x="0" y="874649"/>
                  </a:lnTo>
                  <a:cubicBezTo>
                    <a:pt x="0" y="951611"/>
                    <a:pt x="62865" y="1014603"/>
                    <a:pt x="139954" y="1014603"/>
                  </a:cubicBezTo>
                  <a:lnTo>
                    <a:pt x="1592961" y="1014603"/>
                  </a:lnTo>
                  <a:cubicBezTo>
                    <a:pt x="1669923" y="1014603"/>
                    <a:pt x="1732915" y="951611"/>
                    <a:pt x="1732915" y="874649"/>
                  </a:cubicBezTo>
                  <a:lnTo>
                    <a:pt x="1732915" y="139954"/>
                  </a:lnTo>
                  <a:cubicBezTo>
                    <a:pt x="1732788" y="62992"/>
                    <a:pt x="1669796" y="0"/>
                    <a:pt x="1592961" y="0"/>
                  </a:cubicBezTo>
                  <a:close/>
                </a:path>
              </a:pathLst>
            </a:custGeom>
            <a:solidFill>
              <a:srgbClr val="C1B7D3"/>
            </a:solidFill>
          </p:spPr>
        </p:sp>
      </p:grpSp>
      <p:sp>
        <p:nvSpPr>
          <p:cNvPr name="Freeform 78" id="78"/>
          <p:cNvSpPr/>
          <p:nvPr/>
        </p:nvSpPr>
        <p:spPr>
          <a:xfrm flipH="false" flipV="false" rot="0">
            <a:off x="12232040" y="5934970"/>
            <a:ext cx="4035572" cy="1644362"/>
          </a:xfrm>
          <a:custGeom>
            <a:avLst/>
            <a:gdLst/>
            <a:ahLst/>
            <a:cxnLst/>
            <a:rect r="r" b="b" t="t" l="l"/>
            <a:pathLst>
              <a:path h="1644362" w="4035572">
                <a:moveTo>
                  <a:pt x="0" y="0"/>
                </a:moveTo>
                <a:lnTo>
                  <a:pt x="4035572" y="0"/>
                </a:lnTo>
                <a:lnTo>
                  <a:pt x="4035572" y="1644362"/>
                </a:lnTo>
                <a:lnTo>
                  <a:pt x="0" y="16443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9" id="79"/>
          <p:cNvGrpSpPr/>
          <p:nvPr/>
        </p:nvGrpSpPr>
        <p:grpSpPr>
          <a:xfrm rot="0">
            <a:off x="12232040" y="6122128"/>
            <a:ext cx="253704" cy="26324"/>
            <a:chOff x="0" y="0"/>
            <a:chExt cx="338272" cy="35099"/>
          </a:xfrm>
        </p:grpSpPr>
        <p:sp>
          <p:nvSpPr>
            <p:cNvPr name="Freeform 80" id="80"/>
            <p:cNvSpPr/>
            <p:nvPr/>
          </p:nvSpPr>
          <p:spPr>
            <a:xfrm flipH="false" flipV="false" rot="0">
              <a:off x="127" y="0"/>
              <a:ext cx="338074" cy="34925"/>
            </a:xfrm>
            <a:custGeom>
              <a:avLst/>
              <a:gdLst/>
              <a:ahLst/>
              <a:cxnLst/>
              <a:rect r="r" b="b" t="t" l="l"/>
              <a:pathLst>
                <a:path h="34925" w="338074">
                  <a:moveTo>
                    <a:pt x="30226" y="127"/>
                  </a:moveTo>
                  <a:cubicBezTo>
                    <a:pt x="13970" y="127"/>
                    <a:pt x="0" y="14097"/>
                    <a:pt x="0" y="30353"/>
                  </a:cubicBezTo>
                  <a:lnTo>
                    <a:pt x="0" y="34925"/>
                  </a:lnTo>
                  <a:cubicBezTo>
                    <a:pt x="0" y="18669"/>
                    <a:pt x="13970" y="6985"/>
                    <a:pt x="30226" y="6985"/>
                  </a:cubicBezTo>
                  <a:lnTo>
                    <a:pt x="310134" y="6985"/>
                  </a:lnTo>
                  <a:cubicBezTo>
                    <a:pt x="326517" y="6985"/>
                    <a:pt x="338074" y="18669"/>
                    <a:pt x="338074" y="34925"/>
                  </a:cubicBezTo>
                  <a:lnTo>
                    <a:pt x="338074" y="30353"/>
                  </a:lnTo>
                  <a:cubicBezTo>
                    <a:pt x="338074" y="13970"/>
                    <a:pt x="326517" y="0"/>
                    <a:pt x="310134" y="0"/>
                  </a:cubicBezTo>
                  <a:close/>
                </a:path>
              </a:pathLst>
            </a:custGeom>
            <a:solidFill>
              <a:srgbClr val="003284"/>
            </a:solidFill>
          </p:spPr>
        </p:sp>
      </p:grpSp>
      <p:grpSp>
        <p:nvGrpSpPr>
          <p:cNvPr name="Group 81" id="81"/>
          <p:cNvGrpSpPr/>
          <p:nvPr/>
        </p:nvGrpSpPr>
        <p:grpSpPr>
          <a:xfrm rot="0">
            <a:off x="12232040" y="7343136"/>
            <a:ext cx="253704" cy="26272"/>
            <a:chOff x="0" y="0"/>
            <a:chExt cx="338272" cy="35029"/>
          </a:xfrm>
        </p:grpSpPr>
        <p:sp>
          <p:nvSpPr>
            <p:cNvPr name="Freeform 82" id="82"/>
            <p:cNvSpPr/>
            <p:nvPr/>
          </p:nvSpPr>
          <p:spPr>
            <a:xfrm flipH="false" flipV="false" rot="0">
              <a:off x="127" y="0"/>
              <a:ext cx="338074" cy="35052"/>
            </a:xfrm>
            <a:custGeom>
              <a:avLst/>
              <a:gdLst/>
              <a:ahLst/>
              <a:cxnLst/>
              <a:rect r="r" b="b" t="t" l="l"/>
              <a:pathLst>
                <a:path h="35052" w="338074">
                  <a:moveTo>
                    <a:pt x="30226" y="0"/>
                  </a:moveTo>
                  <a:cubicBezTo>
                    <a:pt x="13970" y="0"/>
                    <a:pt x="0" y="11684"/>
                    <a:pt x="0" y="28067"/>
                  </a:cubicBezTo>
                  <a:lnTo>
                    <a:pt x="0" y="35052"/>
                  </a:lnTo>
                  <a:cubicBezTo>
                    <a:pt x="0" y="18669"/>
                    <a:pt x="13970" y="4699"/>
                    <a:pt x="30226" y="4699"/>
                  </a:cubicBezTo>
                  <a:lnTo>
                    <a:pt x="310134" y="4699"/>
                  </a:lnTo>
                  <a:cubicBezTo>
                    <a:pt x="326517" y="4699"/>
                    <a:pt x="338074" y="18669"/>
                    <a:pt x="338074" y="35052"/>
                  </a:cubicBezTo>
                  <a:lnTo>
                    <a:pt x="338074" y="28067"/>
                  </a:lnTo>
                  <a:cubicBezTo>
                    <a:pt x="338074" y="11684"/>
                    <a:pt x="326517" y="0"/>
                    <a:pt x="310134" y="0"/>
                  </a:cubicBezTo>
                  <a:close/>
                </a:path>
              </a:pathLst>
            </a:custGeom>
            <a:solidFill>
              <a:srgbClr val="003284"/>
            </a:solidFill>
          </p:spPr>
        </p:sp>
      </p:grpSp>
      <p:grpSp>
        <p:nvGrpSpPr>
          <p:cNvPr name="Group 83" id="83"/>
          <p:cNvGrpSpPr/>
          <p:nvPr/>
        </p:nvGrpSpPr>
        <p:grpSpPr>
          <a:xfrm rot="0">
            <a:off x="12232040" y="7031750"/>
            <a:ext cx="253704" cy="26324"/>
            <a:chOff x="0" y="0"/>
            <a:chExt cx="338272" cy="35099"/>
          </a:xfrm>
        </p:grpSpPr>
        <p:sp>
          <p:nvSpPr>
            <p:cNvPr name="Freeform 84" id="84"/>
            <p:cNvSpPr/>
            <p:nvPr/>
          </p:nvSpPr>
          <p:spPr>
            <a:xfrm flipH="false" flipV="false" rot="0">
              <a:off x="127" y="127"/>
              <a:ext cx="338074" cy="34925"/>
            </a:xfrm>
            <a:custGeom>
              <a:avLst/>
              <a:gdLst/>
              <a:ahLst/>
              <a:cxnLst/>
              <a:rect r="r" b="b" t="t" l="l"/>
              <a:pathLst>
                <a:path h="34925" w="338074">
                  <a:moveTo>
                    <a:pt x="30226" y="0"/>
                  </a:moveTo>
                  <a:cubicBezTo>
                    <a:pt x="13970" y="0"/>
                    <a:pt x="0" y="11557"/>
                    <a:pt x="0" y="27940"/>
                  </a:cubicBezTo>
                  <a:lnTo>
                    <a:pt x="0" y="34925"/>
                  </a:lnTo>
                  <a:cubicBezTo>
                    <a:pt x="0" y="18669"/>
                    <a:pt x="13970" y="4572"/>
                    <a:pt x="30226" y="4572"/>
                  </a:cubicBezTo>
                  <a:lnTo>
                    <a:pt x="310134" y="4572"/>
                  </a:lnTo>
                  <a:cubicBezTo>
                    <a:pt x="326517" y="4572"/>
                    <a:pt x="338074" y="18669"/>
                    <a:pt x="338074" y="34925"/>
                  </a:cubicBezTo>
                  <a:lnTo>
                    <a:pt x="338074" y="27940"/>
                  </a:lnTo>
                  <a:cubicBezTo>
                    <a:pt x="338074" y="11684"/>
                    <a:pt x="326517" y="0"/>
                    <a:pt x="310134" y="0"/>
                  </a:cubicBezTo>
                  <a:close/>
                </a:path>
              </a:pathLst>
            </a:custGeom>
            <a:solidFill>
              <a:srgbClr val="003284"/>
            </a:solidFill>
          </p:spPr>
        </p:sp>
      </p:grpSp>
      <p:grpSp>
        <p:nvGrpSpPr>
          <p:cNvPr name="Group 85" id="85"/>
          <p:cNvGrpSpPr/>
          <p:nvPr/>
        </p:nvGrpSpPr>
        <p:grpSpPr>
          <a:xfrm rot="0">
            <a:off x="12232040" y="6720414"/>
            <a:ext cx="253704" cy="26272"/>
            <a:chOff x="0" y="0"/>
            <a:chExt cx="338272" cy="35029"/>
          </a:xfrm>
        </p:grpSpPr>
        <p:sp>
          <p:nvSpPr>
            <p:cNvPr name="Freeform 86" id="86"/>
            <p:cNvSpPr/>
            <p:nvPr/>
          </p:nvSpPr>
          <p:spPr>
            <a:xfrm flipH="false" flipV="false" rot="0">
              <a:off x="127" y="0"/>
              <a:ext cx="338074" cy="34925"/>
            </a:xfrm>
            <a:custGeom>
              <a:avLst/>
              <a:gdLst/>
              <a:ahLst/>
              <a:cxnLst/>
              <a:rect r="r" b="b" t="t" l="l"/>
              <a:pathLst>
                <a:path h="34925" w="338074">
                  <a:moveTo>
                    <a:pt x="30226" y="0"/>
                  </a:moveTo>
                  <a:cubicBezTo>
                    <a:pt x="13970" y="0"/>
                    <a:pt x="0" y="11684"/>
                    <a:pt x="0" y="27940"/>
                  </a:cubicBezTo>
                  <a:lnTo>
                    <a:pt x="0" y="34925"/>
                  </a:lnTo>
                  <a:cubicBezTo>
                    <a:pt x="0" y="18669"/>
                    <a:pt x="13970" y="4699"/>
                    <a:pt x="30226" y="4699"/>
                  </a:cubicBezTo>
                  <a:lnTo>
                    <a:pt x="310134" y="4699"/>
                  </a:lnTo>
                  <a:cubicBezTo>
                    <a:pt x="326517" y="4699"/>
                    <a:pt x="338074" y="18669"/>
                    <a:pt x="338074" y="34925"/>
                  </a:cubicBezTo>
                  <a:lnTo>
                    <a:pt x="338074" y="27940"/>
                  </a:lnTo>
                  <a:cubicBezTo>
                    <a:pt x="338074" y="11684"/>
                    <a:pt x="326517" y="0"/>
                    <a:pt x="310134" y="0"/>
                  </a:cubicBezTo>
                  <a:close/>
                </a:path>
              </a:pathLst>
            </a:custGeom>
            <a:solidFill>
              <a:srgbClr val="003284"/>
            </a:solidFill>
          </p:spPr>
        </p:sp>
      </p:grpSp>
      <p:grpSp>
        <p:nvGrpSpPr>
          <p:cNvPr name="Group 87" id="87"/>
          <p:cNvGrpSpPr/>
          <p:nvPr/>
        </p:nvGrpSpPr>
        <p:grpSpPr>
          <a:xfrm rot="0">
            <a:off x="14639028" y="7031750"/>
            <a:ext cx="253652" cy="26324"/>
            <a:chOff x="0" y="0"/>
            <a:chExt cx="338203" cy="35099"/>
          </a:xfrm>
        </p:grpSpPr>
        <p:sp>
          <p:nvSpPr>
            <p:cNvPr name="Freeform 88" id="88"/>
            <p:cNvSpPr/>
            <p:nvPr/>
          </p:nvSpPr>
          <p:spPr>
            <a:xfrm flipH="false" flipV="false" rot="0">
              <a:off x="0" y="127"/>
              <a:ext cx="338201" cy="34925"/>
            </a:xfrm>
            <a:custGeom>
              <a:avLst/>
              <a:gdLst/>
              <a:ahLst/>
              <a:cxnLst/>
              <a:rect r="r" b="b" t="t" l="l"/>
              <a:pathLst>
                <a:path h="34925" w="338201">
                  <a:moveTo>
                    <a:pt x="30353" y="0"/>
                  </a:moveTo>
                  <a:cubicBezTo>
                    <a:pt x="13970" y="0"/>
                    <a:pt x="0" y="11557"/>
                    <a:pt x="0" y="27940"/>
                  </a:cubicBezTo>
                  <a:lnTo>
                    <a:pt x="0" y="34925"/>
                  </a:lnTo>
                  <a:cubicBezTo>
                    <a:pt x="0" y="18669"/>
                    <a:pt x="13970" y="4572"/>
                    <a:pt x="30353" y="4572"/>
                  </a:cubicBezTo>
                  <a:lnTo>
                    <a:pt x="310261" y="4572"/>
                  </a:lnTo>
                  <a:cubicBezTo>
                    <a:pt x="324231" y="4572"/>
                    <a:pt x="338201" y="18669"/>
                    <a:pt x="338201" y="34925"/>
                  </a:cubicBezTo>
                  <a:lnTo>
                    <a:pt x="338201" y="27940"/>
                  </a:lnTo>
                  <a:cubicBezTo>
                    <a:pt x="338201" y="11684"/>
                    <a:pt x="324231" y="0"/>
                    <a:pt x="310261" y="0"/>
                  </a:cubicBezTo>
                  <a:close/>
                </a:path>
              </a:pathLst>
            </a:custGeom>
            <a:solidFill>
              <a:srgbClr val="003284"/>
            </a:solidFill>
          </p:spPr>
        </p:sp>
      </p:grpSp>
      <p:grpSp>
        <p:nvGrpSpPr>
          <p:cNvPr name="Group 89" id="89"/>
          <p:cNvGrpSpPr/>
          <p:nvPr/>
        </p:nvGrpSpPr>
        <p:grpSpPr>
          <a:xfrm rot="0">
            <a:off x="14639028" y="6409026"/>
            <a:ext cx="253652" cy="26272"/>
            <a:chOff x="0" y="0"/>
            <a:chExt cx="338203" cy="35029"/>
          </a:xfrm>
        </p:grpSpPr>
        <p:sp>
          <p:nvSpPr>
            <p:cNvPr name="Freeform 90" id="90"/>
            <p:cNvSpPr/>
            <p:nvPr/>
          </p:nvSpPr>
          <p:spPr>
            <a:xfrm flipH="false" flipV="false" rot="0">
              <a:off x="0" y="127"/>
              <a:ext cx="338201" cy="34925"/>
            </a:xfrm>
            <a:custGeom>
              <a:avLst/>
              <a:gdLst/>
              <a:ahLst/>
              <a:cxnLst/>
              <a:rect r="r" b="b" t="t" l="l"/>
              <a:pathLst>
                <a:path h="34925" w="338201">
                  <a:moveTo>
                    <a:pt x="30353" y="0"/>
                  </a:moveTo>
                  <a:cubicBezTo>
                    <a:pt x="13970" y="0"/>
                    <a:pt x="0" y="13970"/>
                    <a:pt x="0" y="27940"/>
                  </a:cubicBezTo>
                  <a:lnTo>
                    <a:pt x="0" y="34925"/>
                  </a:lnTo>
                  <a:cubicBezTo>
                    <a:pt x="0" y="18542"/>
                    <a:pt x="13970" y="4572"/>
                    <a:pt x="30353" y="4572"/>
                  </a:cubicBezTo>
                  <a:lnTo>
                    <a:pt x="310261" y="4572"/>
                  </a:lnTo>
                  <a:cubicBezTo>
                    <a:pt x="324231" y="4572"/>
                    <a:pt x="338201" y="18542"/>
                    <a:pt x="338201" y="34925"/>
                  </a:cubicBezTo>
                  <a:lnTo>
                    <a:pt x="338201" y="27940"/>
                  </a:lnTo>
                  <a:cubicBezTo>
                    <a:pt x="338201" y="13970"/>
                    <a:pt x="324231" y="0"/>
                    <a:pt x="310261" y="0"/>
                  </a:cubicBezTo>
                  <a:close/>
                </a:path>
              </a:pathLst>
            </a:custGeom>
            <a:solidFill>
              <a:srgbClr val="003284"/>
            </a:solidFill>
          </p:spPr>
        </p:sp>
      </p:grpSp>
      <p:grpSp>
        <p:nvGrpSpPr>
          <p:cNvPr name="Group 91" id="91"/>
          <p:cNvGrpSpPr/>
          <p:nvPr/>
        </p:nvGrpSpPr>
        <p:grpSpPr>
          <a:xfrm rot="0">
            <a:off x="14639028" y="6720414"/>
            <a:ext cx="253652" cy="24542"/>
            <a:chOff x="0" y="0"/>
            <a:chExt cx="338203" cy="32723"/>
          </a:xfrm>
        </p:grpSpPr>
        <p:sp>
          <p:nvSpPr>
            <p:cNvPr name="Freeform 92" id="92"/>
            <p:cNvSpPr/>
            <p:nvPr/>
          </p:nvSpPr>
          <p:spPr>
            <a:xfrm flipH="false" flipV="false" rot="0">
              <a:off x="0" y="0"/>
              <a:ext cx="338201" cy="32639"/>
            </a:xfrm>
            <a:custGeom>
              <a:avLst/>
              <a:gdLst/>
              <a:ahLst/>
              <a:cxnLst/>
              <a:rect r="r" b="b" t="t" l="l"/>
              <a:pathLst>
                <a:path h="32639" w="338201">
                  <a:moveTo>
                    <a:pt x="30353" y="0"/>
                  </a:moveTo>
                  <a:cubicBezTo>
                    <a:pt x="13970" y="0"/>
                    <a:pt x="0" y="11684"/>
                    <a:pt x="0" y="27940"/>
                  </a:cubicBezTo>
                  <a:lnTo>
                    <a:pt x="0" y="32639"/>
                  </a:lnTo>
                  <a:cubicBezTo>
                    <a:pt x="0" y="18669"/>
                    <a:pt x="13970" y="4699"/>
                    <a:pt x="30353" y="4699"/>
                  </a:cubicBezTo>
                  <a:lnTo>
                    <a:pt x="310261" y="4699"/>
                  </a:lnTo>
                  <a:cubicBezTo>
                    <a:pt x="324231" y="4699"/>
                    <a:pt x="338201" y="18669"/>
                    <a:pt x="338201" y="32639"/>
                  </a:cubicBezTo>
                  <a:lnTo>
                    <a:pt x="338201" y="27940"/>
                  </a:lnTo>
                  <a:cubicBezTo>
                    <a:pt x="338201" y="11684"/>
                    <a:pt x="324231" y="0"/>
                    <a:pt x="310261" y="0"/>
                  </a:cubicBezTo>
                  <a:close/>
                </a:path>
              </a:pathLst>
            </a:custGeom>
            <a:solidFill>
              <a:srgbClr val="003284"/>
            </a:solidFill>
          </p:spPr>
        </p:sp>
      </p:grpSp>
      <p:grpSp>
        <p:nvGrpSpPr>
          <p:cNvPr name="Group 93" id="93"/>
          <p:cNvGrpSpPr/>
          <p:nvPr/>
        </p:nvGrpSpPr>
        <p:grpSpPr>
          <a:xfrm rot="0">
            <a:off x="15671044" y="5934970"/>
            <a:ext cx="253704" cy="26324"/>
            <a:chOff x="0" y="0"/>
            <a:chExt cx="338272" cy="35099"/>
          </a:xfrm>
        </p:grpSpPr>
        <p:sp>
          <p:nvSpPr>
            <p:cNvPr name="Freeform 94" id="94"/>
            <p:cNvSpPr/>
            <p:nvPr/>
          </p:nvSpPr>
          <p:spPr>
            <a:xfrm flipH="false" flipV="false" rot="0">
              <a:off x="127" y="127"/>
              <a:ext cx="338201" cy="34925"/>
            </a:xfrm>
            <a:custGeom>
              <a:avLst/>
              <a:gdLst/>
              <a:ahLst/>
              <a:cxnLst/>
              <a:rect r="r" b="b" t="t" l="l"/>
              <a:pathLst>
                <a:path h="34925" w="338201">
                  <a:moveTo>
                    <a:pt x="27940" y="0"/>
                  </a:moveTo>
                  <a:cubicBezTo>
                    <a:pt x="11557" y="0"/>
                    <a:pt x="0" y="13970"/>
                    <a:pt x="0" y="30226"/>
                  </a:cubicBezTo>
                  <a:lnTo>
                    <a:pt x="0" y="34925"/>
                  </a:lnTo>
                  <a:cubicBezTo>
                    <a:pt x="0" y="18669"/>
                    <a:pt x="11684" y="6985"/>
                    <a:pt x="27940" y="6985"/>
                  </a:cubicBezTo>
                  <a:lnTo>
                    <a:pt x="307848" y="6985"/>
                  </a:lnTo>
                  <a:cubicBezTo>
                    <a:pt x="324104" y="6985"/>
                    <a:pt x="338201" y="18669"/>
                    <a:pt x="338201" y="34925"/>
                  </a:cubicBezTo>
                  <a:lnTo>
                    <a:pt x="338201" y="30226"/>
                  </a:lnTo>
                  <a:cubicBezTo>
                    <a:pt x="338201" y="13970"/>
                    <a:pt x="324104" y="0"/>
                    <a:pt x="307848" y="0"/>
                  </a:cubicBezTo>
                  <a:close/>
                </a:path>
              </a:pathLst>
            </a:custGeom>
            <a:solidFill>
              <a:srgbClr val="003284"/>
            </a:solidFill>
          </p:spPr>
        </p:sp>
      </p:grpSp>
      <p:grpSp>
        <p:nvGrpSpPr>
          <p:cNvPr name="Group 95" id="95"/>
          <p:cNvGrpSpPr/>
          <p:nvPr/>
        </p:nvGrpSpPr>
        <p:grpSpPr>
          <a:xfrm rot="0">
            <a:off x="14639028" y="6122128"/>
            <a:ext cx="253652" cy="26324"/>
            <a:chOff x="0" y="0"/>
            <a:chExt cx="338203" cy="35099"/>
          </a:xfrm>
        </p:grpSpPr>
        <p:sp>
          <p:nvSpPr>
            <p:cNvPr name="Freeform 96" id="96"/>
            <p:cNvSpPr/>
            <p:nvPr/>
          </p:nvSpPr>
          <p:spPr>
            <a:xfrm flipH="false" flipV="false" rot="0">
              <a:off x="0" y="0"/>
              <a:ext cx="338201" cy="35052"/>
            </a:xfrm>
            <a:custGeom>
              <a:avLst/>
              <a:gdLst/>
              <a:ahLst/>
              <a:cxnLst/>
              <a:rect r="r" b="b" t="t" l="l"/>
              <a:pathLst>
                <a:path h="35052" w="338201">
                  <a:moveTo>
                    <a:pt x="30353" y="127"/>
                  </a:moveTo>
                  <a:cubicBezTo>
                    <a:pt x="13970" y="127"/>
                    <a:pt x="0" y="14097"/>
                    <a:pt x="0" y="30353"/>
                  </a:cubicBezTo>
                  <a:lnTo>
                    <a:pt x="0" y="34925"/>
                  </a:lnTo>
                  <a:cubicBezTo>
                    <a:pt x="0" y="18796"/>
                    <a:pt x="13970" y="7112"/>
                    <a:pt x="30353" y="7112"/>
                  </a:cubicBezTo>
                  <a:lnTo>
                    <a:pt x="310261" y="7112"/>
                  </a:lnTo>
                  <a:cubicBezTo>
                    <a:pt x="324231" y="7112"/>
                    <a:pt x="338201" y="18796"/>
                    <a:pt x="338201" y="35052"/>
                  </a:cubicBezTo>
                  <a:lnTo>
                    <a:pt x="338201" y="30353"/>
                  </a:lnTo>
                  <a:cubicBezTo>
                    <a:pt x="338201" y="13970"/>
                    <a:pt x="324231" y="0"/>
                    <a:pt x="310261" y="0"/>
                  </a:cubicBezTo>
                  <a:close/>
                </a:path>
              </a:pathLst>
            </a:custGeom>
            <a:solidFill>
              <a:srgbClr val="003284"/>
            </a:solidFill>
          </p:spPr>
        </p:sp>
      </p:grpSp>
      <p:grpSp>
        <p:nvGrpSpPr>
          <p:cNvPr name="Group 97" id="97"/>
          <p:cNvGrpSpPr/>
          <p:nvPr/>
        </p:nvGrpSpPr>
        <p:grpSpPr>
          <a:xfrm rot="0">
            <a:off x="14639028" y="5934970"/>
            <a:ext cx="253652" cy="26324"/>
            <a:chOff x="0" y="0"/>
            <a:chExt cx="338203" cy="35099"/>
          </a:xfrm>
        </p:grpSpPr>
        <p:sp>
          <p:nvSpPr>
            <p:cNvPr name="Freeform 98" id="98"/>
            <p:cNvSpPr/>
            <p:nvPr/>
          </p:nvSpPr>
          <p:spPr>
            <a:xfrm flipH="false" flipV="false" rot="0">
              <a:off x="0" y="127"/>
              <a:ext cx="338201" cy="34925"/>
            </a:xfrm>
            <a:custGeom>
              <a:avLst/>
              <a:gdLst/>
              <a:ahLst/>
              <a:cxnLst/>
              <a:rect r="r" b="b" t="t" l="l"/>
              <a:pathLst>
                <a:path h="34925" w="338201">
                  <a:moveTo>
                    <a:pt x="30353" y="0"/>
                  </a:moveTo>
                  <a:cubicBezTo>
                    <a:pt x="13970" y="0"/>
                    <a:pt x="0" y="13970"/>
                    <a:pt x="0" y="30226"/>
                  </a:cubicBezTo>
                  <a:lnTo>
                    <a:pt x="0" y="34925"/>
                  </a:lnTo>
                  <a:cubicBezTo>
                    <a:pt x="0" y="18669"/>
                    <a:pt x="13970" y="6985"/>
                    <a:pt x="30353" y="6985"/>
                  </a:cubicBezTo>
                  <a:lnTo>
                    <a:pt x="310261" y="6985"/>
                  </a:lnTo>
                  <a:cubicBezTo>
                    <a:pt x="324231" y="6985"/>
                    <a:pt x="338201" y="18669"/>
                    <a:pt x="338201" y="34925"/>
                  </a:cubicBezTo>
                  <a:lnTo>
                    <a:pt x="338201" y="30226"/>
                  </a:lnTo>
                  <a:cubicBezTo>
                    <a:pt x="338201" y="13970"/>
                    <a:pt x="324231" y="0"/>
                    <a:pt x="310261" y="0"/>
                  </a:cubicBezTo>
                  <a:close/>
                </a:path>
              </a:pathLst>
            </a:custGeom>
            <a:solidFill>
              <a:srgbClr val="003284"/>
            </a:solidFill>
          </p:spPr>
        </p:sp>
      </p:grpSp>
      <p:grpSp>
        <p:nvGrpSpPr>
          <p:cNvPr name="Group 99" id="99"/>
          <p:cNvGrpSpPr/>
          <p:nvPr/>
        </p:nvGrpSpPr>
        <p:grpSpPr>
          <a:xfrm rot="0">
            <a:off x="15671044" y="7343136"/>
            <a:ext cx="253704" cy="26272"/>
            <a:chOff x="0" y="0"/>
            <a:chExt cx="338272" cy="35029"/>
          </a:xfrm>
        </p:grpSpPr>
        <p:sp>
          <p:nvSpPr>
            <p:cNvPr name="Freeform 100" id="100"/>
            <p:cNvSpPr/>
            <p:nvPr/>
          </p:nvSpPr>
          <p:spPr>
            <a:xfrm flipH="false" flipV="false" rot="0">
              <a:off x="127" y="0"/>
              <a:ext cx="338201" cy="35052"/>
            </a:xfrm>
            <a:custGeom>
              <a:avLst/>
              <a:gdLst/>
              <a:ahLst/>
              <a:cxnLst/>
              <a:rect r="r" b="b" t="t" l="l"/>
              <a:pathLst>
                <a:path h="35052" w="338201">
                  <a:moveTo>
                    <a:pt x="27940" y="0"/>
                  </a:moveTo>
                  <a:cubicBezTo>
                    <a:pt x="11557" y="0"/>
                    <a:pt x="0" y="11684"/>
                    <a:pt x="0" y="28067"/>
                  </a:cubicBezTo>
                  <a:lnTo>
                    <a:pt x="0" y="35052"/>
                  </a:lnTo>
                  <a:cubicBezTo>
                    <a:pt x="0" y="18669"/>
                    <a:pt x="11557" y="4699"/>
                    <a:pt x="27940" y="4699"/>
                  </a:cubicBezTo>
                  <a:lnTo>
                    <a:pt x="307848" y="4699"/>
                  </a:lnTo>
                  <a:cubicBezTo>
                    <a:pt x="324104" y="4699"/>
                    <a:pt x="338201" y="18669"/>
                    <a:pt x="338201" y="35052"/>
                  </a:cubicBezTo>
                  <a:lnTo>
                    <a:pt x="338201" y="28067"/>
                  </a:lnTo>
                  <a:cubicBezTo>
                    <a:pt x="338201" y="11684"/>
                    <a:pt x="324104" y="0"/>
                    <a:pt x="307848" y="0"/>
                  </a:cubicBezTo>
                  <a:close/>
                </a:path>
              </a:pathLst>
            </a:custGeom>
            <a:solidFill>
              <a:srgbClr val="003284"/>
            </a:solidFill>
          </p:spPr>
        </p:sp>
      </p:grpSp>
      <p:grpSp>
        <p:nvGrpSpPr>
          <p:cNvPr name="Group 101" id="101"/>
          <p:cNvGrpSpPr/>
          <p:nvPr/>
        </p:nvGrpSpPr>
        <p:grpSpPr>
          <a:xfrm rot="0">
            <a:off x="15326462" y="5934970"/>
            <a:ext cx="253704" cy="26324"/>
            <a:chOff x="0" y="0"/>
            <a:chExt cx="338272" cy="35099"/>
          </a:xfrm>
        </p:grpSpPr>
        <p:sp>
          <p:nvSpPr>
            <p:cNvPr name="Freeform 102" id="102"/>
            <p:cNvSpPr/>
            <p:nvPr/>
          </p:nvSpPr>
          <p:spPr>
            <a:xfrm flipH="false" flipV="false" rot="0">
              <a:off x="0" y="127"/>
              <a:ext cx="338201" cy="34925"/>
            </a:xfrm>
            <a:custGeom>
              <a:avLst/>
              <a:gdLst/>
              <a:ahLst/>
              <a:cxnLst/>
              <a:rect r="r" b="b" t="t" l="l"/>
              <a:pathLst>
                <a:path h="34925" w="338201">
                  <a:moveTo>
                    <a:pt x="30353" y="0"/>
                  </a:moveTo>
                  <a:cubicBezTo>
                    <a:pt x="14097" y="0"/>
                    <a:pt x="0" y="13970"/>
                    <a:pt x="0" y="30226"/>
                  </a:cubicBezTo>
                  <a:lnTo>
                    <a:pt x="0" y="34925"/>
                  </a:lnTo>
                  <a:cubicBezTo>
                    <a:pt x="0" y="18669"/>
                    <a:pt x="14097" y="6985"/>
                    <a:pt x="30353" y="6985"/>
                  </a:cubicBezTo>
                  <a:lnTo>
                    <a:pt x="310261" y="6985"/>
                  </a:lnTo>
                  <a:cubicBezTo>
                    <a:pt x="324231" y="6985"/>
                    <a:pt x="338201" y="18669"/>
                    <a:pt x="338201" y="34925"/>
                  </a:cubicBezTo>
                  <a:lnTo>
                    <a:pt x="338201" y="30226"/>
                  </a:lnTo>
                  <a:cubicBezTo>
                    <a:pt x="338201" y="13970"/>
                    <a:pt x="324231" y="0"/>
                    <a:pt x="310261" y="0"/>
                  </a:cubicBezTo>
                  <a:close/>
                </a:path>
              </a:pathLst>
            </a:custGeom>
            <a:solidFill>
              <a:srgbClr val="003284"/>
            </a:solidFill>
          </p:spPr>
        </p:sp>
      </p:grpSp>
      <p:grpSp>
        <p:nvGrpSpPr>
          <p:cNvPr name="Group 103" id="103"/>
          <p:cNvGrpSpPr/>
          <p:nvPr/>
        </p:nvGrpSpPr>
        <p:grpSpPr>
          <a:xfrm rot="0">
            <a:off x="15326462" y="6409026"/>
            <a:ext cx="253704" cy="26272"/>
            <a:chOff x="0" y="0"/>
            <a:chExt cx="338272" cy="35029"/>
          </a:xfrm>
        </p:grpSpPr>
        <p:sp>
          <p:nvSpPr>
            <p:cNvPr name="Freeform 104" id="104"/>
            <p:cNvSpPr/>
            <p:nvPr/>
          </p:nvSpPr>
          <p:spPr>
            <a:xfrm flipH="false" flipV="false" rot="0">
              <a:off x="0" y="127"/>
              <a:ext cx="338201" cy="34925"/>
            </a:xfrm>
            <a:custGeom>
              <a:avLst/>
              <a:gdLst/>
              <a:ahLst/>
              <a:cxnLst/>
              <a:rect r="r" b="b" t="t" l="l"/>
              <a:pathLst>
                <a:path h="34925" w="338201">
                  <a:moveTo>
                    <a:pt x="30353" y="0"/>
                  </a:moveTo>
                  <a:cubicBezTo>
                    <a:pt x="14097" y="0"/>
                    <a:pt x="0" y="11557"/>
                    <a:pt x="0" y="27940"/>
                  </a:cubicBezTo>
                  <a:lnTo>
                    <a:pt x="0" y="34925"/>
                  </a:lnTo>
                  <a:cubicBezTo>
                    <a:pt x="0" y="18542"/>
                    <a:pt x="14097" y="4572"/>
                    <a:pt x="30353" y="4572"/>
                  </a:cubicBezTo>
                  <a:lnTo>
                    <a:pt x="310261" y="4572"/>
                  </a:lnTo>
                  <a:cubicBezTo>
                    <a:pt x="324231" y="4572"/>
                    <a:pt x="338201" y="18542"/>
                    <a:pt x="338201" y="34925"/>
                  </a:cubicBezTo>
                  <a:lnTo>
                    <a:pt x="338201" y="27940"/>
                  </a:lnTo>
                  <a:cubicBezTo>
                    <a:pt x="338201" y="11557"/>
                    <a:pt x="324231" y="0"/>
                    <a:pt x="310261" y="0"/>
                  </a:cubicBezTo>
                  <a:close/>
                </a:path>
              </a:pathLst>
            </a:custGeom>
            <a:solidFill>
              <a:srgbClr val="003284"/>
            </a:solidFill>
          </p:spPr>
        </p:sp>
      </p:grpSp>
      <p:grpSp>
        <p:nvGrpSpPr>
          <p:cNvPr name="Group 105" id="105"/>
          <p:cNvGrpSpPr/>
          <p:nvPr/>
        </p:nvGrpSpPr>
        <p:grpSpPr>
          <a:xfrm rot="0">
            <a:off x="15326462" y="6122128"/>
            <a:ext cx="253704" cy="26324"/>
            <a:chOff x="0" y="0"/>
            <a:chExt cx="338272" cy="35099"/>
          </a:xfrm>
        </p:grpSpPr>
        <p:sp>
          <p:nvSpPr>
            <p:cNvPr name="Freeform 106" id="106"/>
            <p:cNvSpPr/>
            <p:nvPr/>
          </p:nvSpPr>
          <p:spPr>
            <a:xfrm flipH="false" flipV="false" rot="0">
              <a:off x="0" y="0"/>
              <a:ext cx="338201" cy="35052"/>
            </a:xfrm>
            <a:custGeom>
              <a:avLst/>
              <a:gdLst/>
              <a:ahLst/>
              <a:cxnLst/>
              <a:rect r="r" b="b" t="t" l="l"/>
              <a:pathLst>
                <a:path h="35052" w="338201">
                  <a:moveTo>
                    <a:pt x="30353" y="127"/>
                  </a:moveTo>
                  <a:cubicBezTo>
                    <a:pt x="14097" y="127"/>
                    <a:pt x="0" y="14097"/>
                    <a:pt x="0" y="30353"/>
                  </a:cubicBezTo>
                  <a:lnTo>
                    <a:pt x="0" y="34925"/>
                  </a:lnTo>
                  <a:cubicBezTo>
                    <a:pt x="0" y="18796"/>
                    <a:pt x="14097" y="7112"/>
                    <a:pt x="30353" y="7112"/>
                  </a:cubicBezTo>
                  <a:lnTo>
                    <a:pt x="310261" y="7112"/>
                  </a:lnTo>
                  <a:cubicBezTo>
                    <a:pt x="324231" y="7112"/>
                    <a:pt x="338201" y="18796"/>
                    <a:pt x="338201" y="35052"/>
                  </a:cubicBezTo>
                  <a:lnTo>
                    <a:pt x="338201" y="30353"/>
                  </a:lnTo>
                  <a:cubicBezTo>
                    <a:pt x="338201" y="13970"/>
                    <a:pt x="324231" y="0"/>
                    <a:pt x="310261" y="0"/>
                  </a:cubicBezTo>
                  <a:close/>
                </a:path>
              </a:pathLst>
            </a:custGeom>
            <a:solidFill>
              <a:srgbClr val="003284"/>
            </a:solidFill>
          </p:spPr>
        </p:sp>
      </p:grpSp>
      <p:grpSp>
        <p:nvGrpSpPr>
          <p:cNvPr name="Group 107" id="107"/>
          <p:cNvGrpSpPr/>
          <p:nvPr/>
        </p:nvGrpSpPr>
        <p:grpSpPr>
          <a:xfrm rot="0">
            <a:off x="15326462" y="6720414"/>
            <a:ext cx="253704" cy="26272"/>
            <a:chOff x="0" y="0"/>
            <a:chExt cx="338272" cy="35029"/>
          </a:xfrm>
        </p:grpSpPr>
        <p:sp>
          <p:nvSpPr>
            <p:cNvPr name="Freeform 108" id="108"/>
            <p:cNvSpPr/>
            <p:nvPr/>
          </p:nvSpPr>
          <p:spPr>
            <a:xfrm flipH="false" flipV="false" rot="0">
              <a:off x="0" y="0"/>
              <a:ext cx="338201" cy="34925"/>
            </a:xfrm>
            <a:custGeom>
              <a:avLst/>
              <a:gdLst/>
              <a:ahLst/>
              <a:cxnLst/>
              <a:rect r="r" b="b" t="t" l="l"/>
              <a:pathLst>
                <a:path h="34925" w="338201">
                  <a:moveTo>
                    <a:pt x="30353" y="0"/>
                  </a:moveTo>
                  <a:cubicBezTo>
                    <a:pt x="14097" y="0"/>
                    <a:pt x="0" y="11684"/>
                    <a:pt x="0" y="27940"/>
                  </a:cubicBezTo>
                  <a:lnTo>
                    <a:pt x="0" y="34925"/>
                  </a:lnTo>
                  <a:cubicBezTo>
                    <a:pt x="0" y="18669"/>
                    <a:pt x="14097" y="4699"/>
                    <a:pt x="30353" y="4699"/>
                  </a:cubicBezTo>
                  <a:lnTo>
                    <a:pt x="310261" y="4699"/>
                  </a:lnTo>
                  <a:cubicBezTo>
                    <a:pt x="324231" y="4699"/>
                    <a:pt x="338201" y="18669"/>
                    <a:pt x="338201" y="34925"/>
                  </a:cubicBezTo>
                  <a:lnTo>
                    <a:pt x="338201" y="27940"/>
                  </a:lnTo>
                  <a:cubicBezTo>
                    <a:pt x="338201" y="11684"/>
                    <a:pt x="324231" y="0"/>
                    <a:pt x="310261" y="0"/>
                  </a:cubicBezTo>
                  <a:close/>
                </a:path>
              </a:pathLst>
            </a:custGeom>
            <a:solidFill>
              <a:srgbClr val="003284"/>
            </a:solidFill>
          </p:spPr>
        </p:sp>
      </p:grpSp>
      <p:grpSp>
        <p:nvGrpSpPr>
          <p:cNvPr name="Group 109" id="109"/>
          <p:cNvGrpSpPr/>
          <p:nvPr/>
        </p:nvGrpSpPr>
        <p:grpSpPr>
          <a:xfrm rot="0">
            <a:off x="15326462" y="7343136"/>
            <a:ext cx="253704" cy="26272"/>
            <a:chOff x="0" y="0"/>
            <a:chExt cx="338272" cy="35029"/>
          </a:xfrm>
        </p:grpSpPr>
        <p:sp>
          <p:nvSpPr>
            <p:cNvPr name="Freeform 110" id="110"/>
            <p:cNvSpPr/>
            <p:nvPr/>
          </p:nvSpPr>
          <p:spPr>
            <a:xfrm flipH="false" flipV="false" rot="0">
              <a:off x="0" y="0"/>
              <a:ext cx="338201" cy="35052"/>
            </a:xfrm>
            <a:custGeom>
              <a:avLst/>
              <a:gdLst/>
              <a:ahLst/>
              <a:cxnLst/>
              <a:rect r="r" b="b" t="t" l="l"/>
              <a:pathLst>
                <a:path h="35052" w="338201">
                  <a:moveTo>
                    <a:pt x="30353" y="0"/>
                  </a:moveTo>
                  <a:cubicBezTo>
                    <a:pt x="14097" y="0"/>
                    <a:pt x="0" y="11684"/>
                    <a:pt x="0" y="28067"/>
                  </a:cubicBezTo>
                  <a:lnTo>
                    <a:pt x="0" y="35052"/>
                  </a:lnTo>
                  <a:cubicBezTo>
                    <a:pt x="0" y="18669"/>
                    <a:pt x="14097" y="4699"/>
                    <a:pt x="30353" y="4699"/>
                  </a:cubicBezTo>
                  <a:lnTo>
                    <a:pt x="310261" y="4699"/>
                  </a:lnTo>
                  <a:cubicBezTo>
                    <a:pt x="324231" y="4699"/>
                    <a:pt x="338201" y="18669"/>
                    <a:pt x="338201" y="35052"/>
                  </a:cubicBezTo>
                  <a:lnTo>
                    <a:pt x="338201" y="28067"/>
                  </a:lnTo>
                  <a:cubicBezTo>
                    <a:pt x="338201" y="11684"/>
                    <a:pt x="324231" y="0"/>
                    <a:pt x="310261" y="0"/>
                  </a:cubicBezTo>
                  <a:close/>
                </a:path>
              </a:pathLst>
            </a:custGeom>
            <a:solidFill>
              <a:srgbClr val="003284"/>
            </a:solidFill>
          </p:spPr>
        </p:sp>
      </p:grpSp>
      <p:grpSp>
        <p:nvGrpSpPr>
          <p:cNvPr name="Group 111" id="111"/>
          <p:cNvGrpSpPr/>
          <p:nvPr/>
        </p:nvGrpSpPr>
        <p:grpSpPr>
          <a:xfrm rot="0">
            <a:off x="15326462" y="7031750"/>
            <a:ext cx="253704" cy="26324"/>
            <a:chOff x="0" y="0"/>
            <a:chExt cx="338272" cy="35099"/>
          </a:xfrm>
        </p:grpSpPr>
        <p:sp>
          <p:nvSpPr>
            <p:cNvPr name="Freeform 112" id="112"/>
            <p:cNvSpPr/>
            <p:nvPr/>
          </p:nvSpPr>
          <p:spPr>
            <a:xfrm flipH="false" flipV="false" rot="0">
              <a:off x="0" y="127"/>
              <a:ext cx="338201" cy="34925"/>
            </a:xfrm>
            <a:custGeom>
              <a:avLst/>
              <a:gdLst/>
              <a:ahLst/>
              <a:cxnLst/>
              <a:rect r="r" b="b" t="t" l="l"/>
              <a:pathLst>
                <a:path h="34925" w="338201">
                  <a:moveTo>
                    <a:pt x="30353" y="0"/>
                  </a:moveTo>
                  <a:cubicBezTo>
                    <a:pt x="14097" y="0"/>
                    <a:pt x="0" y="11557"/>
                    <a:pt x="0" y="27940"/>
                  </a:cubicBezTo>
                  <a:lnTo>
                    <a:pt x="0" y="34925"/>
                  </a:lnTo>
                  <a:cubicBezTo>
                    <a:pt x="0" y="18669"/>
                    <a:pt x="14097" y="4572"/>
                    <a:pt x="30353" y="4572"/>
                  </a:cubicBezTo>
                  <a:lnTo>
                    <a:pt x="310261" y="4572"/>
                  </a:lnTo>
                  <a:cubicBezTo>
                    <a:pt x="324231" y="4572"/>
                    <a:pt x="338201" y="18669"/>
                    <a:pt x="338201" y="34925"/>
                  </a:cubicBezTo>
                  <a:lnTo>
                    <a:pt x="338201" y="27940"/>
                  </a:lnTo>
                  <a:cubicBezTo>
                    <a:pt x="338201" y="11684"/>
                    <a:pt x="324231" y="0"/>
                    <a:pt x="310261" y="0"/>
                  </a:cubicBezTo>
                  <a:close/>
                </a:path>
              </a:pathLst>
            </a:custGeom>
            <a:solidFill>
              <a:srgbClr val="003284"/>
            </a:solidFill>
          </p:spPr>
        </p:sp>
      </p:grpSp>
      <p:grpSp>
        <p:nvGrpSpPr>
          <p:cNvPr name="Group 113" id="113"/>
          <p:cNvGrpSpPr/>
          <p:nvPr/>
        </p:nvGrpSpPr>
        <p:grpSpPr>
          <a:xfrm rot="0">
            <a:off x="16013894" y="5934970"/>
            <a:ext cx="253704" cy="26324"/>
            <a:chOff x="0" y="0"/>
            <a:chExt cx="338272" cy="35099"/>
          </a:xfrm>
        </p:grpSpPr>
        <p:sp>
          <p:nvSpPr>
            <p:cNvPr name="Freeform 114" id="114"/>
            <p:cNvSpPr/>
            <p:nvPr/>
          </p:nvSpPr>
          <p:spPr>
            <a:xfrm flipH="false" flipV="false" rot="0">
              <a:off x="127" y="127"/>
              <a:ext cx="338201" cy="34925"/>
            </a:xfrm>
            <a:custGeom>
              <a:avLst/>
              <a:gdLst/>
              <a:ahLst/>
              <a:cxnLst/>
              <a:rect r="r" b="b" t="t" l="l"/>
              <a:pathLst>
                <a:path h="34925" w="338201">
                  <a:moveTo>
                    <a:pt x="30226" y="0"/>
                  </a:moveTo>
                  <a:cubicBezTo>
                    <a:pt x="13970" y="0"/>
                    <a:pt x="0" y="13970"/>
                    <a:pt x="0" y="30226"/>
                  </a:cubicBezTo>
                  <a:lnTo>
                    <a:pt x="0" y="34925"/>
                  </a:lnTo>
                  <a:cubicBezTo>
                    <a:pt x="0" y="18669"/>
                    <a:pt x="13970" y="6985"/>
                    <a:pt x="30226" y="6985"/>
                  </a:cubicBezTo>
                  <a:lnTo>
                    <a:pt x="310134" y="6985"/>
                  </a:lnTo>
                  <a:cubicBezTo>
                    <a:pt x="326517" y="6985"/>
                    <a:pt x="338201" y="18669"/>
                    <a:pt x="338201" y="34925"/>
                  </a:cubicBezTo>
                  <a:lnTo>
                    <a:pt x="338201" y="30226"/>
                  </a:lnTo>
                  <a:cubicBezTo>
                    <a:pt x="338201" y="13970"/>
                    <a:pt x="326517" y="0"/>
                    <a:pt x="310134" y="0"/>
                  </a:cubicBezTo>
                  <a:close/>
                </a:path>
              </a:pathLst>
            </a:custGeom>
            <a:solidFill>
              <a:srgbClr val="003284"/>
            </a:solidFill>
          </p:spPr>
        </p:sp>
      </p:grpSp>
      <p:grpSp>
        <p:nvGrpSpPr>
          <p:cNvPr name="Group 115" id="115"/>
          <p:cNvGrpSpPr/>
          <p:nvPr/>
        </p:nvGrpSpPr>
        <p:grpSpPr>
          <a:xfrm rot="0">
            <a:off x="15671044" y="7031750"/>
            <a:ext cx="253704" cy="26324"/>
            <a:chOff x="0" y="0"/>
            <a:chExt cx="338272" cy="35099"/>
          </a:xfrm>
        </p:grpSpPr>
        <p:sp>
          <p:nvSpPr>
            <p:cNvPr name="Freeform 116" id="116"/>
            <p:cNvSpPr/>
            <p:nvPr/>
          </p:nvSpPr>
          <p:spPr>
            <a:xfrm flipH="false" flipV="false" rot="0">
              <a:off x="127" y="127"/>
              <a:ext cx="338201" cy="34925"/>
            </a:xfrm>
            <a:custGeom>
              <a:avLst/>
              <a:gdLst/>
              <a:ahLst/>
              <a:cxnLst/>
              <a:rect r="r" b="b" t="t" l="l"/>
              <a:pathLst>
                <a:path h="34925" w="338201">
                  <a:moveTo>
                    <a:pt x="27940" y="0"/>
                  </a:moveTo>
                  <a:cubicBezTo>
                    <a:pt x="11557" y="0"/>
                    <a:pt x="0" y="11557"/>
                    <a:pt x="0" y="27940"/>
                  </a:cubicBezTo>
                  <a:lnTo>
                    <a:pt x="0" y="34925"/>
                  </a:lnTo>
                  <a:cubicBezTo>
                    <a:pt x="0" y="18669"/>
                    <a:pt x="11557" y="4572"/>
                    <a:pt x="27940" y="4572"/>
                  </a:cubicBezTo>
                  <a:lnTo>
                    <a:pt x="307848" y="4572"/>
                  </a:lnTo>
                  <a:cubicBezTo>
                    <a:pt x="324104" y="4572"/>
                    <a:pt x="338201" y="18669"/>
                    <a:pt x="338201" y="34925"/>
                  </a:cubicBezTo>
                  <a:lnTo>
                    <a:pt x="338201" y="27940"/>
                  </a:lnTo>
                  <a:cubicBezTo>
                    <a:pt x="338201" y="11684"/>
                    <a:pt x="324104" y="0"/>
                    <a:pt x="307848" y="0"/>
                  </a:cubicBezTo>
                  <a:close/>
                </a:path>
              </a:pathLst>
            </a:custGeom>
            <a:solidFill>
              <a:srgbClr val="003284"/>
            </a:solidFill>
          </p:spPr>
        </p:sp>
      </p:grpSp>
      <p:grpSp>
        <p:nvGrpSpPr>
          <p:cNvPr name="Group 117" id="117"/>
          <p:cNvGrpSpPr/>
          <p:nvPr/>
        </p:nvGrpSpPr>
        <p:grpSpPr>
          <a:xfrm rot="0">
            <a:off x="14983610" y="5934970"/>
            <a:ext cx="253704" cy="26324"/>
            <a:chOff x="0" y="0"/>
            <a:chExt cx="338272" cy="35099"/>
          </a:xfrm>
        </p:grpSpPr>
        <p:sp>
          <p:nvSpPr>
            <p:cNvPr name="Freeform 118" id="118"/>
            <p:cNvSpPr/>
            <p:nvPr/>
          </p:nvSpPr>
          <p:spPr>
            <a:xfrm flipH="false" flipV="false" rot="0">
              <a:off x="0" y="127"/>
              <a:ext cx="338201" cy="34925"/>
            </a:xfrm>
            <a:custGeom>
              <a:avLst/>
              <a:gdLst/>
              <a:ahLst/>
              <a:cxnLst/>
              <a:rect r="r" b="b" t="t" l="l"/>
              <a:pathLst>
                <a:path h="34925" w="338201">
                  <a:moveTo>
                    <a:pt x="28067" y="0"/>
                  </a:moveTo>
                  <a:cubicBezTo>
                    <a:pt x="11684" y="0"/>
                    <a:pt x="0" y="13970"/>
                    <a:pt x="0" y="30226"/>
                  </a:cubicBezTo>
                  <a:lnTo>
                    <a:pt x="0" y="34925"/>
                  </a:lnTo>
                  <a:cubicBezTo>
                    <a:pt x="0" y="18669"/>
                    <a:pt x="11684" y="6985"/>
                    <a:pt x="28067" y="6985"/>
                  </a:cubicBezTo>
                  <a:lnTo>
                    <a:pt x="307975" y="6985"/>
                  </a:lnTo>
                  <a:cubicBezTo>
                    <a:pt x="324231" y="6985"/>
                    <a:pt x="338201" y="18669"/>
                    <a:pt x="338201" y="34925"/>
                  </a:cubicBezTo>
                  <a:lnTo>
                    <a:pt x="338201" y="30226"/>
                  </a:lnTo>
                  <a:cubicBezTo>
                    <a:pt x="338201" y="13970"/>
                    <a:pt x="324231" y="0"/>
                    <a:pt x="307975" y="0"/>
                  </a:cubicBezTo>
                  <a:close/>
                </a:path>
              </a:pathLst>
            </a:custGeom>
            <a:solidFill>
              <a:srgbClr val="003284"/>
            </a:solidFill>
          </p:spPr>
        </p:sp>
      </p:grpSp>
      <p:grpSp>
        <p:nvGrpSpPr>
          <p:cNvPr name="Group 119" id="119"/>
          <p:cNvGrpSpPr/>
          <p:nvPr/>
        </p:nvGrpSpPr>
        <p:grpSpPr>
          <a:xfrm rot="0">
            <a:off x="15671044" y="6409026"/>
            <a:ext cx="596558" cy="26272"/>
            <a:chOff x="0" y="0"/>
            <a:chExt cx="795411" cy="35029"/>
          </a:xfrm>
        </p:grpSpPr>
        <p:sp>
          <p:nvSpPr>
            <p:cNvPr name="Freeform 120" id="120"/>
            <p:cNvSpPr/>
            <p:nvPr/>
          </p:nvSpPr>
          <p:spPr>
            <a:xfrm flipH="false" flipV="false" rot="0">
              <a:off x="127" y="127"/>
              <a:ext cx="795274" cy="34925"/>
            </a:xfrm>
            <a:custGeom>
              <a:avLst/>
              <a:gdLst/>
              <a:ahLst/>
              <a:cxnLst/>
              <a:rect r="r" b="b" t="t" l="l"/>
              <a:pathLst>
                <a:path h="34925" w="795274">
                  <a:moveTo>
                    <a:pt x="27940" y="0"/>
                  </a:moveTo>
                  <a:cubicBezTo>
                    <a:pt x="11557" y="0"/>
                    <a:pt x="0" y="11557"/>
                    <a:pt x="0" y="27940"/>
                  </a:cubicBezTo>
                  <a:lnTo>
                    <a:pt x="0" y="34925"/>
                  </a:lnTo>
                  <a:cubicBezTo>
                    <a:pt x="0" y="18542"/>
                    <a:pt x="11557" y="4572"/>
                    <a:pt x="27940" y="4572"/>
                  </a:cubicBezTo>
                  <a:lnTo>
                    <a:pt x="767207" y="4572"/>
                  </a:lnTo>
                  <a:cubicBezTo>
                    <a:pt x="783590" y="4572"/>
                    <a:pt x="795274" y="18542"/>
                    <a:pt x="795274" y="34925"/>
                  </a:cubicBezTo>
                  <a:lnTo>
                    <a:pt x="795274" y="27940"/>
                  </a:lnTo>
                  <a:cubicBezTo>
                    <a:pt x="795274" y="11557"/>
                    <a:pt x="783590" y="0"/>
                    <a:pt x="767207" y="0"/>
                  </a:cubicBezTo>
                  <a:close/>
                </a:path>
              </a:pathLst>
            </a:custGeom>
            <a:solidFill>
              <a:srgbClr val="003284"/>
            </a:solidFill>
          </p:spPr>
        </p:sp>
      </p:grpSp>
      <p:grpSp>
        <p:nvGrpSpPr>
          <p:cNvPr name="Group 121" id="121"/>
          <p:cNvGrpSpPr/>
          <p:nvPr/>
        </p:nvGrpSpPr>
        <p:grpSpPr>
          <a:xfrm rot="0">
            <a:off x="15671044" y="6122128"/>
            <a:ext cx="596558" cy="26324"/>
            <a:chOff x="0" y="0"/>
            <a:chExt cx="795411" cy="35099"/>
          </a:xfrm>
        </p:grpSpPr>
        <p:sp>
          <p:nvSpPr>
            <p:cNvPr name="Freeform 122" id="122"/>
            <p:cNvSpPr/>
            <p:nvPr/>
          </p:nvSpPr>
          <p:spPr>
            <a:xfrm flipH="false" flipV="false" rot="0">
              <a:off x="127" y="0"/>
              <a:ext cx="795274" cy="34925"/>
            </a:xfrm>
            <a:custGeom>
              <a:avLst/>
              <a:gdLst/>
              <a:ahLst/>
              <a:cxnLst/>
              <a:rect r="r" b="b" t="t" l="l"/>
              <a:pathLst>
                <a:path h="34925" w="795274">
                  <a:moveTo>
                    <a:pt x="27940" y="127"/>
                  </a:moveTo>
                  <a:cubicBezTo>
                    <a:pt x="11557" y="127"/>
                    <a:pt x="0" y="14097"/>
                    <a:pt x="0" y="30353"/>
                  </a:cubicBezTo>
                  <a:lnTo>
                    <a:pt x="0" y="34925"/>
                  </a:lnTo>
                  <a:cubicBezTo>
                    <a:pt x="0" y="18669"/>
                    <a:pt x="11684" y="6985"/>
                    <a:pt x="27940" y="6985"/>
                  </a:cubicBezTo>
                  <a:lnTo>
                    <a:pt x="767207" y="6985"/>
                  </a:lnTo>
                  <a:cubicBezTo>
                    <a:pt x="783590" y="6985"/>
                    <a:pt x="795274" y="18669"/>
                    <a:pt x="795274" y="34925"/>
                  </a:cubicBezTo>
                  <a:lnTo>
                    <a:pt x="795274" y="30353"/>
                  </a:lnTo>
                  <a:cubicBezTo>
                    <a:pt x="795274" y="13970"/>
                    <a:pt x="783590" y="0"/>
                    <a:pt x="767207" y="0"/>
                  </a:cubicBezTo>
                  <a:close/>
                </a:path>
              </a:pathLst>
            </a:custGeom>
            <a:solidFill>
              <a:srgbClr val="003284"/>
            </a:solidFill>
          </p:spPr>
        </p:sp>
      </p:grpSp>
      <p:grpSp>
        <p:nvGrpSpPr>
          <p:cNvPr name="Group 123" id="123"/>
          <p:cNvGrpSpPr/>
          <p:nvPr/>
        </p:nvGrpSpPr>
        <p:grpSpPr>
          <a:xfrm rot="0">
            <a:off x="16013894" y="7031750"/>
            <a:ext cx="253704" cy="26324"/>
            <a:chOff x="0" y="0"/>
            <a:chExt cx="338272" cy="35099"/>
          </a:xfrm>
        </p:grpSpPr>
        <p:sp>
          <p:nvSpPr>
            <p:cNvPr name="Freeform 124" id="124"/>
            <p:cNvSpPr/>
            <p:nvPr/>
          </p:nvSpPr>
          <p:spPr>
            <a:xfrm flipH="false" flipV="false" rot="0">
              <a:off x="127" y="127"/>
              <a:ext cx="338201" cy="34925"/>
            </a:xfrm>
            <a:custGeom>
              <a:avLst/>
              <a:gdLst/>
              <a:ahLst/>
              <a:cxnLst/>
              <a:rect r="r" b="b" t="t" l="l"/>
              <a:pathLst>
                <a:path h="34925" w="338201">
                  <a:moveTo>
                    <a:pt x="30226" y="0"/>
                  </a:moveTo>
                  <a:cubicBezTo>
                    <a:pt x="13970" y="0"/>
                    <a:pt x="0" y="11557"/>
                    <a:pt x="0" y="27940"/>
                  </a:cubicBezTo>
                  <a:lnTo>
                    <a:pt x="0" y="34925"/>
                  </a:lnTo>
                  <a:cubicBezTo>
                    <a:pt x="0" y="18669"/>
                    <a:pt x="13970" y="4572"/>
                    <a:pt x="30226" y="4572"/>
                  </a:cubicBezTo>
                  <a:lnTo>
                    <a:pt x="310134" y="4572"/>
                  </a:lnTo>
                  <a:cubicBezTo>
                    <a:pt x="326517" y="4572"/>
                    <a:pt x="338201" y="18669"/>
                    <a:pt x="338201" y="34925"/>
                  </a:cubicBezTo>
                  <a:lnTo>
                    <a:pt x="338201" y="27940"/>
                  </a:lnTo>
                  <a:cubicBezTo>
                    <a:pt x="338201" y="11684"/>
                    <a:pt x="326517" y="0"/>
                    <a:pt x="310134" y="0"/>
                  </a:cubicBezTo>
                  <a:close/>
                </a:path>
              </a:pathLst>
            </a:custGeom>
            <a:solidFill>
              <a:srgbClr val="003284"/>
            </a:solidFill>
          </p:spPr>
        </p:sp>
      </p:grpSp>
      <p:grpSp>
        <p:nvGrpSpPr>
          <p:cNvPr name="Group 125" id="125"/>
          <p:cNvGrpSpPr/>
          <p:nvPr/>
        </p:nvGrpSpPr>
        <p:grpSpPr>
          <a:xfrm rot="0">
            <a:off x="15671044" y="6720414"/>
            <a:ext cx="253704" cy="26272"/>
            <a:chOff x="0" y="0"/>
            <a:chExt cx="338272" cy="35029"/>
          </a:xfrm>
        </p:grpSpPr>
        <p:sp>
          <p:nvSpPr>
            <p:cNvPr name="Freeform 126" id="126"/>
            <p:cNvSpPr/>
            <p:nvPr/>
          </p:nvSpPr>
          <p:spPr>
            <a:xfrm flipH="false" flipV="false" rot="0">
              <a:off x="127" y="0"/>
              <a:ext cx="338201" cy="34925"/>
            </a:xfrm>
            <a:custGeom>
              <a:avLst/>
              <a:gdLst/>
              <a:ahLst/>
              <a:cxnLst/>
              <a:rect r="r" b="b" t="t" l="l"/>
              <a:pathLst>
                <a:path h="34925" w="338201">
                  <a:moveTo>
                    <a:pt x="27940" y="0"/>
                  </a:moveTo>
                  <a:cubicBezTo>
                    <a:pt x="11557" y="0"/>
                    <a:pt x="0" y="11684"/>
                    <a:pt x="0" y="27940"/>
                  </a:cubicBezTo>
                  <a:lnTo>
                    <a:pt x="0" y="34925"/>
                  </a:lnTo>
                  <a:cubicBezTo>
                    <a:pt x="0" y="18669"/>
                    <a:pt x="11557" y="4699"/>
                    <a:pt x="27940" y="4699"/>
                  </a:cubicBezTo>
                  <a:lnTo>
                    <a:pt x="307848" y="4699"/>
                  </a:lnTo>
                  <a:cubicBezTo>
                    <a:pt x="324104" y="4699"/>
                    <a:pt x="338201" y="18669"/>
                    <a:pt x="338201" y="34925"/>
                  </a:cubicBezTo>
                  <a:lnTo>
                    <a:pt x="338201" y="27940"/>
                  </a:lnTo>
                  <a:cubicBezTo>
                    <a:pt x="338201" y="11684"/>
                    <a:pt x="324104" y="0"/>
                    <a:pt x="307848" y="0"/>
                  </a:cubicBezTo>
                  <a:close/>
                </a:path>
              </a:pathLst>
            </a:custGeom>
            <a:solidFill>
              <a:srgbClr val="003284"/>
            </a:solidFill>
          </p:spPr>
        </p:sp>
      </p:grpSp>
      <p:grpSp>
        <p:nvGrpSpPr>
          <p:cNvPr name="Group 127" id="127"/>
          <p:cNvGrpSpPr/>
          <p:nvPr/>
        </p:nvGrpSpPr>
        <p:grpSpPr>
          <a:xfrm rot="0">
            <a:off x="16013894" y="7343136"/>
            <a:ext cx="253704" cy="26272"/>
            <a:chOff x="0" y="0"/>
            <a:chExt cx="338272" cy="35029"/>
          </a:xfrm>
        </p:grpSpPr>
        <p:sp>
          <p:nvSpPr>
            <p:cNvPr name="Freeform 128" id="128"/>
            <p:cNvSpPr/>
            <p:nvPr/>
          </p:nvSpPr>
          <p:spPr>
            <a:xfrm flipH="false" flipV="false" rot="0">
              <a:off x="127" y="0"/>
              <a:ext cx="338201" cy="35052"/>
            </a:xfrm>
            <a:custGeom>
              <a:avLst/>
              <a:gdLst/>
              <a:ahLst/>
              <a:cxnLst/>
              <a:rect r="r" b="b" t="t" l="l"/>
              <a:pathLst>
                <a:path h="35052" w="338201">
                  <a:moveTo>
                    <a:pt x="30226" y="0"/>
                  </a:moveTo>
                  <a:cubicBezTo>
                    <a:pt x="13970" y="0"/>
                    <a:pt x="0" y="11684"/>
                    <a:pt x="0" y="28067"/>
                  </a:cubicBezTo>
                  <a:lnTo>
                    <a:pt x="0" y="35052"/>
                  </a:lnTo>
                  <a:cubicBezTo>
                    <a:pt x="0" y="18669"/>
                    <a:pt x="13970" y="4699"/>
                    <a:pt x="30226" y="4699"/>
                  </a:cubicBezTo>
                  <a:lnTo>
                    <a:pt x="310134" y="4699"/>
                  </a:lnTo>
                  <a:cubicBezTo>
                    <a:pt x="326517" y="4699"/>
                    <a:pt x="338201" y="18669"/>
                    <a:pt x="338201" y="35052"/>
                  </a:cubicBezTo>
                  <a:lnTo>
                    <a:pt x="338201" y="28067"/>
                  </a:lnTo>
                  <a:cubicBezTo>
                    <a:pt x="338201" y="11684"/>
                    <a:pt x="326517" y="0"/>
                    <a:pt x="310134" y="0"/>
                  </a:cubicBezTo>
                  <a:close/>
                </a:path>
              </a:pathLst>
            </a:custGeom>
            <a:solidFill>
              <a:srgbClr val="003284"/>
            </a:solidFill>
          </p:spPr>
        </p:sp>
      </p:grpSp>
      <p:grpSp>
        <p:nvGrpSpPr>
          <p:cNvPr name="Group 129" id="129"/>
          <p:cNvGrpSpPr/>
          <p:nvPr/>
        </p:nvGrpSpPr>
        <p:grpSpPr>
          <a:xfrm rot="0">
            <a:off x="14983610" y="6720414"/>
            <a:ext cx="253704" cy="26272"/>
            <a:chOff x="0" y="0"/>
            <a:chExt cx="338272" cy="35029"/>
          </a:xfrm>
        </p:grpSpPr>
        <p:sp>
          <p:nvSpPr>
            <p:cNvPr name="Freeform 130" id="130"/>
            <p:cNvSpPr/>
            <p:nvPr/>
          </p:nvSpPr>
          <p:spPr>
            <a:xfrm flipH="false" flipV="false" rot="0">
              <a:off x="0" y="0"/>
              <a:ext cx="338201" cy="34925"/>
            </a:xfrm>
            <a:custGeom>
              <a:avLst/>
              <a:gdLst/>
              <a:ahLst/>
              <a:cxnLst/>
              <a:rect r="r" b="b" t="t" l="l"/>
              <a:pathLst>
                <a:path h="34925" w="338201">
                  <a:moveTo>
                    <a:pt x="28067" y="0"/>
                  </a:moveTo>
                  <a:cubicBezTo>
                    <a:pt x="11684" y="0"/>
                    <a:pt x="0" y="11684"/>
                    <a:pt x="0" y="27940"/>
                  </a:cubicBezTo>
                  <a:lnTo>
                    <a:pt x="0" y="34925"/>
                  </a:lnTo>
                  <a:cubicBezTo>
                    <a:pt x="0" y="18669"/>
                    <a:pt x="11684" y="4699"/>
                    <a:pt x="28067" y="4699"/>
                  </a:cubicBezTo>
                  <a:lnTo>
                    <a:pt x="307975" y="4699"/>
                  </a:lnTo>
                  <a:cubicBezTo>
                    <a:pt x="324231" y="4699"/>
                    <a:pt x="338201" y="18669"/>
                    <a:pt x="338201" y="34925"/>
                  </a:cubicBezTo>
                  <a:lnTo>
                    <a:pt x="338201" y="27940"/>
                  </a:lnTo>
                  <a:cubicBezTo>
                    <a:pt x="338201" y="11684"/>
                    <a:pt x="324231" y="0"/>
                    <a:pt x="307975" y="0"/>
                  </a:cubicBezTo>
                  <a:close/>
                </a:path>
              </a:pathLst>
            </a:custGeom>
            <a:solidFill>
              <a:srgbClr val="003284"/>
            </a:solidFill>
          </p:spPr>
        </p:sp>
      </p:grpSp>
      <p:grpSp>
        <p:nvGrpSpPr>
          <p:cNvPr name="Group 131" id="131"/>
          <p:cNvGrpSpPr/>
          <p:nvPr/>
        </p:nvGrpSpPr>
        <p:grpSpPr>
          <a:xfrm rot="0">
            <a:off x="14983610" y="7031750"/>
            <a:ext cx="253704" cy="26324"/>
            <a:chOff x="0" y="0"/>
            <a:chExt cx="338272" cy="35099"/>
          </a:xfrm>
        </p:grpSpPr>
        <p:sp>
          <p:nvSpPr>
            <p:cNvPr name="Freeform 132" id="132"/>
            <p:cNvSpPr/>
            <p:nvPr/>
          </p:nvSpPr>
          <p:spPr>
            <a:xfrm flipH="false" flipV="false" rot="0">
              <a:off x="0" y="127"/>
              <a:ext cx="338201" cy="34925"/>
            </a:xfrm>
            <a:custGeom>
              <a:avLst/>
              <a:gdLst/>
              <a:ahLst/>
              <a:cxnLst/>
              <a:rect r="r" b="b" t="t" l="l"/>
              <a:pathLst>
                <a:path h="34925" w="338201">
                  <a:moveTo>
                    <a:pt x="28067" y="0"/>
                  </a:moveTo>
                  <a:cubicBezTo>
                    <a:pt x="11684" y="0"/>
                    <a:pt x="0" y="11557"/>
                    <a:pt x="0" y="27940"/>
                  </a:cubicBezTo>
                  <a:lnTo>
                    <a:pt x="0" y="34925"/>
                  </a:lnTo>
                  <a:cubicBezTo>
                    <a:pt x="0" y="18669"/>
                    <a:pt x="11684" y="4572"/>
                    <a:pt x="28067" y="4572"/>
                  </a:cubicBezTo>
                  <a:lnTo>
                    <a:pt x="307975" y="4572"/>
                  </a:lnTo>
                  <a:cubicBezTo>
                    <a:pt x="324231" y="4572"/>
                    <a:pt x="338201" y="18669"/>
                    <a:pt x="338201" y="34925"/>
                  </a:cubicBezTo>
                  <a:lnTo>
                    <a:pt x="338201" y="27940"/>
                  </a:lnTo>
                  <a:cubicBezTo>
                    <a:pt x="338201" y="11684"/>
                    <a:pt x="324231" y="0"/>
                    <a:pt x="307975" y="0"/>
                  </a:cubicBezTo>
                  <a:close/>
                </a:path>
              </a:pathLst>
            </a:custGeom>
            <a:solidFill>
              <a:srgbClr val="003284"/>
            </a:solidFill>
          </p:spPr>
        </p:sp>
      </p:grpSp>
      <p:grpSp>
        <p:nvGrpSpPr>
          <p:cNvPr name="Group 133" id="133"/>
          <p:cNvGrpSpPr/>
          <p:nvPr/>
        </p:nvGrpSpPr>
        <p:grpSpPr>
          <a:xfrm rot="0">
            <a:off x="14983610" y="6122128"/>
            <a:ext cx="253704" cy="26324"/>
            <a:chOff x="0" y="0"/>
            <a:chExt cx="338272" cy="35099"/>
          </a:xfrm>
        </p:grpSpPr>
        <p:sp>
          <p:nvSpPr>
            <p:cNvPr name="Freeform 134" id="134"/>
            <p:cNvSpPr/>
            <p:nvPr/>
          </p:nvSpPr>
          <p:spPr>
            <a:xfrm flipH="false" flipV="false" rot="0">
              <a:off x="0" y="0"/>
              <a:ext cx="338201" cy="35052"/>
            </a:xfrm>
            <a:custGeom>
              <a:avLst/>
              <a:gdLst/>
              <a:ahLst/>
              <a:cxnLst/>
              <a:rect r="r" b="b" t="t" l="l"/>
              <a:pathLst>
                <a:path h="35052" w="338201">
                  <a:moveTo>
                    <a:pt x="28067" y="127"/>
                  </a:moveTo>
                  <a:cubicBezTo>
                    <a:pt x="11684" y="127"/>
                    <a:pt x="0" y="14097"/>
                    <a:pt x="0" y="30353"/>
                  </a:cubicBezTo>
                  <a:lnTo>
                    <a:pt x="0" y="34925"/>
                  </a:lnTo>
                  <a:cubicBezTo>
                    <a:pt x="0" y="18796"/>
                    <a:pt x="11684" y="7112"/>
                    <a:pt x="28067" y="7112"/>
                  </a:cubicBezTo>
                  <a:lnTo>
                    <a:pt x="307975" y="7112"/>
                  </a:lnTo>
                  <a:cubicBezTo>
                    <a:pt x="324231" y="7112"/>
                    <a:pt x="338201" y="18796"/>
                    <a:pt x="338201" y="35052"/>
                  </a:cubicBezTo>
                  <a:lnTo>
                    <a:pt x="338201" y="30353"/>
                  </a:lnTo>
                  <a:cubicBezTo>
                    <a:pt x="338201" y="13970"/>
                    <a:pt x="324231" y="0"/>
                    <a:pt x="307975" y="0"/>
                  </a:cubicBezTo>
                  <a:close/>
                </a:path>
              </a:pathLst>
            </a:custGeom>
            <a:solidFill>
              <a:srgbClr val="003284"/>
            </a:solidFill>
          </p:spPr>
        </p:sp>
      </p:grpSp>
      <p:grpSp>
        <p:nvGrpSpPr>
          <p:cNvPr name="Group 135" id="135"/>
          <p:cNvGrpSpPr/>
          <p:nvPr/>
        </p:nvGrpSpPr>
        <p:grpSpPr>
          <a:xfrm rot="0">
            <a:off x="14983610" y="6409026"/>
            <a:ext cx="253704" cy="26272"/>
            <a:chOff x="0" y="0"/>
            <a:chExt cx="338272" cy="35029"/>
          </a:xfrm>
        </p:grpSpPr>
        <p:sp>
          <p:nvSpPr>
            <p:cNvPr name="Freeform 136" id="136"/>
            <p:cNvSpPr/>
            <p:nvPr/>
          </p:nvSpPr>
          <p:spPr>
            <a:xfrm flipH="false" flipV="false" rot="0">
              <a:off x="0" y="127"/>
              <a:ext cx="338201" cy="34925"/>
            </a:xfrm>
            <a:custGeom>
              <a:avLst/>
              <a:gdLst/>
              <a:ahLst/>
              <a:cxnLst/>
              <a:rect r="r" b="b" t="t" l="l"/>
              <a:pathLst>
                <a:path h="34925" w="338201">
                  <a:moveTo>
                    <a:pt x="28067" y="0"/>
                  </a:moveTo>
                  <a:cubicBezTo>
                    <a:pt x="11684" y="0"/>
                    <a:pt x="0" y="11557"/>
                    <a:pt x="0" y="27940"/>
                  </a:cubicBezTo>
                  <a:lnTo>
                    <a:pt x="0" y="34925"/>
                  </a:lnTo>
                  <a:cubicBezTo>
                    <a:pt x="0" y="18542"/>
                    <a:pt x="11684" y="4572"/>
                    <a:pt x="28067" y="4572"/>
                  </a:cubicBezTo>
                  <a:lnTo>
                    <a:pt x="307975" y="4572"/>
                  </a:lnTo>
                  <a:cubicBezTo>
                    <a:pt x="324231" y="4572"/>
                    <a:pt x="338201" y="18542"/>
                    <a:pt x="338201" y="34925"/>
                  </a:cubicBezTo>
                  <a:lnTo>
                    <a:pt x="338201" y="27940"/>
                  </a:lnTo>
                  <a:cubicBezTo>
                    <a:pt x="338201" y="11557"/>
                    <a:pt x="324231" y="0"/>
                    <a:pt x="307975" y="0"/>
                  </a:cubicBezTo>
                  <a:close/>
                </a:path>
              </a:pathLst>
            </a:custGeom>
            <a:solidFill>
              <a:srgbClr val="003284"/>
            </a:solidFill>
          </p:spPr>
        </p:sp>
      </p:grpSp>
      <p:grpSp>
        <p:nvGrpSpPr>
          <p:cNvPr name="Group 137" id="137"/>
          <p:cNvGrpSpPr/>
          <p:nvPr/>
        </p:nvGrpSpPr>
        <p:grpSpPr>
          <a:xfrm rot="0">
            <a:off x="16325282" y="5544922"/>
            <a:ext cx="223972" cy="229162"/>
            <a:chOff x="0" y="0"/>
            <a:chExt cx="298629" cy="305549"/>
          </a:xfrm>
        </p:grpSpPr>
        <p:sp>
          <p:nvSpPr>
            <p:cNvPr name="Freeform 138" id="138"/>
            <p:cNvSpPr/>
            <p:nvPr/>
          </p:nvSpPr>
          <p:spPr>
            <a:xfrm flipH="false" flipV="false" rot="0">
              <a:off x="0" y="0"/>
              <a:ext cx="298450" cy="305562"/>
            </a:xfrm>
            <a:custGeom>
              <a:avLst/>
              <a:gdLst/>
              <a:ahLst/>
              <a:cxnLst/>
              <a:rect r="r" b="b" t="t" l="l"/>
              <a:pathLst>
                <a:path h="305562" w="298450">
                  <a:moveTo>
                    <a:pt x="149225" y="0"/>
                  </a:moveTo>
                  <a:cubicBezTo>
                    <a:pt x="67691" y="0"/>
                    <a:pt x="0" y="67564"/>
                    <a:pt x="0" y="151638"/>
                  </a:cubicBezTo>
                  <a:cubicBezTo>
                    <a:pt x="0" y="237998"/>
                    <a:pt x="67691" y="305562"/>
                    <a:pt x="149225" y="305562"/>
                  </a:cubicBezTo>
                  <a:cubicBezTo>
                    <a:pt x="233172" y="305562"/>
                    <a:pt x="298450" y="237998"/>
                    <a:pt x="298450" y="151638"/>
                  </a:cubicBezTo>
                  <a:cubicBezTo>
                    <a:pt x="298577" y="67564"/>
                    <a:pt x="233299" y="0"/>
                    <a:pt x="149225" y="0"/>
                  </a:cubicBezTo>
                  <a:close/>
                </a:path>
              </a:pathLst>
            </a:custGeom>
            <a:solidFill>
              <a:srgbClr val="E0F3FF"/>
            </a:solidFill>
          </p:spPr>
        </p:sp>
      </p:grpSp>
      <p:grpSp>
        <p:nvGrpSpPr>
          <p:cNvPr name="Group 139" id="139"/>
          <p:cNvGrpSpPr/>
          <p:nvPr/>
        </p:nvGrpSpPr>
        <p:grpSpPr>
          <a:xfrm rot="0">
            <a:off x="16325282" y="5544922"/>
            <a:ext cx="223972" cy="223918"/>
            <a:chOff x="0" y="0"/>
            <a:chExt cx="298629" cy="298557"/>
          </a:xfrm>
        </p:grpSpPr>
        <p:sp>
          <p:nvSpPr>
            <p:cNvPr name="Freeform 140" id="140"/>
            <p:cNvSpPr/>
            <p:nvPr/>
          </p:nvSpPr>
          <p:spPr>
            <a:xfrm flipH="false" flipV="false" rot="0">
              <a:off x="0" y="0"/>
              <a:ext cx="298450" cy="298450"/>
            </a:xfrm>
            <a:custGeom>
              <a:avLst/>
              <a:gdLst/>
              <a:ahLst/>
              <a:cxnLst/>
              <a:rect r="r" b="b" t="t" l="l"/>
              <a:pathLst>
                <a:path h="298450" w="298450">
                  <a:moveTo>
                    <a:pt x="149225" y="0"/>
                  </a:moveTo>
                  <a:cubicBezTo>
                    <a:pt x="67691" y="0"/>
                    <a:pt x="0" y="65278"/>
                    <a:pt x="0" y="149225"/>
                  </a:cubicBezTo>
                  <a:cubicBezTo>
                    <a:pt x="0" y="230759"/>
                    <a:pt x="67691" y="298450"/>
                    <a:pt x="149225" y="298450"/>
                  </a:cubicBezTo>
                  <a:cubicBezTo>
                    <a:pt x="233172" y="298450"/>
                    <a:pt x="298450" y="230759"/>
                    <a:pt x="298450" y="149225"/>
                  </a:cubicBezTo>
                  <a:cubicBezTo>
                    <a:pt x="298577" y="65278"/>
                    <a:pt x="233299" y="0"/>
                    <a:pt x="149225" y="0"/>
                  </a:cubicBezTo>
                  <a:close/>
                </a:path>
              </a:pathLst>
            </a:custGeom>
            <a:solidFill>
              <a:srgbClr val="B6BAD7"/>
            </a:solidFill>
          </p:spPr>
        </p:sp>
      </p:grpSp>
      <p:grpSp>
        <p:nvGrpSpPr>
          <p:cNvPr name="Group 141" id="141"/>
          <p:cNvGrpSpPr/>
          <p:nvPr/>
        </p:nvGrpSpPr>
        <p:grpSpPr>
          <a:xfrm rot="0">
            <a:off x="16346258" y="5564168"/>
            <a:ext cx="183750" cy="185428"/>
            <a:chOff x="0" y="0"/>
            <a:chExt cx="245000" cy="247237"/>
          </a:xfrm>
        </p:grpSpPr>
        <p:sp>
          <p:nvSpPr>
            <p:cNvPr name="Freeform 142" id="142"/>
            <p:cNvSpPr/>
            <p:nvPr/>
          </p:nvSpPr>
          <p:spPr>
            <a:xfrm flipH="false" flipV="false" rot="0">
              <a:off x="127" y="0"/>
              <a:ext cx="244856" cy="247142"/>
            </a:xfrm>
            <a:custGeom>
              <a:avLst/>
              <a:gdLst/>
              <a:ahLst/>
              <a:cxnLst/>
              <a:rect r="r" b="b" t="t" l="l"/>
              <a:pathLst>
                <a:path h="247142" w="244856">
                  <a:moveTo>
                    <a:pt x="121158" y="0"/>
                  </a:moveTo>
                  <a:cubicBezTo>
                    <a:pt x="53594" y="0"/>
                    <a:pt x="0" y="56007"/>
                    <a:pt x="0" y="123571"/>
                  </a:cubicBezTo>
                  <a:cubicBezTo>
                    <a:pt x="0" y="191135"/>
                    <a:pt x="53594" y="247142"/>
                    <a:pt x="121285" y="247142"/>
                  </a:cubicBezTo>
                  <a:cubicBezTo>
                    <a:pt x="188976" y="247142"/>
                    <a:pt x="244856" y="191135"/>
                    <a:pt x="244856" y="123571"/>
                  </a:cubicBezTo>
                  <a:cubicBezTo>
                    <a:pt x="244856" y="56007"/>
                    <a:pt x="188849" y="0"/>
                    <a:pt x="121158" y="0"/>
                  </a:cubicBezTo>
                  <a:close/>
                </a:path>
              </a:pathLst>
            </a:custGeom>
            <a:solidFill>
              <a:srgbClr val="D0DDFF"/>
            </a:solidFill>
          </p:spPr>
        </p:sp>
      </p:grpSp>
      <p:grpSp>
        <p:nvGrpSpPr>
          <p:cNvPr name="Group 143" id="143"/>
          <p:cNvGrpSpPr/>
          <p:nvPr/>
        </p:nvGrpSpPr>
        <p:grpSpPr>
          <a:xfrm rot="0">
            <a:off x="16346258" y="5655098"/>
            <a:ext cx="183750" cy="94496"/>
            <a:chOff x="0" y="0"/>
            <a:chExt cx="245000" cy="125995"/>
          </a:xfrm>
        </p:grpSpPr>
        <p:sp>
          <p:nvSpPr>
            <p:cNvPr name="Freeform 144" id="144"/>
            <p:cNvSpPr/>
            <p:nvPr/>
          </p:nvSpPr>
          <p:spPr>
            <a:xfrm flipH="false" flipV="false" rot="0">
              <a:off x="127" y="127"/>
              <a:ext cx="244856" cy="125857"/>
            </a:xfrm>
            <a:custGeom>
              <a:avLst/>
              <a:gdLst/>
              <a:ahLst/>
              <a:cxnLst/>
              <a:rect r="r" b="b" t="t" l="l"/>
              <a:pathLst>
                <a:path h="125857" w="244856">
                  <a:moveTo>
                    <a:pt x="0" y="0"/>
                  </a:moveTo>
                  <a:cubicBezTo>
                    <a:pt x="0" y="0"/>
                    <a:pt x="0" y="2286"/>
                    <a:pt x="0" y="2286"/>
                  </a:cubicBezTo>
                  <a:cubicBezTo>
                    <a:pt x="0" y="69850"/>
                    <a:pt x="53594" y="125857"/>
                    <a:pt x="121285" y="125857"/>
                  </a:cubicBezTo>
                  <a:cubicBezTo>
                    <a:pt x="188976" y="125857"/>
                    <a:pt x="244856" y="69850"/>
                    <a:pt x="244856" y="2286"/>
                  </a:cubicBezTo>
                  <a:cubicBezTo>
                    <a:pt x="244856" y="2286"/>
                    <a:pt x="244856" y="2286"/>
                    <a:pt x="244856" y="0"/>
                  </a:cubicBezTo>
                  <a:cubicBezTo>
                    <a:pt x="244856" y="67564"/>
                    <a:pt x="188976" y="121285"/>
                    <a:pt x="121285" y="121285"/>
                  </a:cubicBezTo>
                  <a:cubicBezTo>
                    <a:pt x="53594" y="121285"/>
                    <a:pt x="0" y="67564"/>
                    <a:pt x="0" y="0"/>
                  </a:cubicBezTo>
                  <a:close/>
                </a:path>
              </a:pathLst>
            </a:custGeom>
            <a:solidFill>
              <a:srgbClr val="E0F3FF"/>
            </a:solidFill>
          </p:spPr>
        </p:sp>
      </p:grpSp>
      <p:grpSp>
        <p:nvGrpSpPr>
          <p:cNvPr name="Group 145" id="145"/>
          <p:cNvGrpSpPr/>
          <p:nvPr/>
        </p:nvGrpSpPr>
        <p:grpSpPr>
          <a:xfrm rot="0">
            <a:off x="11292294" y="5403342"/>
            <a:ext cx="137832" cy="63150"/>
            <a:chOff x="0" y="0"/>
            <a:chExt cx="183776" cy="84200"/>
          </a:xfrm>
        </p:grpSpPr>
        <p:sp>
          <p:nvSpPr>
            <p:cNvPr name="Freeform 146" id="146"/>
            <p:cNvSpPr/>
            <p:nvPr/>
          </p:nvSpPr>
          <p:spPr>
            <a:xfrm flipH="false" flipV="false" rot="0">
              <a:off x="8056" y="127"/>
              <a:ext cx="175713" cy="84074"/>
            </a:xfrm>
            <a:custGeom>
              <a:avLst/>
              <a:gdLst/>
              <a:ahLst/>
              <a:cxnLst/>
              <a:rect r="r" b="b" t="t" l="l"/>
              <a:pathLst>
                <a:path h="84074" w="175713">
                  <a:moveTo>
                    <a:pt x="2104" y="73025"/>
                  </a:moveTo>
                  <a:cubicBezTo>
                    <a:pt x="2612" y="76581"/>
                    <a:pt x="3501" y="80391"/>
                    <a:pt x="4644" y="84074"/>
                  </a:cubicBezTo>
                  <a:cubicBezTo>
                    <a:pt x="4644" y="81280"/>
                    <a:pt x="4644" y="81280"/>
                    <a:pt x="4644" y="81280"/>
                  </a:cubicBezTo>
                  <a:cubicBezTo>
                    <a:pt x="3628" y="78486"/>
                    <a:pt x="2739" y="75692"/>
                    <a:pt x="2104" y="73025"/>
                  </a:cubicBezTo>
                  <a:close/>
                  <a:moveTo>
                    <a:pt x="64461" y="0"/>
                  </a:moveTo>
                  <a:cubicBezTo>
                    <a:pt x="18741" y="0"/>
                    <a:pt x="-7929" y="33147"/>
                    <a:pt x="2104" y="73025"/>
                  </a:cubicBezTo>
                  <a:cubicBezTo>
                    <a:pt x="-4119" y="34798"/>
                    <a:pt x="22297" y="5334"/>
                    <a:pt x="64461" y="5334"/>
                  </a:cubicBezTo>
                  <a:cubicBezTo>
                    <a:pt x="113229" y="5334"/>
                    <a:pt x="162124" y="40640"/>
                    <a:pt x="175713" y="84074"/>
                  </a:cubicBezTo>
                  <a:cubicBezTo>
                    <a:pt x="175713" y="81280"/>
                    <a:pt x="175713" y="81280"/>
                    <a:pt x="175713" y="81280"/>
                  </a:cubicBezTo>
                  <a:cubicBezTo>
                    <a:pt x="161997" y="37973"/>
                    <a:pt x="110562" y="0"/>
                    <a:pt x="64461" y="0"/>
                  </a:cubicBezTo>
                  <a:close/>
                </a:path>
              </a:pathLst>
            </a:custGeom>
            <a:solidFill>
              <a:srgbClr val="FFFF4E"/>
            </a:solidFill>
          </p:spPr>
        </p:sp>
      </p:grpSp>
      <p:grpSp>
        <p:nvGrpSpPr>
          <p:cNvPr name="Group 147" id="147"/>
          <p:cNvGrpSpPr/>
          <p:nvPr/>
        </p:nvGrpSpPr>
        <p:grpSpPr>
          <a:xfrm rot="0">
            <a:off x="11528410" y="5403342"/>
            <a:ext cx="137772" cy="63150"/>
            <a:chOff x="0" y="0"/>
            <a:chExt cx="183696" cy="84200"/>
          </a:xfrm>
        </p:grpSpPr>
        <p:sp>
          <p:nvSpPr>
            <p:cNvPr name="Freeform 148" id="148"/>
            <p:cNvSpPr/>
            <p:nvPr/>
          </p:nvSpPr>
          <p:spPr>
            <a:xfrm flipH="false" flipV="false" rot="0">
              <a:off x="7929" y="127"/>
              <a:ext cx="175713" cy="84074"/>
            </a:xfrm>
            <a:custGeom>
              <a:avLst/>
              <a:gdLst/>
              <a:ahLst/>
              <a:cxnLst/>
              <a:rect r="r" b="b" t="t" l="l"/>
              <a:pathLst>
                <a:path h="84074" w="175713">
                  <a:moveTo>
                    <a:pt x="2104" y="73025"/>
                  </a:moveTo>
                  <a:cubicBezTo>
                    <a:pt x="2612" y="76581"/>
                    <a:pt x="3628" y="80391"/>
                    <a:pt x="4644" y="84074"/>
                  </a:cubicBezTo>
                  <a:cubicBezTo>
                    <a:pt x="4644" y="81280"/>
                    <a:pt x="4644" y="81280"/>
                    <a:pt x="4644" y="81280"/>
                  </a:cubicBezTo>
                  <a:cubicBezTo>
                    <a:pt x="3628" y="78486"/>
                    <a:pt x="2739" y="75692"/>
                    <a:pt x="2104" y="73025"/>
                  </a:cubicBezTo>
                  <a:close/>
                  <a:moveTo>
                    <a:pt x="64461" y="0"/>
                  </a:moveTo>
                  <a:cubicBezTo>
                    <a:pt x="18741" y="0"/>
                    <a:pt x="-7929" y="33147"/>
                    <a:pt x="2104" y="73025"/>
                  </a:cubicBezTo>
                  <a:cubicBezTo>
                    <a:pt x="-3992" y="34798"/>
                    <a:pt x="22297" y="5334"/>
                    <a:pt x="64461" y="5334"/>
                  </a:cubicBezTo>
                  <a:cubicBezTo>
                    <a:pt x="113229" y="5334"/>
                    <a:pt x="162124" y="40640"/>
                    <a:pt x="175713" y="84074"/>
                  </a:cubicBezTo>
                  <a:cubicBezTo>
                    <a:pt x="175713" y="81280"/>
                    <a:pt x="175713" y="81280"/>
                    <a:pt x="175713" y="81280"/>
                  </a:cubicBezTo>
                  <a:cubicBezTo>
                    <a:pt x="162124" y="37973"/>
                    <a:pt x="110562" y="0"/>
                    <a:pt x="64461" y="0"/>
                  </a:cubicBezTo>
                  <a:close/>
                </a:path>
              </a:pathLst>
            </a:custGeom>
            <a:solidFill>
              <a:srgbClr val="FF528A"/>
            </a:solidFill>
          </p:spPr>
        </p:sp>
      </p:grpSp>
      <p:grpSp>
        <p:nvGrpSpPr>
          <p:cNvPr name="Group 149" id="149"/>
          <p:cNvGrpSpPr/>
          <p:nvPr/>
        </p:nvGrpSpPr>
        <p:grpSpPr>
          <a:xfrm rot="0">
            <a:off x="11764464" y="5403342"/>
            <a:ext cx="137832" cy="63150"/>
            <a:chOff x="0" y="0"/>
            <a:chExt cx="183776" cy="84200"/>
          </a:xfrm>
        </p:grpSpPr>
        <p:sp>
          <p:nvSpPr>
            <p:cNvPr name="Freeform 150" id="150"/>
            <p:cNvSpPr/>
            <p:nvPr/>
          </p:nvSpPr>
          <p:spPr>
            <a:xfrm flipH="false" flipV="false" rot="0">
              <a:off x="7975" y="127"/>
              <a:ext cx="175667" cy="84074"/>
            </a:xfrm>
            <a:custGeom>
              <a:avLst/>
              <a:gdLst/>
              <a:ahLst/>
              <a:cxnLst/>
              <a:rect r="r" b="b" t="t" l="l"/>
              <a:pathLst>
                <a:path h="84074" w="175667">
                  <a:moveTo>
                    <a:pt x="2058" y="73025"/>
                  </a:moveTo>
                  <a:cubicBezTo>
                    <a:pt x="2566" y="76581"/>
                    <a:pt x="3582" y="80391"/>
                    <a:pt x="4725" y="84074"/>
                  </a:cubicBezTo>
                  <a:cubicBezTo>
                    <a:pt x="4725" y="81280"/>
                    <a:pt x="4725" y="81280"/>
                    <a:pt x="4725" y="81280"/>
                  </a:cubicBezTo>
                  <a:cubicBezTo>
                    <a:pt x="3709" y="78486"/>
                    <a:pt x="2820" y="75692"/>
                    <a:pt x="2058" y="73025"/>
                  </a:cubicBezTo>
                  <a:close/>
                  <a:moveTo>
                    <a:pt x="64415" y="0"/>
                  </a:moveTo>
                  <a:cubicBezTo>
                    <a:pt x="18822" y="0"/>
                    <a:pt x="-7848" y="33147"/>
                    <a:pt x="2058" y="73025"/>
                  </a:cubicBezTo>
                  <a:cubicBezTo>
                    <a:pt x="-4038" y="34798"/>
                    <a:pt x="22251" y="5334"/>
                    <a:pt x="64415" y="5334"/>
                  </a:cubicBezTo>
                  <a:cubicBezTo>
                    <a:pt x="113310" y="5334"/>
                    <a:pt x="162078" y="40640"/>
                    <a:pt x="175667" y="84074"/>
                  </a:cubicBezTo>
                  <a:cubicBezTo>
                    <a:pt x="175667" y="81280"/>
                    <a:pt x="175667" y="81280"/>
                    <a:pt x="175667" y="81280"/>
                  </a:cubicBezTo>
                  <a:cubicBezTo>
                    <a:pt x="162078" y="37973"/>
                    <a:pt x="113310" y="0"/>
                    <a:pt x="64415" y="0"/>
                  </a:cubicBezTo>
                  <a:close/>
                </a:path>
              </a:pathLst>
            </a:custGeom>
            <a:solidFill>
              <a:srgbClr val="45FFC6"/>
            </a:solidFill>
          </p:spPr>
        </p:sp>
      </p:grpSp>
      <p:grpSp>
        <p:nvGrpSpPr>
          <p:cNvPr name="Group 151" id="151"/>
          <p:cNvGrpSpPr/>
          <p:nvPr/>
        </p:nvGrpSpPr>
        <p:grpSpPr>
          <a:xfrm rot="0">
            <a:off x="14317152" y="4654546"/>
            <a:ext cx="52" cy="104984"/>
            <a:chOff x="0" y="0"/>
            <a:chExt cx="69" cy="139979"/>
          </a:xfrm>
        </p:grpSpPr>
        <p:sp>
          <p:nvSpPr>
            <p:cNvPr name="Freeform 152" id="152"/>
            <p:cNvSpPr/>
            <p:nvPr/>
          </p:nvSpPr>
          <p:spPr>
            <a:xfrm flipH="false" flipV="false" rot="0">
              <a:off x="0" y="0"/>
              <a:ext cx="0" cy="139954"/>
            </a:xfrm>
            <a:custGeom>
              <a:avLst/>
              <a:gdLst/>
              <a:ahLst/>
              <a:cxnLst/>
              <a:rect r="r" b="b" t="t" l="l"/>
              <a:pathLst>
                <a:path h="139954" w="0">
                  <a:moveTo>
                    <a:pt x="0" y="139954"/>
                  </a:moveTo>
                  <a:lnTo>
                    <a:pt x="0" y="0"/>
                  </a:lnTo>
                </a:path>
              </a:pathLst>
            </a:custGeom>
            <a:solidFill>
              <a:srgbClr val="1FFFC6"/>
            </a:solidFill>
          </p:spPr>
        </p:sp>
      </p:grpSp>
      <p:grpSp>
        <p:nvGrpSpPr>
          <p:cNvPr name="Group 153" id="153"/>
          <p:cNvGrpSpPr/>
          <p:nvPr/>
        </p:nvGrpSpPr>
        <p:grpSpPr>
          <a:xfrm rot="0">
            <a:off x="15615090" y="4669090"/>
            <a:ext cx="215214" cy="64816"/>
            <a:chOff x="0" y="0"/>
            <a:chExt cx="286952" cy="86421"/>
          </a:xfrm>
        </p:grpSpPr>
        <p:sp>
          <p:nvSpPr>
            <p:cNvPr name="Freeform 154" id="154"/>
            <p:cNvSpPr/>
            <p:nvPr/>
          </p:nvSpPr>
          <p:spPr>
            <a:xfrm flipH="false" flipV="false" rot="0">
              <a:off x="0" y="127"/>
              <a:ext cx="286766" cy="86233"/>
            </a:xfrm>
            <a:custGeom>
              <a:avLst/>
              <a:gdLst/>
              <a:ahLst/>
              <a:cxnLst/>
              <a:rect r="r" b="b" t="t" l="l"/>
              <a:pathLst>
                <a:path h="86233" w="286766">
                  <a:moveTo>
                    <a:pt x="44323" y="0"/>
                  </a:moveTo>
                  <a:cubicBezTo>
                    <a:pt x="21082" y="0"/>
                    <a:pt x="0" y="18669"/>
                    <a:pt x="0" y="41910"/>
                  </a:cubicBezTo>
                  <a:cubicBezTo>
                    <a:pt x="0" y="67564"/>
                    <a:pt x="21082" y="86233"/>
                    <a:pt x="44323" y="86233"/>
                  </a:cubicBezTo>
                  <a:lnTo>
                    <a:pt x="242570" y="86233"/>
                  </a:lnTo>
                  <a:cubicBezTo>
                    <a:pt x="265811" y="86233"/>
                    <a:pt x="286766" y="67564"/>
                    <a:pt x="286766" y="41910"/>
                  </a:cubicBezTo>
                  <a:cubicBezTo>
                    <a:pt x="286766" y="18669"/>
                    <a:pt x="265811" y="0"/>
                    <a:pt x="242570" y="0"/>
                  </a:cubicBezTo>
                  <a:close/>
                </a:path>
              </a:pathLst>
            </a:custGeom>
            <a:solidFill>
              <a:srgbClr val="FF3EDD"/>
            </a:solidFill>
          </p:spPr>
        </p:sp>
      </p:grpSp>
      <p:grpSp>
        <p:nvGrpSpPr>
          <p:cNvPr name="Group 155" id="155"/>
          <p:cNvGrpSpPr/>
          <p:nvPr/>
        </p:nvGrpSpPr>
        <p:grpSpPr>
          <a:xfrm rot="0">
            <a:off x="15870472" y="4669090"/>
            <a:ext cx="215214" cy="64816"/>
            <a:chOff x="0" y="0"/>
            <a:chExt cx="286952" cy="86421"/>
          </a:xfrm>
        </p:grpSpPr>
        <p:sp>
          <p:nvSpPr>
            <p:cNvPr name="Freeform 156" id="156"/>
            <p:cNvSpPr/>
            <p:nvPr/>
          </p:nvSpPr>
          <p:spPr>
            <a:xfrm flipH="false" flipV="false" rot="0">
              <a:off x="127" y="127"/>
              <a:ext cx="286639" cy="86233"/>
            </a:xfrm>
            <a:custGeom>
              <a:avLst/>
              <a:gdLst/>
              <a:ahLst/>
              <a:cxnLst/>
              <a:rect r="r" b="b" t="t" l="l"/>
              <a:pathLst>
                <a:path h="86233" w="286639">
                  <a:moveTo>
                    <a:pt x="44196" y="0"/>
                  </a:moveTo>
                  <a:cubicBezTo>
                    <a:pt x="20955" y="0"/>
                    <a:pt x="0" y="18669"/>
                    <a:pt x="0" y="41910"/>
                  </a:cubicBezTo>
                  <a:cubicBezTo>
                    <a:pt x="0" y="67564"/>
                    <a:pt x="20955" y="86233"/>
                    <a:pt x="44196" y="86233"/>
                  </a:cubicBezTo>
                  <a:lnTo>
                    <a:pt x="242443" y="86233"/>
                  </a:lnTo>
                  <a:cubicBezTo>
                    <a:pt x="265684" y="86233"/>
                    <a:pt x="286639" y="67564"/>
                    <a:pt x="286639" y="41910"/>
                  </a:cubicBezTo>
                  <a:cubicBezTo>
                    <a:pt x="286639" y="18669"/>
                    <a:pt x="265684" y="0"/>
                    <a:pt x="242443" y="0"/>
                  </a:cubicBezTo>
                  <a:close/>
                </a:path>
              </a:pathLst>
            </a:custGeom>
            <a:solidFill>
              <a:srgbClr val="FF3EDD"/>
            </a:solidFill>
          </p:spPr>
        </p:sp>
      </p:grpSp>
      <p:grpSp>
        <p:nvGrpSpPr>
          <p:cNvPr name="Group 157" id="157"/>
          <p:cNvGrpSpPr/>
          <p:nvPr/>
        </p:nvGrpSpPr>
        <p:grpSpPr>
          <a:xfrm rot="0">
            <a:off x="15293214" y="5046920"/>
            <a:ext cx="1394222" cy="64816"/>
            <a:chOff x="0" y="0"/>
            <a:chExt cx="1858963" cy="86421"/>
          </a:xfrm>
        </p:grpSpPr>
        <p:sp>
          <p:nvSpPr>
            <p:cNvPr name="Freeform 158" id="158"/>
            <p:cNvSpPr/>
            <p:nvPr/>
          </p:nvSpPr>
          <p:spPr>
            <a:xfrm flipH="false" flipV="false" rot="0">
              <a:off x="127" y="127"/>
              <a:ext cx="1858645" cy="86233"/>
            </a:xfrm>
            <a:custGeom>
              <a:avLst/>
              <a:gdLst/>
              <a:ahLst/>
              <a:cxnLst/>
              <a:rect r="r" b="b" t="t" l="l"/>
              <a:pathLst>
                <a:path h="86233" w="1858645">
                  <a:moveTo>
                    <a:pt x="44196" y="0"/>
                  </a:moveTo>
                  <a:cubicBezTo>
                    <a:pt x="20955" y="0"/>
                    <a:pt x="0" y="18669"/>
                    <a:pt x="0" y="41910"/>
                  </a:cubicBezTo>
                  <a:cubicBezTo>
                    <a:pt x="0" y="67564"/>
                    <a:pt x="20955" y="86233"/>
                    <a:pt x="44196" y="86233"/>
                  </a:cubicBezTo>
                  <a:lnTo>
                    <a:pt x="1814449" y="86233"/>
                  </a:lnTo>
                  <a:cubicBezTo>
                    <a:pt x="1837690" y="86233"/>
                    <a:pt x="1858645" y="67564"/>
                    <a:pt x="1858645" y="41910"/>
                  </a:cubicBezTo>
                  <a:cubicBezTo>
                    <a:pt x="1858645" y="18669"/>
                    <a:pt x="1837690" y="0"/>
                    <a:pt x="1814449" y="0"/>
                  </a:cubicBezTo>
                  <a:close/>
                </a:path>
              </a:pathLst>
            </a:custGeom>
            <a:solidFill>
              <a:srgbClr val="FFC400"/>
            </a:solidFill>
          </p:spPr>
        </p:sp>
      </p:grpSp>
      <p:grpSp>
        <p:nvGrpSpPr>
          <p:cNvPr name="Group 159" id="159"/>
          <p:cNvGrpSpPr/>
          <p:nvPr/>
        </p:nvGrpSpPr>
        <p:grpSpPr>
          <a:xfrm rot="0">
            <a:off x="16341014" y="5179908"/>
            <a:ext cx="272950" cy="66494"/>
            <a:chOff x="0" y="0"/>
            <a:chExt cx="363933" cy="88659"/>
          </a:xfrm>
        </p:grpSpPr>
        <p:sp>
          <p:nvSpPr>
            <p:cNvPr name="Freeform 160" id="160"/>
            <p:cNvSpPr/>
            <p:nvPr/>
          </p:nvSpPr>
          <p:spPr>
            <a:xfrm flipH="false" flipV="false" rot="0">
              <a:off x="127" y="0"/>
              <a:ext cx="363728" cy="88646"/>
            </a:xfrm>
            <a:custGeom>
              <a:avLst/>
              <a:gdLst/>
              <a:ahLst/>
              <a:cxnLst/>
              <a:rect r="r" b="b" t="t" l="l"/>
              <a:pathLst>
                <a:path h="88646" w="363728">
                  <a:moveTo>
                    <a:pt x="44196" y="0"/>
                  </a:moveTo>
                  <a:cubicBezTo>
                    <a:pt x="18542" y="0"/>
                    <a:pt x="0" y="20955"/>
                    <a:pt x="0" y="44323"/>
                  </a:cubicBezTo>
                  <a:cubicBezTo>
                    <a:pt x="0" y="69977"/>
                    <a:pt x="18542" y="88646"/>
                    <a:pt x="44196" y="88646"/>
                  </a:cubicBezTo>
                  <a:lnTo>
                    <a:pt x="319532" y="88646"/>
                  </a:lnTo>
                  <a:cubicBezTo>
                    <a:pt x="345186" y="88646"/>
                    <a:pt x="363728" y="69977"/>
                    <a:pt x="363728" y="44323"/>
                  </a:cubicBezTo>
                  <a:cubicBezTo>
                    <a:pt x="363728" y="20955"/>
                    <a:pt x="345059" y="0"/>
                    <a:pt x="319532" y="0"/>
                  </a:cubicBezTo>
                  <a:close/>
                </a:path>
              </a:pathLst>
            </a:custGeom>
            <a:solidFill>
              <a:srgbClr val="FFC400"/>
            </a:solidFill>
          </p:spPr>
        </p:sp>
      </p:grpSp>
      <p:grpSp>
        <p:nvGrpSpPr>
          <p:cNvPr name="Group 161" id="161"/>
          <p:cNvGrpSpPr/>
          <p:nvPr/>
        </p:nvGrpSpPr>
        <p:grpSpPr>
          <a:xfrm rot="0">
            <a:off x="16054168" y="5179908"/>
            <a:ext cx="246678" cy="66494"/>
            <a:chOff x="0" y="0"/>
            <a:chExt cx="328904" cy="88659"/>
          </a:xfrm>
        </p:grpSpPr>
        <p:sp>
          <p:nvSpPr>
            <p:cNvPr name="Freeform 162" id="162"/>
            <p:cNvSpPr/>
            <p:nvPr/>
          </p:nvSpPr>
          <p:spPr>
            <a:xfrm flipH="false" flipV="false" rot="0">
              <a:off x="0" y="0"/>
              <a:ext cx="328803" cy="88646"/>
            </a:xfrm>
            <a:custGeom>
              <a:avLst/>
              <a:gdLst/>
              <a:ahLst/>
              <a:cxnLst/>
              <a:rect r="r" b="b" t="t" l="l"/>
              <a:pathLst>
                <a:path h="88646" w="328803">
                  <a:moveTo>
                    <a:pt x="44323" y="0"/>
                  </a:moveTo>
                  <a:cubicBezTo>
                    <a:pt x="20955" y="0"/>
                    <a:pt x="0" y="20955"/>
                    <a:pt x="0" y="44323"/>
                  </a:cubicBezTo>
                  <a:cubicBezTo>
                    <a:pt x="0" y="69977"/>
                    <a:pt x="20955" y="88646"/>
                    <a:pt x="44323" y="88646"/>
                  </a:cubicBezTo>
                  <a:lnTo>
                    <a:pt x="284607" y="88646"/>
                  </a:lnTo>
                  <a:cubicBezTo>
                    <a:pt x="310261" y="88646"/>
                    <a:pt x="328803" y="69977"/>
                    <a:pt x="328803" y="44323"/>
                  </a:cubicBezTo>
                  <a:cubicBezTo>
                    <a:pt x="328803" y="20955"/>
                    <a:pt x="307848" y="0"/>
                    <a:pt x="284607" y="0"/>
                  </a:cubicBezTo>
                  <a:close/>
                </a:path>
              </a:pathLst>
            </a:custGeom>
            <a:solidFill>
              <a:srgbClr val="FFC400"/>
            </a:solidFill>
          </p:spPr>
        </p:sp>
      </p:grpSp>
      <p:grpSp>
        <p:nvGrpSpPr>
          <p:cNvPr name="Group 163" id="163"/>
          <p:cNvGrpSpPr/>
          <p:nvPr/>
        </p:nvGrpSpPr>
        <p:grpSpPr>
          <a:xfrm rot="0">
            <a:off x="15833764" y="4245796"/>
            <a:ext cx="1299726" cy="1091592"/>
            <a:chOff x="0" y="0"/>
            <a:chExt cx="1732968" cy="1455456"/>
          </a:xfrm>
        </p:grpSpPr>
        <p:sp>
          <p:nvSpPr>
            <p:cNvPr name="Freeform 164" id="164"/>
            <p:cNvSpPr/>
            <p:nvPr/>
          </p:nvSpPr>
          <p:spPr>
            <a:xfrm flipH="false" flipV="false" rot="0">
              <a:off x="0" y="0"/>
              <a:ext cx="1732915" cy="1455420"/>
            </a:xfrm>
            <a:custGeom>
              <a:avLst/>
              <a:gdLst/>
              <a:ahLst/>
              <a:cxnLst/>
              <a:rect r="r" b="b" t="t" l="l"/>
              <a:pathLst>
                <a:path h="1455420" w="1732915">
                  <a:moveTo>
                    <a:pt x="1455420" y="0"/>
                  </a:moveTo>
                  <a:lnTo>
                    <a:pt x="0" y="1455420"/>
                  </a:lnTo>
                  <a:lnTo>
                    <a:pt x="300863" y="1455420"/>
                  </a:lnTo>
                  <a:lnTo>
                    <a:pt x="1718945" y="37338"/>
                  </a:lnTo>
                  <a:lnTo>
                    <a:pt x="1732915" y="0"/>
                  </a:lnTo>
                  <a:close/>
                </a:path>
              </a:pathLst>
            </a:custGeom>
            <a:solidFill>
              <a:srgbClr val="E1F1FF"/>
            </a:solidFill>
          </p:spPr>
        </p:sp>
      </p:grpSp>
      <p:grpSp>
        <p:nvGrpSpPr>
          <p:cNvPr name="Group 165" id="165"/>
          <p:cNvGrpSpPr/>
          <p:nvPr/>
        </p:nvGrpSpPr>
        <p:grpSpPr>
          <a:xfrm rot="0">
            <a:off x="9985050" y="2094124"/>
            <a:ext cx="5249060" cy="3407138"/>
            <a:chOff x="0" y="0"/>
            <a:chExt cx="6998747" cy="4542851"/>
          </a:xfrm>
        </p:grpSpPr>
        <p:sp>
          <p:nvSpPr>
            <p:cNvPr name="Freeform 166" id="166"/>
            <p:cNvSpPr/>
            <p:nvPr/>
          </p:nvSpPr>
          <p:spPr>
            <a:xfrm flipH="false" flipV="false" rot="0">
              <a:off x="127" y="0"/>
              <a:ext cx="6998716" cy="4542790"/>
            </a:xfrm>
            <a:custGeom>
              <a:avLst/>
              <a:gdLst/>
              <a:ahLst/>
              <a:cxnLst/>
              <a:rect r="r" b="b" t="t" l="l"/>
              <a:pathLst>
                <a:path h="4542790" w="6998716">
                  <a:moveTo>
                    <a:pt x="170815" y="127"/>
                  </a:moveTo>
                  <a:cubicBezTo>
                    <a:pt x="75946" y="127"/>
                    <a:pt x="0" y="76073"/>
                    <a:pt x="0" y="170942"/>
                  </a:cubicBezTo>
                  <a:lnTo>
                    <a:pt x="0" y="4371848"/>
                  </a:lnTo>
                  <a:cubicBezTo>
                    <a:pt x="0" y="4466844"/>
                    <a:pt x="75946" y="4542790"/>
                    <a:pt x="170942" y="4542790"/>
                  </a:cubicBezTo>
                  <a:lnTo>
                    <a:pt x="6824980" y="4542790"/>
                  </a:lnTo>
                  <a:cubicBezTo>
                    <a:pt x="6919975" y="4542790"/>
                    <a:pt x="6998716" y="4466844"/>
                    <a:pt x="6998716" y="4371848"/>
                  </a:cubicBezTo>
                  <a:lnTo>
                    <a:pt x="6998716" y="170942"/>
                  </a:lnTo>
                  <a:cubicBezTo>
                    <a:pt x="6998716" y="75946"/>
                    <a:pt x="6920103" y="0"/>
                    <a:pt x="6824980" y="0"/>
                  </a:cubicBezTo>
                  <a:close/>
                </a:path>
              </a:pathLst>
            </a:custGeom>
            <a:solidFill>
              <a:srgbClr val="B8BDFF"/>
            </a:solidFill>
          </p:spPr>
        </p:sp>
      </p:grpSp>
      <p:grpSp>
        <p:nvGrpSpPr>
          <p:cNvPr name="Group 167" id="167"/>
          <p:cNvGrpSpPr/>
          <p:nvPr/>
        </p:nvGrpSpPr>
        <p:grpSpPr>
          <a:xfrm rot="0">
            <a:off x="9985050" y="2094124"/>
            <a:ext cx="5249060" cy="549624"/>
            <a:chOff x="0" y="0"/>
            <a:chExt cx="6998747" cy="732832"/>
          </a:xfrm>
        </p:grpSpPr>
        <p:sp>
          <p:nvSpPr>
            <p:cNvPr name="Freeform 168" id="168"/>
            <p:cNvSpPr/>
            <p:nvPr/>
          </p:nvSpPr>
          <p:spPr>
            <a:xfrm flipH="false" flipV="false" rot="0">
              <a:off x="127" y="0"/>
              <a:ext cx="6998589" cy="732790"/>
            </a:xfrm>
            <a:custGeom>
              <a:avLst/>
              <a:gdLst/>
              <a:ahLst/>
              <a:cxnLst/>
              <a:rect r="r" b="b" t="t" l="l"/>
              <a:pathLst>
                <a:path h="732790" w="6998589">
                  <a:moveTo>
                    <a:pt x="197993" y="127"/>
                  </a:moveTo>
                  <a:cubicBezTo>
                    <a:pt x="89535" y="127"/>
                    <a:pt x="0" y="86868"/>
                    <a:pt x="0" y="198120"/>
                  </a:cubicBezTo>
                  <a:lnTo>
                    <a:pt x="0" y="732790"/>
                  </a:lnTo>
                  <a:lnTo>
                    <a:pt x="6998589" y="732790"/>
                  </a:lnTo>
                  <a:lnTo>
                    <a:pt x="6998589" y="198120"/>
                  </a:lnTo>
                  <a:cubicBezTo>
                    <a:pt x="6998589" y="89535"/>
                    <a:pt x="6909054" y="0"/>
                    <a:pt x="6800470" y="0"/>
                  </a:cubicBezTo>
                  <a:close/>
                </a:path>
              </a:pathLst>
            </a:custGeom>
            <a:solidFill>
              <a:srgbClr val="35C2DF"/>
            </a:solidFill>
          </p:spPr>
        </p:sp>
      </p:grpSp>
      <p:grpSp>
        <p:nvGrpSpPr>
          <p:cNvPr name="Group 169" id="169"/>
          <p:cNvGrpSpPr/>
          <p:nvPr/>
        </p:nvGrpSpPr>
        <p:grpSpPr>
          <a:xfrm rot="0">
            <a:off x="10196760" y="2808510"/>
            <a:ext cx="4835866" cy="2513634"/>
            <a:chOff x="0" y="0"/>
            <a:chExt cx="6447821" cy="3351512"/>
          </a:xfrm>
        </p:grpSpPr>
        <p:sp>
          <p:nvSpPr>
            <p:cNvPr name="Freeform 170" id="170"/>
            <p:cNvSpPr/>
            <p:nvPr/>
          </p:nvSpPr>
          <p:spPr>
            <a:xfrm flipH="false" flipV="false" rot="0">
              <a:off x="0" y="0"/>
              <a:ext cx="6447790" cy="3351403"/>
            </a:xfrm>
            <a:custGeom>
              <a:avLst/>
              <a:gdLst/>
              <a:ahLst/>
              <a:cxnLst/>
              <a:rect r="r" b="b" t="t" l="l"/>
              <a:pathLst>
                <a:path h="3351403" w="6447790">
                  <a:moveTo>
                    <a:pt x="6306693" y="3351403"/>
                  </a:moveTo>
                  <a:lnTo>
                    <a:pt x="141097" y="3351403"/>
                  </a:lnTo>
                  <a:cubicBezTo>
                    <a:pt x="62357" y="3351403"/>
                    <a:pt x="0" y="3289046"/>
                    <a:pt x="0" y="3210306"/>
                  </a:cubicBezTo>
                  <a:lnTo>
                    <a:pt x="0" y="141097"/>
                  </a:lnTo>
                  <a:cubicBezTo>
                    <a:pt x="0" y="62484"/>
                    <a:pt x="62357" y="0"/>
                    <a:pt x="141097" y="0"/>
                  </a:cubicBezTo>
                  <a:lnTo>
                    <a:pt x="6306693" y="0"/>
                  </a:lnTo>
                  <a:cubicBezTo>
                    <a:pt x="6385306" y="0"/>
                    <a:pt x="6447790" y="62484"/>
                    <a:pt x="6447790" y="141097"/>
                  </a:cubicBezTo>
                  <a:lnTo>
                    <a:pt x="6447790" y="3210306"/>
                  </a:lnTo>
                  <a:cubicBezTo>
                    <a:pt x="6447790" y="3288919"/>
                    <a:pt x="6385306" y="3351403"/>
                    <a:pt x="6306693" y="3351403"/>
                  </a:cubicBezTo>
                  <a:close/>
                </a:path>
              </a:pathLst>
            </a:custGeom>
            <a:solidFill>
              <a:srgbClr val="240860"/>
            </a:solidFill>
          </p:spPr>
        </p:sp>
      </p:grpSp>
      <p:grpSp>
        <p:nvGrpSpPr>
          <p:cNvPr name="Group 171" id="171"/>
          <p:cNvGrpSpPr/>
          <p:nvPr/>
        </p:nvGrpSpPr>
        <p:grpSpPr>
          <a:xfrm rot="0">
            <a:off x="10316298" y="2934210"/>
            <a:ext cx="155738" cy="273740"/>
            <a:chOff x="0" y="0"/>
            <a:chExt cx="207651" cy="364987"/>
          </a:xfrm>
        </p:grpSpPr>
        <p:sp>
          <p:nvSpPr>
            <p:cNvPr name="Freeform 172" id="172"/>
            <p:cNvSpPr/>
            <p:nvPr/>
          </p:nvSpPr>
          <p:spPr>
            <a:xfrm flipH="false" flipV="false" rot="0">
              <a:off x="0" y="-33"/>
              <a:ext cx="207725" cy="365112"/>
            </a:xfrm>
            <a:custGeom>
              <a:avLst/>
              <a:gdLst/>
              <a:ahLst/>
              <a:cxnLst/>
              <a:rect r="r" b="b" t="t" l="l"/>
              <a:pathLst>
                <a:path h="365112" w="207725">
                  <a:moveTo>
                    <a:pt x="199644" y="47277"/>
                  </a:moveTo>
                  <a:lnTo>
                    <a:pt x="47752" y="201963"/>
                  </a:lnTo>
                  <a:lnTo>
                    <a:pt x="27940" y="182532"/>
                  </a:lnTo>
                  <a:lnTo>
                    <a:pt x="47752" y="163101"/>
                  </a:lnTo>
                  <a:lnTo>
                    <a:pt x="199644" y="317787"/>
                  </a:lnTo>
                  <a:cubicBezTo>
                    <a:pt x="210439" y="328709"/>
                    <a:pt x="210185" y="346362"/>
                    <a:pt x="199263" y="357157"/>
                  </a:cubicBezTo>
                  <a:cubicBezTo>
                    <a:pt x="188341" y="367952"/>
                    <a:pt x="170688" y="367698"/>
                    <a:pt x="159893" y="356776"/>
                  </a:cubicBezTo>
                  <a:lnTo>
                    <a:pt x="8001" y="201963"/>
                  </a:lnTo>
                  <a:cubicBezTo>
                    <a:pt x="-2667" y="191168"/>
                    <a:pt x="-2667" y="173769"/>
                    <a:pt x="8001" y="162974"/>
                  </a:cubicBezTo>
                  <a:lnTo>
                    <a:pt x="160020" y="8288"/>
                  </a:lnTo>
                  <a:cubicBezTo>
                    <a:pt x="170815" y="-2634"/>
                    <a:pt x="188341" y="-2761"/>
                    <a:pt x="199390" y="7907"/>
                  </a:cubicBezTo>
                  <a:cubicBezTo>
                    <a:pt x="210439" y="18575"/>
                    <a:pt x="210439" y="36228"/>
                    <a:pt x="199771" y="47277"/>
                  </a:cubicBezTo>
                  <a:close/>
                </a:path>
              </a:pathLst>
            </a:custGeom>
            <a:solidFill>
              <a:srgbClr val="12D77E"/>
            </a:solidFill>
          </p:spPr>
        </p:sp>
      </p:grpSp>
      <p:grpSp>
        <p:nvGrpSpPr>
          <p:cNvPr name="Group 173" id="173"/>
          <p:cNvGrpSpPr/>
          <p:nvPr/>
        </p:nvGrpSpPr>
        <p:grpSpPr>
          <a:xfrm rot="0">
            <a:off x="10721294" y="2934210"/>
            <a:ext cx="157812" cy="273740"/>
            <a:chOff x="0" y="0"/>
            <a:chExt cx="210416" cy="364987"/>
          </a:xfrm>
        </p:grpSpPr>
        <p:sp>
          <p:nvSpPr>
            <p:cNvPr name="Freeform 174" id="174"/>
            <p:cNvSpPr/>
            <p:nvPr/>
          </p:nvSpPr>
          <p:spPr>
            <a:xfrm flipH="false" flipV="false" rot="0">
              <a:off x="-63" y="-16"/>
              <a:ext cx="210344" cy="365077"/>
            </a:xfrm>
            <a:custGeom>
              <a:avLst/>
              <a:gdLst/>
              <a:ahLst/>
              <a:cxnLst/>
              <a:rect r="r" b="b" t="t" l="l"/>
              <a:pathLst>
                <a:path h="365077" w="210344">
                  <a:moveTo>
                    <a:pt x="47561" y="8144"/>
                  </a:moveTo>
                  <a:lnTo>
                    <a:pt x="202247" y="162830"/>
                  </a:lnTo>
                  <a:cubicBezTo>
                    <a:pt x="213042" y="173625"/>
                    <a:pt x="213042" y="191278"/>
                    <a:pt x="202247" y="202200"/>
                  </a:cubicBezTo>
                  <a:lnTo>
                    <a:pt x="47561" y="356886"/>
                  </a:lnTo>
                  <a:cubicBezTo>
                    <a:pt x="36766" y="367808"/>
                    <a:pt x="19113" y="367808"/>
                    <a:pt x="8191" y="356886"/>
                  </a:cubicBezTo>
                  <a:cubicBezTo>
                    <a:pt x="-2731" y="345964"/>
                    <a:pt x="-2731" y="328438"/>
                    <a:pt x="8191" y="317516"/>
                  </a:cubicBezTo>
                  <a:lnTo>
                    <a:pt x="162877" y="162830"/>
                  </a:lnTo>
                  <a:lnTo>
                    <a:pt x="182562" y="182515"/>
                  </a:lnTo>
                  <a:lnTo>
                    <a:pt x="162877" y="202200"/>
                  </a:lnTo>
                  <a:lnTo>
                    <a:pt x="8318" y="47514"/>
                  </a:lnTo>
                  <a:cubicBezTo>
                    <a:pt x="-2604" y="36592"/>
                    <a:pt x="-2604" y="19066"/>
                    <a:pt x="8318" y="8144"/>
                  </a:cubicBezTo>
                  <a:cubicBezTo>
                    <a:pt x="19240" y="-2778"/>
                    <a:pt x="36766" y="-2651"/>
                    <a:pt x="47688" y="8144"/>
                  </a:cubicBezTo>
                  <a:close/>
                </a:path>
              </a:pathLst>
            </a:custGeom>
            <a:solidFill>
              <a:srgbClr val="12D77E"/>
            </a:solidFill>
          </p:spPr>
        </p:sp>
      </p:grpSp>
      <p:grpSp>
        <p:nvGrpSpPr>
          <p:cNvPr name="Group 175" id="175"/>
          <p:cNvGrpSpPr/>
          <p:nvPr/>
        </p:nvGrpSpPr>
        <p:grpSpPr>
          <a:xfrm rot="0">
            <a:off x="10527948" y="2934210"/>
            <a:ext cx="133344" cy="294120"/>
            <a:chOff x="0" y="0"/>
            <a:chExt cx="177792" cy="392160"/>
          </a:xfrm>
        </p:grpSpPr>
        <p:sp>
          <p:nvSpPr>
            <p:cNvPr name="Freeform 176" id="176"/>
            <p:cNvSpPr/>
            <p:nvPr/>
          </p:nvSpPr>
          <p:spPr>
            <a:xfrm flipH="false" flipV="false" rot="0">
              <a:off x="123" y="-4"/>
              <a:ext cx="177696" cy="392072"/>
            </a:xfrm>
            <a:custGeom>
              <a:avLst/>
              <a:gdLst/>
              <a:ahLst/>
              <a:cxnLst/>
              <a:rect r="r" b="b" t="t" l="l"/>
              <a:pathLst>
                <a:path h="392072" w="177696">
                  <a:moveTo>
                    <a:pt x="1655" y="354842"/>
                  </a:moveTo>
                  <a:lnTo>
                    <a:pt x="123702" y="18292"/>
                  </a:lnTo>
                  <a:cubicBezTo>
                    <a:pt x="129036" y="3941"/>
                    <a:pt x="144911" y="-3552"/>
                    <a:pt x="159389" y="1655"/>
                  </a:cubicBezTo>
                  <a:cubicBezTo>
                    <a:pt x="173867" y="6862"/>
                    <a:pt x="181233" y="22864"/>
                    <a:pt x="176026" y="37215"/>
                  </a:cubicBezTo>
                  <a:lnTo>
                    <a:pt x="53852" y="373765"/>
                  </a:lnTo>
                  <a:cubicBezTo>
                    <a:pt x="48645" y="388243"/>
                    <a:pt x="32643" y="395609"/>
                    <a:pt x="18292" y="390402"/>
                  </a:cubicBezTo>
                  <a:cubicBezTo>
                    <a:pt x="3941" y="385195"/>
                    <a:pt x="-3552" y="369193"/>
                    <a:pt x="1655" y="354842"/>
                  </a:cubicBezTo>
                  <a:close/>
                </a:path>
              </a:pathLst>
            </a:custGeom>
            <a:solidFill>
              <a:srgbClr val="12D77E"/>
            </a:solidFill>
          </p:spPr>
        </p:sp>
      </p:grpSp>
      <p:grpSp>
        <p:nvGrpSpPr>
          <p:cNvPr name="Group 177" id="177"/>
          <p:cNvGrpSpPr/>
          <p:nvPr/>
        </p:nvGrpSpPr>
        <p:grpSpPr>
          <a:xfrm rot="0">
            <a:off x="10947694" y="3176838"/>
            <a:ext cx="65226" cy="65226"/>
            <a:chOff x="0" y="0"/>
            <a:chExt cx="86968" cy="86968"/>
          </a:xfrm>
        </p:grpSpPr>
        <p:sp>
          <p:nvSpPr>
            <p:cNvPr name="Freeform 178" id="178"/>
            <p:cNvSpPr/>
            <p:nvPr/>
          </p:nvSpPr>
          <p:spPr>
            <a:xfrm flipH="false" flipV="false" rot="0">
              <a:off x="127" y="127"/>
              <a:ext cx="86741" cy="86741"/>
            </a:xfrm>
            <a:custGeom>
              <a:avLst/>
              <a:gdLst/>
              <a:ahLst/>
              <a:cxnLst/>
              <a:rect r="r" b="b" t="t" l="l"/>
              <a:pathLst>
                <a:path h="86741" w="86741">
                  <a:moveTo>
                    <a:pt x="43434" y="0"/>
                  </a:moveTo>
                  <a:cubicBezTo>
                    <a:pt x="18923" y="0"/>
                    <a:pt x="0" y="18923"/>
                    <a:pt x="0" y="43434"/>
                  </a:cubicBezTo>
                  <a:cubicBezTo>
                    <a:pt x="0" y="65151"/>
                    <a:pt x="18923" y="86741"/>
                    <a:pt x="43434" y="86741"/>
                  </a:cubicBezTo>
                  <a:cubicBezTo>
                    <a:pt x="67945" y="86741"/>
                    <a:pt x="86741" y="65151"/>
                    <a:pt x="86741" y="43434"/>
                  </a:cubicBezTo>
                  <a:cubicBezTo>
                    <a:pt x="86741" y="18923"/>
                    <a:pt x="67818" y="0"/>
                    <a:pt x="43434" y="0"/>
                  </a:cubicBezTo>
                  <a:close/>
                </a:path>
              </a:pathLst>
            </a:custGeom>
            <a:solidFill>
              <a:srgbClr val="12D77E"/>
            </a:solidFill>
          </p:spPr>
        </p:sp>
      </p:grpSp>
      <p:grpSp>
        <p:nvGrpSpPr>
          <p:cNvPr name="Group 179" id="179"/>
          <p:cNvGrpSpPr/>
          <p:nvPr/>
        </p:nvGrpSpPr>
        <p:grpSpPr>
          <a:xfrm rot="0">
            <a:off x="11043368" y="3176838"/>
            <a:ext cx="65164" cy="65226"/>
            <a:chOff x="0" y="0"/>
            <a:chExt cx="86885" cy="86968"/>
          </a:xfrm>
        </p:grpSpPr>
        <p:sp>
          <p:nvSpPr>
            <p:cNvPr name="Freeform 180" id="180"/>
            <p:cNvSpPr/>
            <p:nvPr/>
          </p:nvSpPr>
          <p:spPr>
            <a:xfrm flipH="false" flipV="false" rot="0">
              <a:off x="0" y="127"/>
              <a:ext cx="86868" cy="86741"/>
            </a:xfrm>
            <a:custGeom>
              <a:avLst/>
              <a:gdLst/>
              <a:ahLst/>
              <a:cxnLst/>
              <a:rect r="r" b="b" t="t" l="l"/>
              <a:pathLst>
                <a:path h="86741" w="86868">
                  <a:moveTo>
                    <a:pt x="43434" y="0"/>
                  </a:moveTo>
                  <a:cubicBezTo>
                    <a:pt x="21717" y="0"/>
                    <a:pt x="0" y="18923"/>
                    <a:pt x="0" y="43434"/>
                  </a:cubicBezTo>
                  <a:cubicBezTo>
                    <a:pt x="0" y="65151"/>
                    <a:pt x="21717" y="86741"/>
                    <a:pt x="43434" y="86741"/>
                  </a:cubicBezTo>
                  <a:cubicBezTo>
                    <a:pt x="67818" y="86741"/>
                    <a:pt x="86868" y="65151"/>
                    <a:pt x="86868" y="43434"/>
                  </a:cubicBezTo>
                  <a:cubicBezTo>
                    <a:pt x="86868" y="18923"/>
                    <a:pt x="67818" y="0"/>
                    <a:pt x="43434" y="0"/>
                  </a:cubicBezTo>
                  <a:close/>
                </a:path>
              </a:pathLst>
            </a:custGeom>
            <a:solidFill>
              <a:srgbClr val="12D77E"/>
            </a:solidFill>
          </p:spPr>
        </p:sp>
      </p:grpSp>
      <p:grpSp>
        <p:nvGrpSpPr>
          <p:cNvPr name="Group 181" id="181"/>
          <p:cNvGrpSpPr/>
          <p:nvPr/>
        </p:nvGrpSpPr>
        <p:grpSpPr>
          <a:xfrm rot="0">
            <a:off x="11179728" y="3176838"/>
            <a:ext cx="65164" cy="65226"/>
            <a:chOff x="0" y="0"/>
            <a:chExt cx="86885" cy="86968"/>
          </a:xfrm>
        </p:grpSpPr>
        <p:sp>
          <p:nvSpPr>
            <p:cNvPr name="Freeform 182" id="182"/>
            <p:cNvSpPr/>
            <p:nvPr/>
          </p:nvSpPr>
          <p:spPr>
            <a:xfrm flipH="false" flipV="false" rot="0">
              <a:off x="0" y="127"/>
              <a:ext cx="86868" cy="86741"/>
            </a:xfrm>
            <a:custGeom>
              <a:avLst/>
              <a:gdLst/>
              <a:ahLst/>
              <a:cxnLst/>
              <a:rect r="r" b="b" t="t" l="l"/>
              <a:pathLst>
                <a:path h="86741" w="86868">
                  <a:moveTo>
                    <a:pt x="43434" y="0"/>
                  </a:moveTo>
                  <a:cubicBezTo>
                    <a:pt x="19050" y="0"/>
                    <a:pt x="0" y="18923"/>
                    <a:pt x="0" y="43434"/>
                  </a:cubicBezTo>
                  <a:cubicBezTo>
                    <a:pt x="0" y="65151"/>
                    <a:pt x="19050" y="86741"/>
                    <a:pt x="43434" y="86741"/>
                  </a:cubicBezTo>
                  <a:cubicBezTo>
                    <a:pt x="67818" y="86741"/>
                    <a:pt x="86868" y="65151"/>
                    <a:pt x="86868" y="43434"/>
                  </a:cubicBezTo>
                  <a:cubicBezTo>
                    <a:pt x="86868" y="18923"/>
                    <a:pt x="67818" y="0"/>
                    <a:pt x="43434" y="0"/>
                  </a:cubicBezTo>
                  <a:close/>
                </a:path>
              </a:pathLst>
            </a:custGeom>
            <a:solidFill>
              <a:srgbClr val="12D77E"/>
            </a:solidFill>
          </p:spPr>
        </p:sp>
      </p:grpSp>
      <p:grpSp>
        <p:nvGrpSpPr>
          <p:cNvPr name="Group 183" id="183"/>
          <p:cNvGrpSpPr/>
          <p:nvPr/>
        </p:nvGrpSpPr>
        <p:grpSpPr>
          <a:xfrm rot="0">
            <a:off x="10373284" y="3422610"/>
            <a:ext cx="3516016" cy="41762"/>
            <a:chOff x="0" y="0"/>
            <a:chExt cx="4688021" cy="55683"/>
          </a:xfrm>
        </p:grpSpPr>
        <p:sp>
          <p:nvSpPr>
            <p:cNvPr name="Freeform 184" id="184"/>
            <p:cNvSpPr/>
            <p:nvPr/>
          </p:nvSpPr>
          <p:spPr>
            <a:xfrm flipH="false" flipV="false" rot="0">
              <a:off x="127" y="127"/>
              <a:ext cx="4687824" cy="55626"/>
            </a:xfrm>
            <a:custGeom>
              <a:avLst/>
              <a:gdLst/>
              <a:ahLst/>
              <a:cxnLst/>
              <a:rect r="r" b="b" t="t" l="l"/>
              <a:pathLst>
                <a:path h="55626" w="4687824">
                  <a:moveTo>
                    <a:pt x="27813" y="0"/>
                  </a:moveTo>
                  <a:lnTo>
                    <a:pt x="4660011" y="0"/>
                  </a:lnTo>
                  <a:cubicBezTo>
                    <a:pt x="4675378" y="0"/>
                    <a:pt x="4687824" y="12446"/>
                    <a:pt x="4687824" y="27813"/>
                  </a:cubicBezTo>
                  <a:cubicBezTo>
                    <a:pt x="4687824" y="43180"/>
                    <a:pt x="4675378" y="55626"/>
                    <a:pt x="4660011" y="55626"/>
                  </a:cubicBezTo>
                  <a:lnTo>
                    <a:pt x="27813" y="55626"/>
                  </a:lnTo>
                  <a:cubicBezTo>
                    <a:pt x="12446" y="55499"/>
                    <a:pt x="0" y="43053"/>
                    <a:pt x="0" y="27813"/>
                  </a:cubicBezTo>
                  <a:cubicBezTo>
                    <a:pt x="0" y="12573"/>
                    <a:pt x="12446" y="0"/>
                    <a:pt x="27813" y="0"/>
                  </a:cubicBezTo>
                  <a:close/>
                </a:path>
              </a:pathLst>
            </a:custGeom>
            <a:solidFill>
              <a:srgbClr val="12D77E"/>
            </a:solidFill>
          </p:spPr>
        </p:sp>
      </p:grpSp>
      <p:grpSp>
        <p:nvGrpSpPr>
          <p:cNvPr name="Group 185" id="185"/>
          <p:cNvGrpSpPr/>
          <p:nvPr/>
        </p:nvGrpSpPr>
        <p:grpSpPr>
          <a:xfrm rot="0">
            <a:off x="14056990" y="3422610"/>
            <a:ext cx="310410" cy="41762"/>
            <a:chOff x="0" y="0"/>
            <a:chExt cx="413880" cy="55683"/>
          </a:xfrm>
        </p:grpSpPr>
        <p:sp>
          <p:nvSpPr>
            <p:cNvPr name="Freeform 186" id="186"/>
            <p:cNvSpPr/>
            <p:nvPr/>
          </p:nvSpPr>
          <p:spPr>
            <a:xfrm flipH="false" flipV="false" rot="0">
              <a:off x="0" y="127"/>
              <a:ext cx="413766" cy="55626"/>
            </a:xfrm>
            <a:custGeom>
              <a:avLst/>
              <a:gdLst/>
              <a:ahLst/>
              <a:cxnLst/>
              <a:rect r="r" b="b" t="t" l="l"/>
              <a:pathLst>
                <a:path h="55626" w="413766">
                  <a:moveTo>
                    <a:pt x="27813" y="0"/>
                  </a:moveTo>
                  <a:lnTo>
                    <a:pt x="385953" y="0"/>
                  </a:lnTo>
                  <a:cubicBezTo>
                    <a:pt x="401320" y="0"/>
                    <a:pt x="413766" y="12446"/>
                    <a:pt x="413766" y="27813"/>
                  </a:cubicBezTo>
                  <a:cubicBezTo>
                    <a:pt x="413766" y="43180"/>
                    <a:pt x="401320" y="55626"/>
                    <a:pt x="385953" y="55626"/>
                  </a:cubicBezTo>
                  <a:lnTo>
                    <a:pt x="27813" y="55626"/>
                  </a:lnTo>
                  <a:cubicBezTo>
                    <a:pt x="12446" y="55499"/>
                    <a:pt x="0" y="43053"/>
                    <a:pt x="0" y="27813"/>
                  </a:cubicBezTo>
                  <a:cubicBezTo>
                    <a:pt x="0" y="12573"/>
                    <a:pt x="12446" y="0"/>
                    <a:pt x="27813" y="0"/>
                  </a:cubicBezTo>
                  <a:close/>
                </a:path>
              </a:pathLst>
            </a:custGeom>
            <a:solidFill>
              <a:srgbClr val="12D77E"/>
            </a:solidFill>
          </p:spPr>
        </p:sp>
      </p:grpSp>
      <p:grpSp>
        <p:nvGrpSpPr>
          <p:cNvPr name="Group 187" id="187"/>
          <p:cNvGrpSpPr/>
          <p:nvPr/>
        </p:nvGrpSpPr>
        <p:grpSpPr>
          <a:xfrm rot="0">
            <a:off x="14474190" y="3422610"/>
            <a:ext cx="383690" cy="41762"/>
            <a:chOff x="0" y="0"/>
            <a:chExt cx="511587" cy="55683"/>
          </a:xfrm>
        </p:grpSpPr>
        <p:sp>
          <p:nvSpPr>
            <p:cNvPr name="Freeform 188" id="188"/>
            <p:cNvSpPr/>
            <p:nvPr/>
          </p:nvSpPr>
          <p:spPr>
            <a:xfrm flipH="false" flipV="false" rot="0">
              <a:off x="0" y="127"/>
              <a:ext cx="511556" cy="55626"/>
            </a:xfrm>
            <a:custGeom>
              <a:avLst/>
              <a:gdLst/>
              <a:ahLst/>
              <a:cxnLst/>
              <a:rect r="r" b="b" t="t" l="l"/>
              <a:pathLst>
                <a:path h="55626" w="511556">
                  <a:moveTo>
                    <a:pt x="27813" y="0"/>
                  </a:moveTo>
                  <a:lnTo>
                    <a:pt x="483743" y="0"/>
                  </a:lnTo>
                  <a:cubicBezTo>
                    <a:pt x="499110" y="0"/>
                    <a:pt x="511556" y="12446"/>
                    <a:pt x="511556" y="27813"/>
                  </a:cubicBezTo>
                  <a:cubicBezTo>
                    <a:pt x="511556" y="43180"/>
                    <a:pt x="499110" y="55626"/>
                    <a:pt x="483743" y="55626"/>
                  </a:cubicBezTo>
                  <a:lnTo>
                    <a:pt x="27813" y="55626"/>
                  </a:lnTo>
                  <a:cubicBezTo>
                    <a:pt x="12446" y="55499"/>
                    <a:pt x="0" y="43053"/>
                    <a:pt x="0" y="27813"/>
                  </a:cubicBezTo>
                  <a:cubicBezTo>
                    <a:pt x="0" y="12573"/>
                    <a:pt x="12446" y="0"/>
                    <a:pt x="27813" y="0"/>
                  </a:cubicBezTo>
                  <a:close/>
                </a:path>
              </a:pathLst>
            </a:custGeom>
            <a:solidFill>
              <a:srgbClr val="12D77E"/>
            </a:solidFill>
          </p:spPr>
        </p:sp>
      </p:grpSp>
      <p:grpSp>
        <p:nvGrpSpPr>
          <p:cNvPr name="Group 189" id="189"/>
          <p:cNvGrpSpPr/>
          <p:nvPr/>
        </p:nvGrpSpPr>
        <p:grpSpPr>
          <a:xfrm rot="0">
            <a:off x="10373284" y="3695332"/>
            <a:ext cx="2215482" cy="41762"/>
            <a:chOff x="0" y="0"/>
            <a:chExt cx="2953976" cy="55683"/>
          </a:xfrm>
        </p:grpSpPr>
        <p:sp>
          <p:nvSpPr>
            <p:cNvPr name="Freeform 190" id="190"/>
            <p:cNvSpPr/>
            <p:nvPr/>
          </p:nvSpPr>
          <p:spPr>
            <a:xfrm flipH="false" flipV="false" rot="0">
              <a:off x="127" y="127"/>
              <a:ext cx="2953766" cy="55626"/>
            </a:xfrm>
            <a:custGeom>
              <a:avLst/>
              <a:gdLst/>
              <a:ahLst/>
              <a:cxnLst/>
              <a:rect r="r" b="b" t="t" l="l"/>
              <a:pathLst>
                <a:path h="55626" w="2953766">
                  <a:moveTo>
                    <a:pt x="27813" y="0"/>
                  </a:moveTo>
                  <a:lnTo>
                    <a:pt x="2925953" y="0"/>
                  </a:lnTo>
                  <a:cubicBezTo>
                    <a:pt x="2941320" y="0"/>
                    <a:pt x="2953766" y="12446"/>
                    <a:pt x="2953766" y="27813"/>
                  </a:cubicBezTo>
                  <a:cubicBezTo>
                    <a:pt x="2953766" y="43180"/>
                    <a:pt x="2941320" y="55626"/>
                    <a:pt x="2925953" y="55626"/>
                  </a:cubicBezTo>
                  <a:lnTo>
                    <a:pt x="27813" y="55626"/>
                  </a:lnTo>
                  <a:cubicBezTo>
                    <a:pt x="12446" y="55499"/>
                    <a:pt x="0" y="43053"/>
                    <a:pt x="0" y="27813"/>
                  </a:cubicBezTo>
                  <a:cubicBezTo>
                    <a:pt x="0" y="12573"/>
                    <a:pt x="12446" y="0"/>
                    <a:pt x="27813" y="0"/>
                  </a:cubicBezTo>
                  <a:close/>
                </a:path>
              </a:pathLst>
            </a:custGeom>
            <a:solidFill>
              <a:srgbClr val="12FFFF"/>
            </a:solidFill>
          </p:spPr>
        </p:sp>
      </p:grpSp>
      <p:grpSp>
        <p:nvGrpSpPr>
          <p:cNvPr name="Group 191" id="191"/>
          <p:cNvGrpSpPr/>
          <p:nvPr/>
        </p:nvGrpSpPr>
        <p:grpSpPr>
          <a:xfrm rot="0">
            <a:off x="12868420" y="3695332"/>
            <a:ext cx="432562" cy="41762"/>
            <a:chOff x="0" y="0"/>
            <a:chExt cx="576749" cy="55683"/>
          </a:xfrm>
        </p:grpSpPr>
        <p:sp>
          <p:nvSpPr>
            <p:cNvPr name="Freeform 192" id="192"/>
            <p:cNvSpPr/>
            <p:nvPr/>
          </p:nvSpPr>
          <p:spPr>
            <a:xfrm flipH="false" flipV="false" rot="0">
              <a:off x="127" y="127"/>
              <a:ext cx="576580" cy="55626"/>
            </a:xfrm>
            <a:custGeom>
              <a:avLst/>
              <a:gdLst/>
              <a:ahLst/>
              <a:cxnLst/>
              <a:rect r="r" b="b" t="t" l="l"/>
              <a:pathLst>
                <a:path h="55626" w="576580">
                  <a:moveTo>
                    <a:pt x="27813" y="0"/>
                  </a:moveTo>
                  <a:lnTo>
                    <a:pt x="548767" y="0"/>
                  </a:lnTo>
                  <a:cubicBezTo>
                    <a:pt x="564134" y="0"/>
                    <a:pt x="576580" y="12446"/>
                    <a:pt x="576580" y="27813"/>
                  </a:cubicBezTo>
                  <a:cubicBezTo>
                    <a:pt x="576580" y="43180"/>
                    <a:pt x="564134" y="55626"/>
                    <a:pt x="548767" y="55626"/>
                  </a:cubicBezTo>
                  <a:lnTo>
                    <a:pt x="27813" y="55626"/>
                  </a:lnTo>
                  <a:cubicBezTo>
                    <a:pt x="12446" y="55499"/>
                    <a:pt x="0" y="43053"/>
                    <a:pt x="0" y="27813"/>
                  </a:cubicBezTo>
                  <a:cubicBezTo>
                    <a:pt x="0" y="12573"/>
                    <a:pt x="12446" y="0"/>
                    <a:pt x="27813" y="0"/>
                  </a:cubicBezTo>
                  <a:close/>
                </a:path>
              </a:pathLst>
            </a:custGeom>
            <a:solidFill>
              <a:srgbClr val="12FFFF"/>
            </a:solidFill>
          </p:spPr>
        </p:sp>
      </p:grpSp>
      <p:grpSp>
        <p:nvGrpSpPr>
          <p:cNvPr name="Group 193" id="193"/>
          <p:cNvGrpSpPr/>
          <p:nvPr/>
        </p:nvGrpSpPr>
        <p:grpSpPr>
          <a:xfrm rot="0">
            <a:off x="12200890" y="3852072"/>
            <a:ext cx="1100128" cy="41762"/>
            <a:chOff x="0" y="0"/>
            <a:chExt cx="1466837" cy="55683"/>
          </a:xfrm>
        </p:grpSpPr>
        <p:sp>
          <p:nvSpPr>
            <p:cNvPr name="Freeform 194" id="194"/>
            <p:cNvSpPr/>
            <p:nvPr/>
          </p:nvSpPr>
          <p:spPr>
            <a:xfrm flipH="false" flipV="false" rot="0">
              <a:off x="0" y="0"/>
              <a:ext cx="1466723" cy="55626"/>
            </a:xfrm>
            <a:custGeom>
              <a:avLst/>
              <a:gdLst/>
              <a:ahLst/>
              <a:cxnLst/>
              <a:rect r="r" b="b" t="t" l="l"/>
              <a:pathLst>
                <a:path h="55626" w="1466723">
                  <a:moveTo>
                    <a:pt x="1438910" y="55626"/>
                  </a:moveTo>
                  <a:lnTo>
                    <a:pt x="27813" y="55626"/>
                  </a:lnTo>
                  <a:cubicBezTo>
                    <a:pt x="12446" y="55626"/>
                    <a:pt x="0" y="43180"/>
                    <a:pt x="0" y="27813"/>
                  </a:cubicBezTo>
                  <a:cubicBezTo>
                    <a:pt x="0" y="12446"/>
                    <a:pt x="12446" y="0"/>
                    <a:pt x="27813" y="0"/>
                  </a:cubicBezTo>
                  <a:lnTo>
                    <a:pt x="1438910" y="0"/>
                  </a:lnTo>
                  <a:cubicBezTo>
                    <a:pt x="1454277" y="0"/>
                    <a:pt x="1466723" y="12446"/>
                    <a:pt x="1466723" y="27813"/>
                  </a:cubicBezTo>
                  <a:cubicBezTo>
                    <a:pt x="1466723" y="43180"/>
                    <a:pt x="1454277" y="55626"/>
                    <a:pt x="1438910" y="55626"/>
                  </a:cubicBezTo>
                  <a:close/>
                </a:path>
              </a:pathLst>
            </a:custGeom>
            <a:solidFill>
              <a:srgbClr val="12FFFF"/>
            </a:solidFill>
          </p:spPr>
        </p:sp>
      </p:grpSp>
      <p:grpSp>
        <p:nvGrpSpPr>
          <p:cNvPr name="Group 195" id="195"/>
          <p:cNvGrpSpPr/>
          <p:nvPr/>
        </p:nvGrpSpPr>
        <p:grpSpPr>
          <a:xfrm rot="0">
            <a:off x="11842690" y="3852072"/>
            <a:ext cx="255496" cy="41762"/>
            <a:chOff x="0" y="0"/>
            <a:chExt cx="340661" cy="55683"/>
          </a:xfrm>
        </p:grpSpPr>
        <p:sp>
          <p:nvSpPr>
            <p:cNvPr name="Freeform 196" id="196"/>
            <p:cNvSpPr/>
            <p:nvPr/>
          </p:nvSpPr>
          <p:spPr>
            <a:xfrm flipH="false" flipV="false" rot="0">
              <a:off x="127" y="0"/>
              <a:ext cx="340487" cy="55626"/>
            </a:xfrm>
            <a:custGeom>
              <a:avLst/>
              <a:gdLst/>
              <a:ahLst/>
              <a:cxnLst/>
              <a:rect r="r" b="b" t="t" l="l"/>
              <a:pathLst>
                <a:path h="55626" w="340487">
                  <a:moveTo>
                    <a:pt x="312674" y="55626"/>
                  </a:moveTo>
                  <a:lnTo>
                    <a:pt x="27813" y="55626"/>
                  </a:lnTo>
                  <a:cubicBezTo>
                    <a:pt x="12446" y="55626"/>
                    <a:pt x="0" y="43180"/>
                    <a:pt x="0" y="27813"/>
                  </a:cubicBezTo>
                  <a:cubicBezTo>
                    <a:pt x="0" y="12446"/>
                    <a:pt x="12446" y="0"/>
                    <a:pt x="27813" y="0"/>
                  </a:cubicBezTo>
                  <a:lnTo>
                    <a:pt x="312674" y="0"/>
                  </a:lnTo>
                  <a:cubicBezTo>
                    <a:pt x="328041" y="0"/>
                    <a:pt x="340487" y="12446"/>
                    <a:pt x="340487" y="27813"/>
                  </a:cubicBezTo>
                  <a:cubicBezTo>
                    <a:pt x="340487" y="43180"/>
                    <a:pt x="328041" y="55626"/>
                    <a:pt x="312674" y="55626"/>
                  </a:cubicBezTo>
                  <a:close/>
                </a:path>
              </a:pathLst>
            </a:custGeom>
            <a:solidFill>
              <a:srgbClr val="12FFFF"/>
            </a:solidFill>
          </p:spPr>
        </p:sp>
      </p:grpSp>
      <p:grpSp>
        <p:nvGrpSpPr>
          <p:cNvPr name="Group 197" id="197"/>
          <p:cNvGrpSpPr/>
          <p:nvPr/>
        </p:nvGrpSpPr>
        <p:grpSpPr>
          <a:xfrm rot="0">
            <a:off x="11460086" y="3852072"/>
            <a:ext cx="255436" cy="41762"/>
            <a:chOff x="0" y="0"/>
            <a:chExt cx="340581" cy="55683"/>
          </a:xfrm>
        </p:grpSpPr>
        <p:sp>
          <p:nvSpPr>
            <p:cNvPr name="Freeform 198" id="198"/>
            <p:cNvSpPr/>
            <p:nvPr/>
          </p:nvSpPr>
          <p:spPr>
            <a:xfrm flipH="false" flipV="false" rot="0">
              <a:off x="0" y="0"/>
              <a:ext cx="340614" cy="55626"/>
            </a:xfrm>
            <a:custGeom>
              <a:avLst/>
              <a:gdLst/>
              <a:ahLst/>
              <a:cxnLst/>
              <a:rect r="r" b="b" t="t" l="l"/>
              <a:pathLst>
                <a:path h="55626" w="340614">
                  <a:moveTo>
                    <a:pt x="312801" y="55626"/>
                  </a:moveTo>
                  <a:lnTo>
                    <a:pt x="27813" y="55626"/>
                  </a:lnTo>
                  <a:cubicBezTo>
                    <a:pt x="12446" y="55626"/>
                    <a:pt x="0" y="43180"/>
                    <a:pt x="0" y="27813"/>
                  </a:cubicBezTo>
                  <a:cubicBezTo>
                    <a:pt x="0" y="12446"/>
                    <a:pt x="12446" y="0"/>
                    <a:pt x="27813" y="0"/>
                  </a:cubicBezTo>
                  <a:lnTo>
                    <a:pt x="312801" y="0"/>
                  </a:lnTo>
                  <a:cubicBezTo>
                    <a:pt x="328168" y="0"/>
                    <a:pt x="340614" y="12446"/>
                    <a:pt x="340614" y="27813"/>
                  </a:cubicBezTo>
                  <a:cubicBezTo>
                    <a:pt x="340614" y="43180"/>
                    <a:pt x="328168" y="55626"/>
                    <a:pt x="312801" y="55626"/>
                  </a:cubicBezTo>
                  <a:close/>
                </a:path>
              </a:pathLst>
            </a:custGeom>
            <a:solidFill>
              <a:srgbClr val="12FFFF"/>
            </a:solidFill>
          </p:spPr>
        </p:sp>
      </p:grpSp>
      <p:grpSp>
        <p:nvGrpSpPr>
          <p:cNvPr name="Group 199" id="199"/>
          <p:cNvGrpSpPr/>
          <p:nvPr/>
        </p:nvGrpSpPr>
        <p:grpSpPr>
          <a:xfrm rot="0">
            <a:off x="11079494" y="3852072"/>
            <a:ext cx="253422" cy="41762"/>
            <a:chOff x="0" y="0"/>
            <a:chExt cx="337896" cy="55683"/>
          </a:xfrm>
        </p:grpSpPr>
        <p:sp>
          <p:nvSpPr>
            <p:cNvPr name="Freeform 200" id="200"/>
            <p:cNvSpPr/>
            <p:nvPr/>
          </p:nvSpPr>
          <p:spPr>
            <a:xfrm flipH="false" flipV="false" rot="0">
              <a:off x="127" y="0"/>
              <a:ext cx="337820" cy="55626"/>
            </a:xfrm>
            <a:custGeom>
              <a:avLst/>
              <a:gdLst/>
              <a:ahLst/>
              <a:cxnLst/>
              <a:rect r="r" b="b" t="t" l="l"/>
              <a:pathLst>
                <a:path h="55626" w="337820">
                  <a:moveTo>
                    <a:pt x="310007" y="55626"/>
                  </a:moveTo>
                  <a:lnTo>
                    <a:pt x="27813" y="55626"/>
                  </a:lnTo>
                  <a:cubicBezTo>
                    <a:pt x="12446" y="55626"/>
                    <a:pt x="0" y="43180"/>
                    <a:pt x="0" y="27813"/>
                  </a:cubicBezTo>
                  <a:cubicBezTo>
                    <a:pt x="0" y="12446"/>
                    <a:pt x="12446" y="0"/>
                    <a:pt x="27813" y="0"/>
                  </a:cubicBezTo>
                  <a:lnTo>
                    <a:pt x="310007" y="0"/>
                  </a:lnTo>
                  <a:cubicBezTo>
                    <a:pt x="325374" y="0"/>
                    <a:pt x="337820" y="12446"/>
                    <a:pt x="337820" y="27813"/>
                  </a:cubicBezTo>
                  <a:cubicBezTo>
                    <a:pt x="337820" y="43180"/>
                    <a:pt x="325374" y="55626"/>
                    <a:pt x="310007" y="55626"/>
                  </a:cubicBezTo>
                  <a:close/>
                </a:path>
              </a:pathLst>
            </a:custGeom>
            <a:solidFill>
              <a:srgbClr val="12FFFF"/>
            </a:solidFill>
          </p:spPr>
        </p:sp>
      </p:grpSp>
      <p:grpSp>
        <p:nvGrpSpPr>
          <p:cNvPr name="Group 201" id="201"/>
          <p:cNvGrpSpPr/>
          <p:nvPr/>
        </p:nvGrpSpPr>
        <p:grpSpPr>
          <a:xfrm rot="0">
            <a:off x="10696890" y="3852072"/>
            <a:ext cx="253422" cy="41762"/>
            <a:chOff x="0" y="0"/>
            <a:chExt cx="337896" cy="55683"/>
          </a:xfrm>
        </p:grpSpPr>
        <p:sp>
          <p:nvSpPr>
            <p:cNvPr name="Freeform 202" id="202"/>
            <p:cNvSpPr/>
            <p:nvPr/>
          </p:nvSpPr>
          <p:spPr>
            <a:xfrm flipH="false" flipV="false" rot="0">
              <a:off x="0" y="0"/>
              <a:ext cx="337947" cy="55626"/>
            </a:xfrm>
            <a:custGeom>
              <a:avLst/>
              <a:gdLst/>
              <a:ahLst/>
              <a:cxnLst/>
              <a:rect r="r" b="b" t="t" l="l"/>
              <a:pathLst>
                <a:path h="55626" w="337947">
                  <a:moveTo>
                    <a:pt x="310134" y="55626"/>
                  </a:moveTo>
                  <a:lnTo>
                    <a:pt x="27813" y="55626"/>
                  </a:lnTo>
                  <a:cubicBezTo>
                    <a:pt x="12446" y="55626"/>
                    <a:pt x="0" y="43180"/>
                    <a:pt x="0" y="27813"/>
                  </a:cubicBezTo>
                  <a:cubicBezTo>
                    <a:pt x="0" y="12446"/>
                    <a:pt x="12446" y="0"/>
                    <a:pt x="27813" y="0"/>
                  </a:cubicBezTo>
                  <a:lnTo>
                    <a:pt x="310134" y="0"/>
                  </a:lnTo>
                  <a:cubicBezTo>
                    <a:pt x="325501" y="0"/>
                    <a:pt x="337947" y="12446"/>
                    <a:pt x="337947" y="27813"/>
                  </a:cubicBezTo>
                  <a:cubicBezTo>
                    <a:pt x="337947" y="43180"/>
                    <a:pt x="325501" y="55626"/>
                    <a:pt x="310134" y="55626"/>
                  </a:cubicBezTo>
                  <a:close/>
                </a:path>
              </a:pathLst>
            </a:custGeom>
            <a:solidFill>
              <a:srgbClr val="12FFFF"/>
            </a:solidFill>
          </p:spPr>
        </p:sp>
      </p:grpSp>
      <p:grpSp>
        <p:nvGrpSpPr>
          <p:cNvPr name="Group 203" id="203"/>
          <p:cNvGrpSpPr/>
          <p:nvPr/>
        </p:nvGrpSpPr>
        <p:grpSpPr>
          <a:xfrm rot="0">
            <a:off x="10696890" y="4043344"/>
            <a:ext cx="3336876" cy="41762"/>
            <a:chOff x="0" y="0"/>
            <a:chExt cx="4449168" cy="55683"/>
          </a:xfrm>
        </p:grpSpPr>
        <p:sp>
          <p:nvSpPr>
            <p:cNvPr name="Freeform 204" id="204"/>
            <p:cNvSpPr/>
            <p:nvPr/>
          </p:nvSpPr>
          <p:spPr>
            <a:xfrm flipH="false" flipV="false" rot="0">
              <a:off x="0" y="127"/>
              <a:ext cx="4449191" cy="55626"/>
            </a:xfrm>
            <a:custGeom>
              <a:avLst/>
              <a:gdLst/>
              <a:ahLst/>
              <a:cxnLst/>
              <a:rect r="r" b="b" t="t" l="l"/>
              <a:pathLst>
                <a:path h="55626" w="4449191">
                  <a:moveTo>
                    <a:pt x="4421378" y="55499"/>
                  </a:moveTo>
                  <a:lnTo>
                    <a:pt x="27813" y="55499"/>
                  </a:lnTo>
                  <a:cubicBezTo>
                    <a:pt x="12446" y="55499"/>
                    <a:pt x="0" y="43053"/>
                    <a:pt x="0" y="27813"/>
                  </a:cubicBezTo>
                  <a:cubicBezTo>
                    <a:pt x="0" y="12573"/>
                    <a:pt x="12446" y="0"/>
                    <a:pt x="27813" y="0"/>
                  </a:cubicBezTo>
                  <a:lnTo>
                    <a:pt x="4421378" y="0"/>
                  </a:lnTo>
                  <a:cubicBezTo>
                    <a:pt x="4436745" y="0"/>
                    <a:pt x="4449191" y="12446"/>
                    <a:pt x="4449191" y="27813"/>
                  </a:cubicBezTo>
                  <a:cubicBezTo>
                    <a:pt x="4449191" y="43180"/>
                    <a:pt x="4436745" y="55626"/>
                    <a:pt x="4421378" y="55626"/>
                  </a:cubicBezTo>
                  <a:close/>
                </a:path>
              </a:pathLst>
            </a:custGeom>
            <a:solidFill>
              <a:srgbClr val="CA7BEB"/>
            </a:solidFill>
          </p:spPr>
        </p:sp>
      </p:grpSp>
      <p:grpSp>
        <p:nvGrpSpPr>
          <p:cNvPr name="Group 205" id="205"/>
          <p:cNvGrpSpPr/>
          <p:nvPr/>
        </p:nvGrpSpPr>
        <p:grpSpPr>
          <a:xfrm rot="0">
            <a:off x="10373284" y="3852072"/>
            <a:ext cx="119128" cy="41762"/>
            <a:chOff x="0" y="0"/>
            <a:chExt cx="158837" cy="55683"/>
          </a:xfrm>
        </p:grpSpPr>
        <p:sp>
          <p:nvSpPr>
            <p:cNvPr name="Freeform 206" id="206"/>
            <p:cNvSpPr/>
            <p:nvPr/>
          </p:nvSpPr>
          <p:spPr>
            <a:xfrm flipH="false" flipV="false" rot="0">
              <a:off x="127" y="0"/>
              <a:ext cx="158750" cy="55626"/>
            </a:xfrm>
            <a:custGeom>
              <a:avLst/>
              <a:gdLst/>
              <a:ahLst/>
              <a:cxnLst/>
              <a:rect r="r" b="b" t="t" l="l"/>
              <a:pathLst>
                <a:path h="55626" w="158750">
                  <a:moveTo>
                    <a:pt x="130810" y="55626"/>
                  </a:moveTo>
                  <a:lnTo>
                    <a:pt x="27813" y="55626"/>
                  </a:lnTo>
                  <a:cubicBezTo>
                    <a:pt x="12446" y="55626"/>
                    <a:pt x="0" y="43180"/>
                    <a:pt x="0" y="27813"/>
                  </a:cubicBezTo>
                  <a:cubicBezTo>
                    <a:pt x="0" y="12446"/>
                    <a:pt x="12446" y="0"/>
                    <a:pt x="27813" y="0"/>
                  </a:cubicBezTo>
                  <a:lnTo>
                    <a:pt x="130937" y="0"/>
                  </a:lnTo>
                  <a:cubicBezTo>
                    <a:pt x="146304" y="0"/>
                    <a:pt x="158750" y="12446"/>
                    <a:pt x="158750" y="27813"/>
                  </a:cubicBezTo>
                  <a:cubicBezTo>
                    <a:pt x="158750" y="43180"/>
                    <a:pt x="146304" y="55626"/>
                    <a:pt x="130937" y="55626"/>
                  </a:cubicBezTo>
                  <a:close/>
                </a:path>
              </a:pathLst>
            </a:custGeom>
            <a:solidFill>
              <a:srgbClr val="12FFFF"/>
            </a:solidFill>
          </p:spPr>
        </p:sp>
      </p:grpSp>
      <p:grpSp>
        <p:nvGrpSpPr>
          <p:cNvPr name="Group 207" id="207"/>
          <p:cNvGrpSpPr/>
          <p:nvPr/>
        </p:nvGrpSpPr>
        <p:grpSpPr>
          <a:xfrm rot="0">
            <a:off x="10373284" y="4043344"/>
            <a:ext cx="119128" cy="41762"/>
            <a:chOff x="0" y="0"/>
            <a:chExt cx="158837" cy="55683"/>
          </a:xfrm>
        </p:grpSpPr>
        <p:sp>
          <p:nvSpPr>
            <p:cNvPr name="Freeform 208" id="208"/>
            <p:cNvSpPr/>
            <p:nvPr/>
          </p:nvSpPr>
          <p:spPr>
            <a:xfrm flipH="false" flipV="false" rot="0">
              <a:off x="127" y="127"/>
              <a:ext cx="158750" cy="55626"/>
            </a:xfrm>
            <a:custGeom>
              <a:avLst/>
              <a:gdLst/>
              <a:ahLst/>
              <a:cxnLst/>
              <a:rect r="r" b="b" t="t" l="l"/>
              <a:pathLst>
                <a:path h="55626" w="158750">
                  <a:moveTo>
                    <a:pt x="130810" y="55499"/>
                  </a:moveTo>
                  <a:lnTo>
                    <a:pt x="27813" y="55499"/>
                  </a:lnTo>
                  <a:cubicBezTo>
                    <a:pt x="12446" y="55499"/>
                    <a:pt x="0" y="43053"/>
                    <a:pt x="0" y="27813"/>
                  </a:cubicBezTo>
                  <a:cubicBezTo>
                    <a:pt x="0" y="12573"/>
                    <a:pt x="12446" y="0"/>
                    <a:pt x="27813" y="0"/>
                  </a:cubicBezTo>
                  <a:lnTo>
                    <a:pt x="130937" y="0"/>
                  </a:lnTo>
                  <a:cubicBezTo>
                    <a:pt x="146304" y="0"/>
                    <a:pt x="158750" y="12446"/>
                    <a:pt x="158750" y="27813"/>
                  </a:cubicBezTo>
                  <a:cubicBezTo>
                    <a:pt x="158750" y="43180"/>
                    <a:pt x="146304" y="55626"/>
                    <a:pt x="130937" y="55626"/>
                  </a:cubicBezTo>
                  <a:close/>
                </a:path>
              </a:pathLst>
            </a:custGeom>
            <a:solidFill>
              <a:srgbClr val="12FFFF"/>
            </a:solidFill>
          </p:spPr>
        </p:sp>
      </p:grpSp>
      <p:grpSp>
        <p:nvGrpSpPr>
          <p:cNvPr name="Group 209" id="209"/>
          <p:cNvGrpSpPr/>
          <p:nvPr/>
        </p:nvGrpSpPr>
        <p:grpSpPr>
          <a:xfrm rot="0">
            <a:off x="10373284" y="4234676"/>
            <a:ext cx="119128" cy="41762"/>
            <a:chOff x="0" y="0"/>
            <a:chExt cx="158837" cy="55683"/>
          </a:xfrm>
        </p:grpSpPr>
        <p:sp>
          <p:nvSpPr>
            <p:cNvPr name="Freeform 210" id="210"/>
            <p:cNvSpPr/>
            <p:nvPr/>
          </p:nvSpPr>
          <p:spPr>
            <a:xfrm flipH="false" flipV="false" rot="0">
              <a:off x="127" y="0"/>
              <a:ext cx="158750" cy="55626"/>
            </a:xfrm>
            <a:custGeom>
              <a:avLst/>
              <a:gdLst/>
              <a:ahLst/>
              <a:cxnLst/>
              <a:rect r="r" b="b" t="t" l="l"/>
              <a:pathLst>
                <a:path h="55626" w="158750">
                  <a:moveTo>
                    <a:pt x="130810" y="55626"/>
                  </a:moveTo>
                  <a:lnTo>
                    <a:pt x="27813" y="55626"/>
                  </a:lnTo>
                  <a:cubicBezTo>
                    <a:pt x="12446" y="55626"/>
                    <a:pt x="0" y="43180"/>
                    <a:pt x="0" y="27813"/>
                  </a:cubicBezTo>
                  <a:cubicBezTo>
                    <a:pt x="0" y="12446"/>
                    <a:pt x="12446" y="0"/>
                    <a:pt x="27813" y="0"/>
                  </a:cubicBezTo>
                  <a:lnTo>
                    <a:pt x="130937" y="0"/>
                  </a:lnTo>
                  <a:cubicBezTo>
                    <a:pt x="146304" y="0"/>
                    <a:pt x="158750" y="12446"/>
                    <a:pt x="158750" y="27813"/>
                  </a:cubicBezTo>
                  <a:cubicBezTo>
                    <a:pt x="158750" y="43180"/>
                    <a:pt x="146304" y="55626"/>
                    <a:pt x="130937" y="55626"/>
                  </a:cubicBezTo>
                  <a:close/>
                </a:path>
              </a:pathLst>
            </a:custGeom>
            <a:solidFill>
              <a:srgbClr val="12FFFF"/>
            </a:solidFill>
          </p:spPr>
        </p:sp>
      </p:grpSp>
      <p:grpSp>
        <p:nvGrpSpPr>
          <p:cNvPr name="Group 211" id="211"/>
          <p:cNvGrpSpPr/>
          <p:nvPr/>
        </p:nvGrpSpPr>
        <p:grpSpPr>
          <a:xfrm rot="0">
            <a:off x="10373284" y="4425948"/>
            <a:ext cx="119128" cy="41762"/>
            <a:chOff x="0" y="0"/>
            <a:chExt cx="158837" cy="55683"/>
          </a:xfrm>
        </p:grpSpPr>
        <p:sp>
          <p:nvSpPr>
            <p:cNvPr name="Freeform 212" id="212"/>
            <p:cNvSpPr/>
            <p:nvPr/>
          </p:nvSpPr>
          <p:spPr>
            <a:xfrm flipH="false" flipV="false" rot="0">
              <a:off x="127" y="127"/>
              <a:ext cx="158750" cy="55626"/>
            </a:xfrm>
            <a:custGeom>
              <a:avLst/>
              <a:gdLst/>
              <a:ahLst/>
              <a:cxnLst/>
              <a:rect r="r" b="b" t="t" l="l"/>
              <a:pathLst>
                <a:path h="55626" w="158750">
                  <a:moveTo>
                    <a:pt x="130810" y="55499"/>
                  </a:moveTo>
                  <a:lnTo>
                    <a:pt x="27813" y="55499"/>
                  </a:lnTo>
                  <a:cubicBezTo>
                    <a:pt x="12446" y="55499"/>
                    <a:pt x="0" y="43053"/>
                    <a:pt x="0" y="27813"/>
                  </a:cubicBezTo>
                  <a:cubicBezTo>
                    <a:pt x="0" y="12573"/>
                    <a:pt x="12446" y="0"/>
                    <a:pt x="27813" y="0"/>
                  </a:cubicBezTo>
                  <a:lnTo>
                    <a:pt x="130937" y="0"/>
                  </a:lnTo>
                  <a:cubicBezTo>
                    <a:pt x="146304" y="0"/>
                    <a:pt x="158750" y="12446"/>
                    <a:pt x="158750" y="27813"/>
                  </a:cubicBezTo>
                  <a:cubicBezTo>
                    <a:pt x="158750" y="43180"/>
                    <a:pt x="146304" y="55626"/>
                    <a:pt x="130937" y="55626"/>
                  </a:cubicBezTo>
                  <a:close/>
                </a:path>
              </a:pathLst>
            </a:custGeom>
            <a:solidFill>
              <a:srgbClr val="12FFFF"/>
            </a:solidFill>
          </p:spPr>
        </p:sp>
      </p:grpSp>
      <p:grpSp>
        <p:nvGrpSpPr>
          <p:cNvPr name="Group 213" id="213"/>
          <p:cNvGrpSpPr/>
          <p:nvPr/>
        </p:nvGrpSpPr>
        <p:grpSpPr>
          <a:xfrm rot="0">
            <a:off x="14191278" y="4043344"/>
            <a:ext cx="495652" cy="41762"/>
            <a:chOff x="0" y="0"/>
            <a:chExt cx="660869" cy="55683"/>
          </a:xfrm>
        </p:grpSpPr>
        <p:sp>
          <p:nvSpPr>
            <p:cNvPr name="Freeform 214" id="214"/>
            <p:cNvSpPr/>
            <p:nvPr/>
          </p:nvSpPr>
          <p:spPr>
            <a:xfrm flipH="false" flipV="false" rot="0">
              <a:off x="127" y="127"/>
              <a:ext cx="660654" cy="55626"/>
            </a:xfrm>
            <a:custGeom>
              <a:avLst/>
              <a:gdLst/>
              <a:ahLst/>
              <a:cxnLst/>
              <a:rect r="r" b="b" t="t" l="l"/>
              <a:pathLst>
                <a:path h="55626" w="660654">
                  <a:moveTo>
                    <a:pt x="27813" y="0"/>
                  </a:moveTo>
                  <a:lnTo>
                    <a:pt x="632841" y="0"/>
                  </a:lnTo>
                  <a:cubicBezTo>
                    <a:pt x="648208" y="0"/>
                    <a:pt x="660654" y="12446"/>
                    <a:pt x="660654" y="27813"/>
                  </a:cubicBezTo>
                  <a:cubicBezTo>
                    <a:pt x="660654" y="43180"/>
                    <a:pt x="648208" y="55626"/>
                    <a:pt x="632841" y="55626"/>
                  </a:cubicBezTo>
                  <a:lnTo>
                    <a:pt x="27813" y="55626"/>
                  </a:lnTo>
                  <a:cubicBezTo>
                    <a:pt x="12446" y="55499"/>
                    <a:pt x="0" y="43053"/>
                    <a:pt x="0" y="27813"/>
                  </a:cubicBezTo>
                  <a:cubicBezTo>
                    <a:pt x="0" y="12573"/>
                    <a:pt x="12446" y="0"/>
                    <a:pt x="27813" y="0"/>
                  </a:cubicBezTo>
                  <a:close/>
                </a:path>
              </a:pathLst>
            </a:custGeom>
            <a:solidFill>
              <a:srgbClr val="CA7BEB"/>
            </a:solidFill>
          </p:spPr>
        </p:sp>
      </p:grpSp>
      <p:grpSp>
        <p:nvGrpSpPr>
          <p:cNvPr name="Group 215" id="215"/>
          <p:cNvGrpSpPr/>
          <p:nvPr/>
        </p:nvGrpSpPr>
        <p:grpSpPr>
          <a:xfrm rot="0">
            <a:off x="10688776" y="4234676"/>
            <a:ext cx="953570" cy="41762"/>
            <a:chOff x="0" y="0"/>
            <a:chExt cx="1271427" cy="55683"/>
          </a:xfrm>
        </p:grpSpPr>
        <p:sp>
          <p:nvSpPr>
            <p:cNvPr name="Freeform 216" id="216"/>
            <p:cNvSpPr/>
            <p:nvPr/>
          </p:nvSpPr>
          <p:spPr>
            <a:xfrm flipH="false" flipV="false" rot="0">
              <a:off x="0" y="0"/>
              <a:ext cx="1271397" cy="55626"/>
            </a:xfrm>
            <a:custGeom>
              <a:avLst/>
              <a:gdLst/>
              <a:ahLst/>
              <a:cxnLst/>
              <a:rect r="r" b="b" t="t" l="l"/>
              <a:pathLst>
                <a:path h="55626" w="1271397">
                  <a:moveTo>
                    <a:pt x="27813" y="0"/>
                  </a:moveTo>
                  <a:lnTo>
                    <a:pt x="1243584" y="0"/>
                  </a:lnTo>
                  <a:cubicBezTo>
                    <a:pt x="1258951" y="0"/>
                    <a:pt x="1271397" y="12446"/>
                    <a:pt x="1271397" y="27813"/>
                  </a:cubicBezTo>
                  <a:cubicBezTo>
                    <a:pt x="1271397" y="43180"/>
                    <a:pt x="1258951" y="55626"/>
                    <a:pt x="1243584" y="55626"/>
                  </a:cubicBezTo>
                  <a:lnTo>
                    <a:pt x="27813" y="55626"/>
                  </a:lnTo>
                  <a:cubicBezTo>
                    <a:pt x="12446" y="55626"/>
                    <a:pt x="0" y="43180"/>
                    <a:pt x="0" y="27813"/>
                  </a:cubicBezTo>
                  <a:cubicBezTo>
                    <a:pt x="0" y="12446"/>
                    <a:pt x="12446" y="0"/>
                    <a:pt x="27813" y="0"/>
                  </a:cubicBezTo>
                  <a:close/>
                </a:path>
              </a:pathLst>
            </a:custGeom>
            <a:solidFill>
              <a:srgbClr val="CA7BEB"/>
            </a:solidFill>
          </p:spPr>
        </p:sp>
      </p:grpSp>
      <p:grpSp>
        <p:nvGrpSpPr>
          <p:cNvPr name="Group 217" id="217"/>
          <p:cNvGrpSpPr/>
          <p:nvPr/>
        </p:nvGrpSpPr>
        <p:grpSpPr>
          <a:xfrm rot="0">
            <a:off x="10688776" y="4430036"/>
            <a:ext cx="953570" cy="41762"/>
            <a:chOff x="0" y="0"/>
            <a:chExt cx="1271427" cy="55683"/>
          </a:xfrm>
        </p:grpSpPr>
        <p:sp>
          <p:nvSpPr>
            <p:cNvPr name="Freeform 218" id="218"/>
            <p:cNvSpPr/>
            <p:nvPr/>
          </p:nvSpPr>
          <p:spPr>
            <a:xfrm flipH="false" flipV="false" rot="0">
              <a:off x="0" y="127"/>
              <a:ext cx="1271397" cy="55626"/>
            </a:xfrm>
            <a:custGeom>
              <a:avLst/>
              <a:gdLst/>
              <a:ahLst/>
              <a:cxnLst/>
              <a:rect r="r" b="b" t="t" l="l"/>
              <a:pathLst>
                <a:path h="55626" w="1271397">
                  <a:moveTo>
                    <a:pt x="27813" y="0"/>
                  </a:moveTo>
                  <a:lnTo>
                    <a:pt x="1243584" y="0"/>
                  </a:lnTo>
                  <a:cubicBezTo>
                    <a:pt x="1258951" y="0"/>
                    <a:pt x="1271397" y="12446"/>
                    <a:pt x="1271397" y="27813"/>
                  </a:cubicBezTo>
                  <a:cubicBezTo>
                    <a:pt x="1271397" y="43180"/>
                    <a:pt x="1258951" y="55626"/>
                    <a:pt x="1243584" y="55626"/>
                  </a:cubicBezTo>
                  <a:lnTo>
                    <a:pt x="27813" y="55626"/>
                  </a:lnTo>
                  <a:cubicBezTo>
                    <a:pt x="12446" y="55499"/>
                    <a:pt x="0" y="43053"/>
                    <a:pt x="0" y="27813"/>
                  </a:cubicBezTo>
                  <a:cubicBezTo>
                    <a:pt x="0" y="12573"/>
                    <a:pt x="12446" y="0"/>
                    <a:pt x="27813" y="0"/>
                  </a:cubicBezTo>
                  <a:close/>
                </a:path>
              </a:pathLst>
            </a:custGeom>
            <a:solidFill>
              <a:srgbClr val="CA7BEB"/>
            </a:solidFill>
          </p:spPr>
        </p:sp>
      </p:grpSp>
      <p:grpSp>
        <p:nvGrpSpPr>
          <p:cNvPr name="Group 219" id="219"/>
          <p:cNvGrpSpPr/>
          <p:nvPr/>
        </p:nvGrpSpPr>
        <p:grpSpPr>
          <a:xfrm rot="0">
            <a:off x="10688776" y="4627470"/>
            <a:ext cx="953570" cy="41762"/>
            <a:chOff x="0" y="0"/>
            <a:chExt cx="1271427" cy="55683"/>
          </a:xfrm>
        </p:grpSpPr>
        <p:sp>
          <p:nvSpPr>
            <p:cNvPr name="Freeform 220" id="220"/>
            <p:cNvSpPr/>
            <p:nvPr/>
          </p:nvSpPr>
          <p:spPr>
            <a:xfrm flipH="false" flipV="false" rot="0">
              <a:off x="0" y="0"/>
              <a:ext cx="1271397" cy="55626"/>
            </a:xfrm>
            <a:custGeom>
              <a:avLst/>
              <a:gdLst/>
              <a:ahLst/>
              <a:cxnLst/>
              <a:rect r="r" b="b" t="t" l="l"/>
              <a:pathLst>
                <a:path h="55626" w="1271397">
                  <a:moveTo>
                    <a:pt x="27813" y="0"/>
                  </a:moveTo>
                  <a:lnTo>
                    <a:pt x="1243584" y="0"/>
                  </a:lnTo>
                  <a:cubicBezTo>
                    <a:pt x="1258951" y="0"/>
                    <a:pt x="1271397" y="12446"/>
                    <a:pt x="1271397" y="27813"/>
                  </a:cubicBezTo>
                  <a:cubicBezTo>
                    <a:pt x="1271397" y="43180"/>
                    <a:pt x="1258951" y="55626"/>
                    <a:pt x="1243584" y="55626"/>
                  </a:cubicBezTo>
                  <a:lnTo>
                    <a:pt x="27813" y="55626"/>
                  </a:lnTo>
                  <a:cubicBezTo>
                    <a:pt x="12446" y="55626"/>
                    <a:pt x="0" y="43180"/>
                    <a:pt x="0" y="27813"/>
                  </a:cubicBezTo>
                  <a:cubicBezTo>
                    <a:pt x="0" y="12446"/>
                    <a:pt x="12446" y="0"/>
                    <a:pt x="27813" y="0"/>
                  </a:cubicBezTo>
                  <a:close/>
                </a:path>
              </a:pathLst>
            </a:custGeom>
            <a:solidFill>
              <a:srgbClr val="CA7BEB"/>
            </a:solidFill>
          </p:spPr>
        </p:sp>
      </p:grpSp>
      <p:grpSp>
        <p:nvGrpSpPr>
          <p:cNvPr name="Group 221" id="221"/>
          <p:cNvGrpSpPr/>
          <p:nvPr/>
        </p:nvGrpSpPr>
        <p:grpSpPr>
          <a:xfrm rot="0">
            <a:off x="10688776" y="4822830"/>
            <a:ext cx="953570" cy="41762"/>
            <a:chOff x="0" y="0"/>
            <a:chExt cx="1271427" cy="55683"/>
          </a:xfrm>
        </p:grpSpPr>
        <p:sp>
          <p:nvSpPr>
            <p:cNvPr name="Freeform 222" id="222"/>
            <p:cNvSpPr/>
            <p:nvPr/>
          </p:nvSpPr>
          <p:spPr>
            <a:xfrm flipH="false" flipV="false" rot="0">
              <a:off x="0" y="127"/>
              <a:ext cx="1271397" cy="55626"/>
            </a:xfrm>
            <a:custGeom>
              <a:avLst/>
              <a:gdLst/>
              <a:ahLst/>
              <a:cxnLst/>
              <a:rect r="r" b="b" t="t" l="l"/>
              <a:pathLst>
                <a:path h="55626" w="1271397">
                  <a:moveTo>
                    <a:pt x="27813" y="0"/>
                  </a:moveTo>
                  <a:lnTo>
                    <a:pt x="1243584" y="0"/>
                  </a:lnTo>
                  <a:cubicBezTo>
                    <a:pt x="1258951" y="0"/>
                    <a:pt x="1271397" y="12446"/>
                    <a:pt x="1271397" y="27813"/>
                  </a:cubicBezTo>
                  <a:cubicBezTo>
                    <a:pt x="1271397" y="43180"/>
                    <a:pt x="1258951" y="55626"/>
                    <a:pt x="1243584" y="55626"/>
                  </a:cubicBezTo>
                  <a:lnTo>
                    <a:pt x="27813" y="55626"/>
                  </a:lnTo>
                  <a:cubicBezTo>
                    <a:pt x="12446" y="55499"/>
                    <a:pt x="0" y="43053"/>
                    <a:pt x="0" y="27813"/>
                  </a:cubicBezTo>
                  <a:cubicBezTo>
                    <a:pt x="0" y="12573"/>
                    <a:pt x="12446" y="0"/>
                    <a:pt x="27813" y="0"/>
                  </a:cubicBezTo>
                  <a:close/>
                </a:path>
              </a:pathLst>
            </a:custGeom>
            <a:solidFill>
              <a:srgbClr val="CA7BEB"/>
            </a:solidFill>
          </p:spPr>
        </p:sp>
      </p:grpSp>
      <p:grpSp>
        <p:nvGrpSpPr>
          <p:cNvPr name="Group 223" id="223"/>
          <p:cNvGrpSpPr/>
          <p:nvPr/>
        </p:nvGrpSpPr>
        <p:grpSpPr>
          <a:xfrm rot="0">
            <a:off x="12200890" y="4822830"/>
            <a:ext cx="1897960" cy="41762"/>
            <a:chOff x="0" y="0"/>
            <a:chExt cx="2530613" cy="55683"/>
          </a:xfrm>
        </p:grpSpPr>
        <p:sp>
          <p:nvSpPr>
            <p:cNvPr name="Freeform 224" id="224"/>
            <p:cNvSpPr/>
            <p:nvPr/>
          </p:nvSpPr>
          <p:spPr>
            <a:xfrm flipH="false" flipV="false" rot="0">
              <a:off x="0" y="127"/>
              <a:ext cx="2530602" cy="55626"/>
            </a:xfrm>
            <a:custGeom>
              <a:avLst/>
              <a:gdLst/>
              <a:ahLst/>
              <a:cxnLst/>
              <a:rect r="r" b="b" t="t" l="l"/>
              <a:pathLst>
                <a:path h="55626" w="2530602">
                  <a:moveTo>
                    <a:pt x="27813" y="0"/>
                  </a:moveTo>
                  <a:lnTo>
                    <a:pt x="2502789" y="0"/>
                  </a:lnTo>
                  <a:cubicBezTo>
                    <a:pt x="2518156" y="0"/>
                    <a:pt x="2530602" y="12446"/>
                    <a:pt x="2530602" y="27813"/>
                  </a:cubicBezTo>
                  <a:cubicBezTo>
                    <a:pt x="2530602" y="43180"/>
                    <a:pt x="2518156" y="55626"/>
                    <a:pt x="2502789" y="55626"/>
                  </a:cubicBezTo>
                  <a:lnTo>
                    <a:pt x="27813" y="55626"/>
                  </a:lnTo>
                  <a:cubicBezTo>
                    <a:pt x="12446" y="55499"/>
                    <a:pt x="0" y="43053"/>
                    <a:pt x="0" y="27813"/>
                  </a:cubicBezTo>
                  <a:cubicBezTo>
                    <a:pt x="0" y="12573"/>
                    <a:pt x="12446" y="0"/>
                    <a:pt x="27813" y="0"/>
                  </a:cubicBezTo>
                  <a:close/>
                </a:path>
              </a:pathLst>
            </a:custGeom>
            <a:solidFill>
              <a:srgbClr val="C8AEF8"/>
            </a:solidFill>
          </p:spPr>
        </p:sp>
      </p:grpSp>
      <p:grpSp>
        <p:nvGrpSpPr>
          <p:cNvPr name="Group 225" id="225"/>
          <p:cNvGrpSpPr/>
          <p:nvPr/>
        </p:nvGrpSpPr>
        <p:grpSpPr>
          <a:xfrm rot="0">
            <a:off x="13301910" y="4627470"/>
            <a:ext cx="796882" cy="41762"/>
            <a:chOff x="0" y="0"/>
            <a:chExt cx="1062509" cy="55683"/>
          </a:xfrm>
        </p:grpSpPr>
        <p:sp>
          <p:nvSpPr>
            <p:cNvPr name="Freeform 226" id="226"/>
            <p:cNvSpPr/>
            <p:nvPr/>
          </p:nvSpPr>
          <p:spPr>
            <a:xfrm flipH="false" flipV="false" rot="0">
              <a:off x="127" y="0"/>
              <a:ext cx="1062355" cy="55626"/>
            </a:xfrm>
            <a:custGeom>
              <a:avLst/>
              <a:gdLst/>
              <a:ahLst/>
              <a:cxnLst/>
              <a:rect r="r" b="b" t="t" l="l"/>
              <a:pathLst>
                <a:path h="55626" w="1062355">
                  <a:moveTo>
                    <a:pt x="27813" y="0"/>
                  </a:moveTo>
                  <a:lnTo>
                    <a:pt x="1034542" y="0"/>
                  </a:lnTo>
                  <a:cubicBezTo>
                    <a:pt x="1049909" y="0"/>
                    <a:pt x="1062355" y="12446"/>
                    <a:pt x="1062355" y="27813"/>
                  </a:cubicBezTo>
                  <a:cubicBezTo>
                    <a:pt x="1062355" y="43180"/>
                    <a:pt x="1049909" y="55626"/>
                    <a:pt x="1034542" y="55626"/>
                  </a:cubicBezTo>
                  <a:lnTo>
                    <a:pt x="27813" y="55626"/>
                  </a:lnTo>
                  <a:cubicBezTo>
                    <a:pt x="12446" y="55626"/>
                    <a:pt x="0" y="43180"/>
                    <a:pt x="0" y="27813"/>
                  </a:cubicBezTo>
                  <a:cubicBezTo>
                    <a:pt x="0" y="12446"/>
                    <a:pt x="12446" y="0"/>
                    <a:pt x="27813" y="0"/>
                  </a:cubicBezTo>
                  <a:close/>
                </a:path>
              </a:pathLst>
            </a:custGeom>
            <a:solidFill>
              <a:srgbClr val="C8AEF8"/>
            </a:solidFill>
          </p:spPr>
        </p:sp>
      </p:grpSp>
      <p:grpSp>
        <p:nvGrpSpPr>
          <p:cNvPr name="Group 227" id="227"/>
          <p:cNvGrpSpPr/>
          <p:nvPr/>
        </p:nvGrpSpPr>
        <p:grpSpPr>
          <a:xfrm rot="0">
            <a:off x="13757788" y="4425948"/>
            <a:ext cx="340978" cy="41762"/>
            <a:chOff x="0" y="0"/>
            <a:chExt cx="454637" cy="55683"/>
          </a:xfrm>
        </p:grpSpPr>
        <p:sp>
          <p:nvSpPr>
            <p:cNvPr name="Freeform 228" id="228"/>
            <p:cNvSpPr/>
            <p:nvPr/>
          </p:nvSpPr>
          <p:spPr>
            <a:xfrm flipH="false" flipV="false" rot="0">
              <a:off x="127" y="127"/>
              <a:ext cx="454406" cy="55626"/>
            </a:xfrm>
            <a:custGeom>
              <a:avLst/>
              <a:gdLst/>
              <a:ahLst/>
              <a:cxnLst/>
              <a:rect r="r" b="b" t="t" l="l"/>
              <a:pathLst>
                <a:path h="55626" w="454406">
                  <a:moveTo>
                    <a:pt x="27813" y="0"/>
                  </a:moveTo>
                  <a:lnTo>
                    <a:pt x="426593" y="0"/>
                  </a:lnTo>
                  <a:cubicBezTo>
                    <a:pt x="441960" y="0"/>
                    <a:pt x="454406" y="12446"/>
                    <a:pt x="454406" y="27813"/>
                  </a:cubicBezTo>
                  <a:cubicBezTo>
                    <a:pt x="454406" y="43180"/>
                    <a:pt x="441960" y="55626"/>
                    <a:pt x="426593" y="55626"/>
                  </a:cubicBezTo>
                  <a:lnTo>
                    <a:pt x="27813" y="55626"/>
                  </a:lnTo>
                  <a:cubicBezTo>
                    <a:pt x="12446" y="55499"/>
                    <a:pt x="0" y="43053"/>
                    <a:pt x="0" y="27813"/>
                  </a:cubicBezTo>
                  <a:cubicBezTo>
                    <a:pt x="0" y="12573"/>
                    <a:pt x="12446" y="0"/>
                    <a:pt x="27813" y="0"/>
                  </a:cubicBezTo>
                  <a:close/>
                </a:path>
              </a:pathLst>
            </a:custGeom>
            <a:solidFill>
              <a:srgbClr val="C8AEF8"/>
            </a:solidFill>
          </p:spPr>
        </p:sp>
      </p:grpSp>
      <p:grpSp>
        <p:nvGrpSpPr>
          <p:cNvPr name="Group 229" id="229"/>
          <p:cNvGrpSpPr/>
          <p:nvPr/>
        </p:nvGrpSpPr>
        <p:grpSpPr>
          <a:xfrm rot="0">
            <a:off x="15204014" y="2620738"/>
            <a:ext cx="2228596" cy="3468802"/>
            <a:chOff x="0" y="0"/>
            <a:chExt cx="2971461" cy="4625069"/>
          </a:xfrm>
        </p:grpSpPr>
        <p:sp>
          <p:nvSpPr>
            <p:cNvPr name="Freeform 230" id="230"/>
            <p:cNvSpPr/>
            <p:nvPr/>
          </p:nvSpPr>
          <p:spPr>
            <a:xfrm flipH="false" flipV="false" rot="0">
              <a:off x="0" y="0"/>
              <a:ext cx="2971419" cy="4625086"/>
            </a:xfrm>
            <a:custGeom>
              <a:avLst/>
              <a:gdLst/>
              <a:ahLst/>
              <a:cxnLst/>
              <a:rect r="r" b="b" t="t" l="l"/>
              <a:pathLst>
                <a:path h="4625086" w="2971419">
                  <a:moveTo>
                    <a:pt x="151638" y="127"/>
                  </a:moveTo>
                  <a:cubicBezTo>
                    <a:pt x="67691" y="127"/>
                    <a:pt x="0" y="67691"/>
                    <a:pt x="0" y="151638"/>
                  </a:cubicBezTo>
                  <a:lnTo>
                    <a:pt x="0" y="4473448"/>
                  </a:lnTo>
                  <a:cubicBezTo>
                    <a:pt x="0" y="4557395"/>
                    <a:pt x="67691" y="4625086"/>
                    <a:pt x="151638" y="4625086"/>
                  </a:cubicBezTo>
                  <a:lnTo>
                    <a:pt x="2819781" y="4625086"/>
                  </a:lnTo>
                  <a:cubicBezTo>
                    <a:pt x="2903728" y="4625086"/>
                    <a:pt x="2971419" y="4557522"/>
                    <a:pt x="2971419" y="4473448"/>
                  </a:cubicBezTo>
                  <a:lnTo>
                    <a:pt x="2971419" y="151638"/>
                  </a:lnTo>
                  <a:cubicBezTo>
                    <a:pt x="2971419" y="67691"/>
                    <a:pt x="2903855" y="0"/>
                    <a:pt x="2819781" y="0"/>
                  </a:cubicBezTo>
                  <a:close/>
                </a:path>
              </a:pathLst>
            </a:custGeom>
            <a:solidFill>
              <a:srgbClr val="878FFF"/>
            </a:solidFill>
          </p:spPr>
        </p:sp>
      </p:grpSp>
      <p:grpSp>
        <p:nvGrpSpPr>
          <p:cNvPr name="Group 231" id="231"/>
          <p:cNvGrpSpPr/>
          <p:nvPr/>
        </p:nvGrpSpPr>
        <p:grpSpPr>
          <a:xfrm rot="0">
            <a:off x="15204014" y="2620738"/>
            <a:ext cx="2228596" cy="314902"/>
            <a:chOff x="0" y="0"/>
            <a:chExt cx="2971461" cy="419869"/>
          </a:xfrm>
        </p:grpSpPr>
        <p:sp>
          <p:nvSpPr>
            <p:cNvPr name="Freeform 232" id="232"/>
            <p:cNvSpPr/>
            <p:nvPr/>
          </p:nvSpPr>
          <p:spPr>
            <a:xfrm flipH="false" flipV="false" rot="0">
              <a:off x="0" y="0"/>
              <a:ext cx="2971419" cy="419862"/>
            </a:xfrm>
            <a:custGeom>
              <a:avLst/>
              <a:gdLst/>
              <a:ahLst/>
              <a:cxnLst/>
              <a:rect r="r" b="b" t="t" l="l"/>
              <a:pathLst>
                <a:path h="419862" w="2971419">
                  <a:moveTo>
                    <a:pt x="114300" y="127"/>
                  </a:moveTo>
                  <a:cubicBezTo>
                    <a:pt x="51308" y="127"/>
                    <a:pt x="0" y="51308"/>
                    <a:pt x="0" y="114300"/>
                  </a:cubicBezTo>
                  <a:lnTo>
                    <a:pt x="0" y="419862"/>
                  </a:lnTo>
                  <a:lnTo>
                    <a:pt x="2971419" y="419862"/>
                  </a:lnTo>
                  <a:lnTo>
                    <a:pt x="2971419" y="114300"/>
                  </a:lnTo>
                  <a:cubicBezTo>
                    <a:pt x="2971419" y="51308"/>
                    <a:pt x="2920111" y="0"/>
                    <a:pt x="2857119" y="0"/>
                  </a:cubicBezTo>
                  <a:close/>
                </a:path>
              </a:pathLst>
            </a:custGeom>
            <a:solidFill>
              <a:srgbClr val="C8AEF8"/>
            </a:solidFill>
          </p:spPr>
        </p:sp>
      </p:grpSp>
      <p:grpSp>
        <p:nvGrpSpPr>
          <p:cNvPr name="Group 233" id="233"/>
          <p:cNvGrpSpPr/>
          <p:nvPr/>
        </p:nvGrpSpPr>
        <p:grpSpPr>
          <a:xfrm rot="0">
            <a:off x="15324730" y="3030084"/>
            <a:ext cx="1992406" cy="2956252"/>
            <a:chOff x="0" y="0"/>
            <a:chExt cx="2656541" cy="3941669"/>
          </a:xfrm>
        </p:grpSpPr>
        <p:sp>
          <p:nvSpPr>
            <p:cNvPr name="Freeform 234" id="234"/>
            <p:cNvSpPr/>
            <p:nvPr/>
          </p:nvSpPr>
          <p:spPr>
            <a:xfrm flipH="false" flipV="false" rot="0">
              <a:off x="0" y="0"/>
              <a:ext cx="2656459" cy="3941699"/>
            </a:xfrm>
            <a:custGeom>
              <a:avLst/>
              <a:gdLst/>
              <a:ahLst/>
              <a:cxnLst/>
              <a:rect r="r" b="b" t="t" l="l"/>
              <a:pathLst>
                <a:path h="3941699" w="2656459">
                  <a:moveTo>
                    <a:pt x="2535174" y="3941699"/>
                  </a:moveTo>
                  <a:lnTo>
                    <a:pt x="123571" y="3941699"/>
                  </a:lnTo>
                  <a:cubicBezTo>
                    <a:pt x="56007" y="3941699"/>
                    <a:pt x="0" y="3888105"/>
                    <a:pt x="0" y="3820414"/>
                  </a:cubicBezTo>
                  <a:lnTo>
                    <a:pt x="0" y="121285"/>
                  </a:lnTo>
                  <a:cubicBezTo>
                    <a:pt x="0" y="53594"/>
                    <a:pt x="56007" y="0"/>
                    <a:pt x="123571" y="0"/>
                  </a:cubicBezTo>
                  <a:lnTo>
                    <a:pt x="2535174" y="0"/>
                  </a:lnTo>
                  <a:cubicBezTo>
                    <a:pt x="2602865" y="0"/>
                    <a:pt x="2656459" y="53594"/>
                    <a:pt x="2656459" y="121285"/>
                  </a:cubicBezTo>
                  <a:lnTo>
                    <a:pt x="2656459" y="3820414"/>
                  </a:lnTo>
                  <a:cubicBezTo>
                    <a:pt x="2656459" y="3888105"/>
                    <a:pt x="2602865" y="3941699"/>
                    <a:pt x="2535174" y="3941699"/>
                  </a:cubicBezTo>
                  <a:close/>
                </a:path>
              </a:pathLst>
            </a:custGeom>
            <a:solidFill>
              <a:srgbClr val="240860"/>
            </a:solidFill>
          </p:spPr>
        </p:sp>
      </p:grpSp>
      <p:grpSp>
        <p:nvGrpSpPr>
          <p:cNvPr name="Group 235" id="235"/>
          <p:cNvGrpSpPr/>
          <p:nvPr/>
        </p:nvGrpSpPr>
        <p:grpSpPr>
          <a:xfrm rot="0">
            <a:off x="15811006" y="2725670"/>
            <a:ext cx="106768" cy="54328"/>
            <a:chOff x="0" y="0"/>
            <a:chExt cx="142357" cy="72437"/>
          </a:xfrm>
        </p:grpSpPr>
        <p:sp>
          <p:nvSpPr>
            <p:cNvPr name="Freeform 236" id="236"/>
            <p:cNvSpPr/>
            <p:nvPr/>
          </p:nvSpPr>
          <p:spPr>
            <a:xfrm flipH="false" flipV="false" rot="0">
              <a:off x="0" y="127"/>
              <a:ext cx="142240" cy="72263"/>
            </a:xfrm>
            <a:custGeom>
              <a:avLst/>
              <a:gdLst/>
              <a:ahLst/>
              <a:cxnLst/>
              <a:rect r="r" b="b" t="t" l="l"/>
              <a:pathLst>
                <a:path h="72263" w="142240">
                  <a:moveTo>
                    <a:pt x="69977" y="0"/>
                  </a:moveTo>
                  <a:cubicBezTo>
                    <a:pt x="30353" y="0"/>
                    <a:pt x="0" y="30226"/>
                    <a:pt x="0" y="69977"/>
                  </a:cubicBezTo>
                  <a:lnTo>
                    <a:pt x="0" y="72263"/>
                  </a:lnTo>
                  <a:cubicBezTo>
                    <a:pt x="0" y="32639"/>
                    <a:pt x="30353" y="0"/>
                    <a:pt x="69977" y="0"/>
                  </a:cubicBezTo>
                  <a:close/>
                  <a:cubicBezTo>
                    <a:pt x="109601" y="0"/>
                    <a:pt x="142240" y="32639"/>
                    <a:pt x="142240" y="72263"/>
                  </a:cubicBezTo>
                  <a:lnTo>
                    <a:pt x="142240" y="69977"/>
                  </a:lnTo>
                  <a:cubicBezTo>
                    <a:pt x="142240" y="30226"/>
                    <a:pt x="109601" y="0"/>
                    <a:pt x="69977" y="0"/>
                  </a:cubicBezTo>
                  <a:close/>
                </a:path>
              </a:pathLst>
            </a:custGeom>
            <a:solidFill>
              <a:srgbClr val="84FA9C"/>
            </a:solidFill>
          </p:spPr>
        </p:sp>
      </p:grpSp>
      <p:grpSp>
        <p:nvGrpSpPr>
          <p:cNvPr name="Group 237" id="237"/>
          <p:cNvGrpSpPr/>
          <p:nvPr/>
        </p:nvGrpSpPr>
        <p:grpSpPr>
          <a:xfrm rot="0">
            <a:off x="15420906" y="3376396"/>
            <a:ext cx="1415198" cy="33300"/>
            <a:chOff x="0" y="0"/>
            <a:chExt cx="1886931" cy="44400"/>
          </a:xfrm>
        </p:grpSpPr>
        <p:sp>
          <p:nvSpPr>
            <p:cNvPr name="Freeform 238" id="238"/>
            <p:cNvSpPr/>
            <p:nvPr/>
          </p:nvSpPr>
          <p:spPr>
            <a:xfrm flipH="false" flipV="false" rot="0">
              <a:off x="127" y="127"/>
              <a:ext cx="1886839" cy="44323"/>
            </a:xfrm>
            <a:custGeom>
              <a:avLst/>
              <a:gdLst/>
              <a:ahLst/>
              <a:cxnLst/>
              <a:rect r="r" b="b" t="t" l="l"/>
              <a:pathLst>
                <a:path h="44323" w="1886839">
                  <a:moveTo>
                    <a:pt x="23241" y="0"/>
                  </a:moveTo>
                  <a:cubicBezTo>
                    <a:pt x="9271" y="0"/>
                    <a:pt x="0" y="9271"/>
                    <a:pt x="0" y="20955"/>
                  </a:cubicBezTo>
                  <a:cubicBezTo>
                    <a:pt x="0" y="34925"/>
                    <a:pt x="9271" y="44323"/>
                    <a:pt x="23241" y="44323"/>
                  </a:cubicBezTo>
                  <a:lnTo>
                    <a:pt x="1865757" y="44323"/>
                  </a:lnTo>
                  <a:cubicBezTo>
                    <a:pt x="1877441" y="44323"/>
                    <a:pt x="1886839" y="34925"/>
                    <a:pt x="1886839" y="20955"/>
                  </a:cubicBezTo>
                  <a:cubicBezTo>
                    <a:pt x="1886839" y="9271"/>
                    <a:pt x="1877441" y="0"/>
                    <a:pt x="1865757" y="0"/>
                  </a:cubicBezTo>
                  <a:close/>
                </a:path>
              </a:pathLst>
            </a:custGeom>
            <a:solidFill>
              <a:srgbClr val="12D77E"/>
            </a:solidFill>
          </p:spPr>
        </p:sp>
      </p:grpSp>
      <p:grpSp>
        <p:nvGrpSpPr>
          <p:cNvPr name="Group 239" id="239"/>
          <p:cNvGrpSpPr/>
          <p:nvPr/>
        </p:nvGrpSpPr>
        <p:grpSpPr>
          <a:xfrm rot="0">
            <a:off x="16923516" y="3376396"/>
            <a:ext cx="136502" cy="33300"/>
            <a:chOff x="0" y="0"/>
            <a:chExt cx="182003" cy="44400"/>
          </a:xfrm>
        </p:grpSpPr>
        <p:sp>
          <p:nvSpPr>
            <p:cNvPr name="Freeform 240" id="240"/>
            <p:cNvSpPr/>
            <p:nvPr/>
          </p:nvSpPr>
          <p:spPr>
            <a:xfrm flipH="false" flipV="false" rot="0">
              <a:off x="127" y="127"/>
              <a:ext cx="181737" cy="44323"/>
            </a:xfrm>
            <a:custGeom>
              <a:avLst/>
              <a:gdLst/>
              <a:ahLst/>
              <a:cxnLst/>
              <a:rect r="r" b="b" t="t" l="l"/>
              <a:pathLst>
                <a:path h="44323" w="181737">
                  <a:moveTo>
                    <a:pt x="20955" y="0"/>
                  </a:moveTo>
                  <a:cubicBezTo>
                    <a:pt x="9271" y="0"/>
                    <a:pt x="0" y="9271"/>
                    <a:pt x="0" y="20955"/>
                  </a:cubicBezTo>
                  <a:cubicBezTo>
                    <a:pt x="0" y="34925"/>
                    <a:pt x="9271" y="44323"/>
                    <a:pt x="20955" y="44323"/>
                  </a:cubicBezTo>
                  <a:lnTo>
                    <a:pt x="158496" y="44323"/>
                  </a:lnTo>
                  <a:cubicBezTo>
                    <a:pt x="170180" y="44323"/>
                    <a:pt x="181737" y="34925"/>
                    <a:pt x="181737" y="20955"/>
                  </a:cubicBezTo>
                  <a:cubicBezTo>
                    <a:pt x="181737" y="9271"/>
                    <a:pt x="170180" y="0"/>
                    <a:pt x="158496" y="0"/>
                  </a:cubicBezTo>
                  <a:close/>
                </a:path>
              </a:pathLst>
            </a:custGeom>
            <a:solidFill>
              <a:srgbClr val="12D77E"/>
            </a:solidFill>
          </p:spPr>
        </p:sp>
      </p:grpSp>
      <p:grpSp>
        <p:nvGrpSpPr>
          <p:cNvPr name="Group 241" id="241"/>
          <p:cNvGrpSpPr/>
          <p:nvPr/>
        </p:nvGrpSpPr>
        <p:grpSpPr>
          <a:xfrm rot="0">
            <a:off x="17112456" y="3376396"/>
            <a:ext cx="110228" cy="33300"/>
            <a:chOff x="0" y="0"/>
            <a:chExt cx="146971" cy="44400"/>
          </a:xfrm>
        </p:grpSpPr>
        <p:sp>
          <p:nvSpPr>
            <p:cNvPr name="Freeform 242" id="242"/>
            <p:cNvSpPr/>
            <p:nvPr/>
          </p:nvSpPr>
          <p:spPr>
            <a:xfrm flipH="false" flipV="false" rot="0">
              <a:off x="0" y="127"/>
              <a:ext cx="146939" cy="44323"/>
            </a:xfrm>
            <a:custGeom>
              <a:avLst/>
              <a:gdLst/>
              <a:ahLst/>
              <a:cxnLst/>
              <a:rect r="r" b="b" t="t" l="l"/>
              <a:pathLst>
                <a:path h="44323" w="146939">
                  <a:moveTo>
                    <a:pt x="20955" y="0"/>
                  </a:moveTo>
                  <a:cubicBezTo>
                    <a:pt x="9398" y="0"/>
                    <a:pt x="0" y="9271"/>
                    <a:pt x="0" y="20955"/>
                  </a:cubicBezTo>
                  <a:cubicBezTo>
                    <a:pt x="0" y="34925"/>
                    <a:pt x="9398" y="44323"/>
                    <a:pt x="20955" y="44323"/>
                  </a:cubicBezTo>
                  <a:lnTo>
                    <a:pt x="123571" y="44323"/>
                  </a:lnTo>
                  <a:cubicBezTo>
                    <a:pt x="137541" y="44323"/>
                    <a:pt x="146939" y="34925"/>
                    <a:pt x="146939" y="20955"/>
                  </a:cubicBezTo>
                  <a:cubicBezTo>
                    <a:pt x="146939" y="9271"/>
                    <a:pt x="137541" y="0"/>
                    <a:pt x="123571" y="0"/>
                  </a:cubicBezTo>
                  <a:close/>
                </a:path>
              </a:pathLst>
            </a:custGeom>
            <a:solidFill>
              <a:srgbClr val="12D77E"/>
            </a:solidFill>
          </p:spPr>
        </p:sp>
      </p:grpSp>
      <p:grpSp>
        <p:nvGrpSpPr>
          <p:cNvPr name="Group 243" id="243"/>
          <p:cNvGrpSpPr/>
          <p:nvPr/>
        </p:nvGrpSpPr>
        <p:grpSpPr>
          <a:xfrm rot="0">
            <a:off x="15420906" y="3532090"/>
            <a:ext cx="809988" cy="33300"/>
            <a:chOff x="0" y="0"/>
            <a:chExt cx="1079984" cy="44400"/>
          </a:xfrm>
        </p:grpSpPr>
        <p:sp>
          <p:nvSpPr>
            <p:cNvPr name="Freeform 244" id="244"/>
            <p:cNvSpPr/>
            <p:nvPr/>
          </p:nvSpPr>
          <p:spPr>
            <a:xfrm flipH="false" flipV="false" rot="0">
              <a:off x="127" y="127"/>
              <a:ext cx="1079754" cy="44196"/>
            </a:xfrm>
            <a:custGeom>
              <a:avLst/>
              <a:gdLst/>
              <a:ahLst/>
              <a:cxnLst/>
              <a:rect r="r" b="b" t="t" l="l"/>
              <a:pathLst>
                <a:path h="44196" w="1079754">
                  <a:moveTo>
                    <a:pt x="23241" y="0"/>
                  </a:moveTo>
                  <a:cubicBezTo>
                    <a:pt x="9271" y="0"/>
                    <a:pt x="0" y="9271"/>
                    <a:pt x="0" y="23241"/>
                  </a:cubicBezTo>
                  <a:cubicBezTo>
                    <a:pt x="0" y="34925"/>
                    <a:pt x="9271" y="44196"/>
                    <a:pt x="23241" y="44196"/>
                  </a:cubicBezTo>
                  <a:lnTo>
                    <a:pt x="1056513" y="44196"/>
                  </a:lnTo>
                  <a:cubicBezTo>
                    <a:pt x="1070483" y="44196"/>
                    <a:pt x="1079754" y="34925"/>
                    <a:pt x="1079754" y="23241"/>
                  </a:cubicBezTo>
                  <a:cubicBezTo>
                    <a:pt x="1079754" y="9271"/>
                    <a:pt x="1070483" y="0"/>
                    <a:pt x="1056513" y="0"/>
                  </a:cubicBezTo>
                  <a:close/>
                </a:path>
              </a:pathLst>
            </a:custGeom>
            <a:solidFill>
              <a:srgbClr val="12FFFF"/>
            </a:solidFill>
          </p:spPr>
        </p:sp>
      </p:grpSp>
      <p:grpSp>
        <p:nvGrpSpPr>
          <p:cNvPr name="Group 245" id="245"/>
          <p:cNvGrpSpPr/>
          <p:nvPr/>
        </p:nvGrpSpPr>
        <p:grpSpPr>
          <a:xfrm rot="0">
            <a:off x="16244788" y="3532090"/>
            <a:ext cx="255488" cy="33300"/>
            <a:chOff x="0" y="0"/>
            <a:chExt cx="340651" cy="44400"/>
          </a:xfrm>
        </p:grpSpPr>
        <p:sp>
          <p:nvSpPr>
            <p:cNvPr name="Freeform 246" id="246"/>
            <p:cNvSpPr/>
            <p:nvPr/>
          </p:nvSpPr>
          <p:spPr>
            <a:xfrm flipH="false" flipV="false" rot="0">
              <a:off x="127" y="127"/>
              <a:ext cx="340487" cy="44196"/>
            </a:xfrm>
            <a:custGeom>
              <a:avLst/>
              <a:gdLst/>
              <a:ahLst/>
              <a:cxnLst/>
              <a:rect r="r" b="b" t="t" l="l"/>
              <a:pathLst>
                <a:path h="44196" w="340487">
                  <a:moveTo>
                    <a:pt x="20955" y="0"/>
                  </a:moveTo>
                  <a:cubicBezTo>
                    <a:pt x="9271" y="0"/>
                    <a:pt x="0" y="9271"/>
                    <a:pt x="0" y="23241"/>
                  </a:cubicBezTo>
                  <a:cubicBezTo>
                    <a:pt x="0" y="34925"/>
                    <a:pt x="9271" y="44196"/>
                    <a:pt x="20955" y="44196"/>
                  </a:cubicBezTo>
                  <a:lnTo>
                    <a:pt x="319532" y="44196"/>
                  </a:lnTo>
                  <a:cubicBezTo>
                    <a:pt x="331216" y="44196"/>
                    <a:pt x="340487" y="34925"/>
                    <a:pt x="340487" y="23241"/>
                  </a:cubicBezTo>
                  <a:cubicBezTo>
                    <a:pt x="340487" y="9271"/>
                    <a:pt x="331216" y="0"/>
                    <a:pt x="319532" y="0"/>
                  </a:cubicBezTo>
                  <a:close/>
                </a:path>
              </a:pathLst>
            </a:custGeom>
            <a:solidFill>
              <a:srgbClr val="12FFFF"/>
            </a:solidFill>
          </p:spPr>
        </p:sp>
      </p:grpSp>
      <p:grpSp>
        <p:nvGrpSpPr>
          <p:cNvPr name="Group 247" id="247"/>
          <p:cNvGrpSpPr/>
          <p:nvPr/>
        </p:nvGrpSpPr>
        <p:grpSpPr>
          <a:xfrm rot="0">
            <a:off x="16328796" y="3621290"/>
            <a:ext cx="171478" cy="35030"/>
            <a:chOff x="0" y="0"/>
            <a:chExt cx="228637" cy="46707"/>
          </a:xfrm>
        </p:grpSpPr>
        <p:sp>
          <p:nvSpPr>
            <p:cNvPr name="Freeform 248" id="248"/>
            <p:cNvSpPr/>
            <p:nvPr/>
          </p:nvSpPr>
          <p:spPr>
            <a:xfrm flipH="false" flipV="false" rot="0">
              <a:off x="0" y="127"/>
              <a:ext cx="228600" cy="46609"/>
            </a:xfrm>
            <a:custGeom>
              <a:avLst/>
              <a:gdLst/>
              <a:ahLst/>
              <a:cxnLst/>
              <a:rect r="r" b="b" t="t" l="l"/>
              <a:pathLst>
                <a:path h="46609" w="228600">
                  <a:moveTo>
                    <a:pt x="23368" y="0"/>
                  </a:moveTo>
                  <a:cubicBezTo>
                    <a:pt x="9398" y="0"/>
                    <a:pt x="0" y="11557"/>
                    <a:pt x="0" y="23241"/>
                  </a:cubicBezTo>
                  <a:cubicBezTo>
                    <a:pt x="0" y="37338"/>
                    <a:pt x="9398" y="46609"/>
                    <a:pt x="23368" y="46609"/>
                  </a:cubicBezTo>
                  <a:lnTo>
                    <a:pt x="207645" y="46609"/>
                  </a:lnTo>
                  <a:cubicBezTo>
                    <a:pt x="219329" y="46609"/>
                    <a:pt x="228600" y="34925"/>
                    <a:pt x="228600" y="23241"/>
                  </a:cubicBezTo>
                  <a:cubicBezTo>
                    <a:pt x="228600" y="11557"/>
                    <a:pt x="219329" y="0"/>
                    <a:pt x="207645" y="0"/>
                  </a:cubicBezTo>
                  <a:close/>
                </a:path>
              </a:pathLst>
            </a:custGeom>
            <a:solidFill>
              <a:srgbClr val="12FFFF"/>
            </a:solidFill>
          </p:spPr>
        </p:sp>
      </p:grpSp>
      <p:grpSp>
        <p:nvGrpSpPr>
          <p:cNvPr name="Group 249" id="249"/>
          <p:cNvGrpSpPr/>
          <p:nvPr/>
        </p:nvGrpSpPr>
        <p:grpSpPr>
          <a:xfrm rot="0">
            <a:off x="16244788" y="3621290"/>
            <a:ext cx="50814" cy="35030"/>
            <a:chOff x="0" y="0"/>
            <a:chExt cx="67752" cy="46707"/>
          </a:xfrm>
        </p:grpSpPr>
        <p:sp>
          <p:nvSpPr>
            <p:cNvPr name="Freeform 250" id="250"/>
            <p:cNvSpPr/>
            <p:nvPr/>
          </p:nvSpPr>
          <p:spPr>
            <a:xfrm flipH="false" flipV="false" rot="0">
              <a:off x="127" y="127"/>
              <a:ext cx="67564" cy="46609"/>
            </a:xfrm>
            <a:custGeom>
              <a:avLst/>
              <a:gdLst/>
              <a:ahLst/>
              <a:cxnLst/>
              <a:rect r="r" b="b" t="t" l="l"/>
              <a:pathLst>
                <a:path h="46609" w="67564">
                  <a:moveTo>
                    <a:pt x="23241" y="0"/>
                  </a:moveTo>
                  <a:cubicBezTo>
                    <a:pt x="11557" y="0"/>
                    <a:pt x="0" y="11557"/>
                    <a:pt x="0" y="23241"/>
                  </a:cubicBezTo>
                  <a:cubicBezTo>
                    <a:pt x="0" y="37338"/>
                    <a:pt x="11684" y="46609"/>
                    <a:pt x="23368" y="46609"/>
                  </a:cubicBezTo>
                  <a:lnTo>
                    <a:pt x="44323" y="46609"/>
                  </a:lnTo>
                  <a:cubicBezTo>
                    <a:pt x="56007" y="46609"/>
                    <a:pt x="67564" y="34925"/>
                    <a:pt x="67564" y="23241"/>
                  </a:cubicBezTo>
                  <a:cubicBezTo>
                    <a:pt x="67564" y="11557"/>
                    <a:pt x="58293" y="0"/>
                    <a:pt x="44323" y="0"/>
                  </a:cubicBezTo>
                  <a:close/>
                </a:path>
              </a:pathLst>
            </a:custGeom>
            <a:solidFill>
              <a:srgbClr val="12FFFF"/>
            </a:solidFill>
          </p:spPr>
        </p:sp>
      </p:grpSp>
      <p:grpSp>
        <p:nvGrpSpPr>
          <p:cNvPr name="Group 251" id="251"/>
          <p:cNvGrpSpPr/>
          <p:nvPr/>
        </p:nvGrpSpPr>
        <p:grpSpPr>
          <a:xfrm rot="0">
            <a:off x="16043628" y="3621290"/>
            <a:ext cx="154016" cy="35030"/>
            <a:chOff x="0" y="0"/>
            <a:chExt cx="205355" cy="46707"/>
          </a:xfrm>
        </p:grpSpPr>
        <p:sp>
          <p:nvSpPr>
            <p:cNvPr name="Freeform 252" id="252"/>
            <p:cNvSpPr/>
            <p:nvPr/>
          </p:nvSpPr>
          <p:spPr>
            <a:xfrm flipH="false" flipV="false" rot="0">
              <a:off x="127" y="127"/>
              <a:ext cx="205105" cy="46609"/>
            </a:xfrm>
            <a:custGeom>
              <a:avLst/>
              <a:gdLst/>
              <a:ahLst/>
              <a:cxnLst/>
              <a:rect r="r" b="b" t="t" l="l"/>
              <a:pathLst>
                <a:path h="46609" w="205105">
                  <a:moveTo>
                    <a:pt x="20955" y="0"/>
                  </a:moveTo>
                  <a:cubicBezTo>
                    <a:pt x="9271" y="0"/>
                    <a:pt x="0" y="11557"/>
                    <a:pt x="0" y="23241"/>
                  </a:cubicBezTo>
                  <a:cubicBezTo>
                    <a:pt x="0" y="37338"/>
                    <a:pt x="9271" y="46609"/>
                    <a:pt x="20955" y="46609"/>
                  </a:cubicBezTo>
                  <a:lnTo>
                    <a:pt x="184150" y="46609"/>
                  </a:lnTo>
                  <a:cubicBezTo>
                    <a:pt x="195834" y="46609"/>
                    <a:pt x="205105" y="34925"/>
                    <a:pt x="205105" y="23241"/>
                  </a:cubicBezTo>
                  <a:cubicBezTo>
                    <a:pt x="205105" y="11557"/>
                    <a:pt x="195834" y="0"/>
                    <a:pt x="184150" y="0"/>
                  </a:cubicBezTo>
                  <a:close/>
                </a:path>
              </a:pathLst>
            </a:custGeom>
            <a:solidFill>
              <a:srgbClr val="12FFFF"/>
            </a:solidFill>
          </p:spPr>
        </p:sp>
      </p:grpSp>
      <p:grpSp>
        <p:nvGrpSpPr>
          <p:cNvPr name="Group 253" id="253"/>
          <p:cNvGrpSpPr/>
          <p:nvPr/>
        </p:nvGrpSpPr>
        <p:grpSpPr>
          <a:xfrm rot="0">
            <a:off x="15825006" y="3621290"/>
            <a:ext cx="155746" cy="35030"/>
            <a:chOff x="0" y="0"/>
            <a:chExt cx="207661" cy="46707"/>
          </a:xfrm>
        </p:grpSpPr>
        <p:sp>
          <p:nvSpPr>
            <p:cNvPr name="Freeform 254" id="254"/>
            <p:cNvSpPr/>
            <p:nvPr/>
          </p:nvSpPr>
          <p:spPr>
            <a:xfrm flipH="false" flipV="false" rot="0">
              <a:off x="0" y="127"/>
              <a:ext cx="205648" cy="46609"/>
            </a:xfrm>
            <a:custGeom>
              <a:avLst/>
              <a:gdLst/>
              <a:ahLst/>
              <a:cxnLst/>
              <a:rect r="r" b="b" t="t" l="l"/>
              <a:pathLst>
                <a:path h="46609" w="205648">
                  <a:moveTo>
                    <a:pt x="20955" y="0"/>
                  </a:moveTo>
                  <a:cubicBezTo>
                    <a:pt x="9398" y="0"/>
                    <a:pt x="0" y="11557"/>
                    <a:pt x="0" y="23241"/>
                  </a:cubicBezTo>
                  <a:cubicBezTo>
                    <a:pt x="0" y="37338"/>
                    <a:pt x="9398" y="46609"/>
                    <a:pt x="20955" y="46609"/>
                  </a:cubicBezTo>
                  <a:lnTo>
                    <a:pt x="184277" y="46609"/>
                  </a:lnTo>
                  <a:cubicBezTo>
                    <a:pt x="195961" y="46609"/>
                    <a:pt x="207645" y="34925"/>
                    <a:pt x="205359" y="23241"/>
                  </a:cubicBezTo>
                  <a:cubicBezTo>
                    <a:pt x="205359" y="11684"/>
                    <a:pt x="195961" y="0"/>
                    <a:pt x="184277" y="0"/>
                  </a:cubicBezTo>
                  <a:close/>
                </a:path>
              </a:pathLst>
            </a:custGeom>
            <a:solidFill>
              <a:srgbClr val="12FFFF"/>
            </a:solidFill>
          </p:spPr>
        </p:sp>
      </p:grpSp>
      <p:grpSp>
        <p:nvGrpSpPr>
          <p:cNvPr name="Group 255" id="255"/>
          <p:cNvGrpSpPr/>
          <p:nvPr/>
        </p:nvGrpSpPr>
        <p:grpSpPr>
          <a:xfrm rot="0">
            <a:off x="15606332" y="3621290"/>
            <a:ext cx="155746" cy="35030"/>
            <a:chOff x="0" y="0"/>
            <a:chExt cx="207661" cy="46707"/>
          </a:xfrm>
        </p:grpSpPr>
        <p:sp>
          <p:nvSpPr>
            <p:cNvPr name="Freeform 256" id="256"/>
            <p:cNvSpPr/>
            <p:nvPr/>
          </p:nvSpPr>
          <p:spPr>
            <a:xfrm flipH="false" flipV="false" rot="0">
              <a:off x="127" y="127"/>
              <a:ext cx="207391" cy="46609"/>
            </a:xfrm>
            <a:custGeom>
              <a:avLst/>
              <a:gdLst/>
              <a:ahLst/>
              <a:cxnLst/>
              <a:rect r="r" b="b" t="t" l="l"/>
              <a:pathLst>
                <a:path h="46609" w="207391">
                  <a:moveTo>
                    <a:pt x="20955" y="0"/>
                  </a:moveTo>
                  <a:cubicBezTo>
                    <a:pt x="9271" y="0"/>
                    <a:pt x="0" y="11557"/>
                    <a:pt x="0" y="23241"/>
                  </a:cubicBezTo>
                  <a:cubicBezTo>
                    <a:pt x="0" y="37338"/>
                    <a:pt x="9271" y="46609"/>
                    <a:pt x="20955" y="46609"/>
                  </a:cubicBezTo>
                  <a:lnTo>
                    <a:pt x="184150" y="46609"/>
                  </a:lnTo>
                  <a:cubicBezTo>
                    <a:pt x="195834" y="46609"/>
                    <a:pt x="207391" y="34925"/>
                    <a:pt x="207391" y="23241"/>
                  </a:cubicBezTo>
                  <a:cubicBezTo>
                    <a:pt x="207391" y="11557"/>
                    <a:pt x="195834" y="0"/>
                    <a:pt x="184150" y="0"/>
                  </a:cubicBezTo>
                  <a:close/>
                </a:path>
              </a:pathLst>
            </a:custGeom>
            <a:solidFill>
              <a:srgbClr val="12FFFF"/>
            </a:solidFill>
          </p:spPr>
        </p:sp>
      </p:grpSp>
      <p:grpSp>
        <p:nvGrpSpPr>
          <p:cNvPr name="Group 257" id="257"/>
          <p:cNvGrpSpPr/>
          <p:nvPr/>
        </p:nvGrpSpPr>
        <p:grpSpPr>
          <a:xfrm rot="0">
            <a:off x="15606332" y="3731518"/>
            <a:ext cx="1313726" cy="33300"/>
            <a:chOff x="0" y="0"/>
            <a:chExt cx="1751635" cy="44400"/>
          </a:xfrm>
        </p:grpSpPr>
        <p:sp>
          <p:nvSpPr>
            <p:cNvPr name="Freeform 258" id="258"/>
            <p:cNvSpPr/>
            <p:nvPr/>
          </p:nvSpPr>
          <p:spPr>
            <a:xfrm flipH="false" flipV="false" rot="0">
              <a:off x="127" y="0"/>
              <a:ext cx="1749490" cy="44323"/>
            </a:xfrm>
            <a:custGeom>
              <a:avLst/>
              <a:gdLst/>
              <a:ahLst/>
              <a:cxnLst/>
              <a:rect r="r" b="b" t="t" l="l"/>
              <a:pathLst>
                <a:path h="44323" w="1749490">
                  <a:moveTo>
                    <a:pt x="20955" y="0"/>
                  </a:moveTo>
                  <a:cubicBezTo>
                    <a:pt x="9271" y="0"/>
                    <a:pt x="0" y="9398"/>
                    <a:pt x="0" y="23368"/>
                  </a:cubicBezTo>
                  <a:cubicBezTo>
                    <a:pt x="0" y="35052"/>
                    <a:pt x="9271" y="44323"/>
                    <a:pt x="20955" y="44323"/>
                  </a:cubicBezTo>
                  <a:lnTo>
                    <a:pt x="1728216" y="44323"/>
                  </a:lnTo>
                  <a:cubicBezTo>
                    <a:pt x="1739900" y="44323"/>
                    <a:pt x="1751584" y="35052"/>
                    <a:pt x="1749171" y="23368"/>
                  </a:cubicBezTo>
                  <a:cubicBezTo>
                    <a:pt x="1749171" y="9398"/>
                    <a:pt x="1739773" y="0"/>
                    <a:pt x="1728216" y="0"/>
                  </a:cubicBezTo>
                  <a:close/>
                </a:path>
              </a:pathLst>
            </a:custGeom>
            <a:solidFill>
              <a:srgbClr val="878FFF"/>
            </a:solidFill>
          </p:spPr>
        </p:sp>
      </p:grpSp>
      <p:grpSp>
        <p:nvGrpSpPr>
          <p:cNvPr name="Group 259" id="259"/>
          <p:cNvGrpSpPr/>
          <p:nvPr/>
        </p:nvGrpSpPr>
        <p:grpSpPr>
          <a:xfrm rot="0">
            <a:off x="15420906" y="3621290"/>
            <a:ext cx="78764" cy="35030"/>
            <a:chOff x="0" y="0"/>
            <a:chExt cx="105019" cy="46707"/>
          </a:xfrm>
        </p:grpSpPr>
        <p:sp>
          <p:nvSpPr>
            <p:cNvPr name="Freeform 260" id="260"/>
            <p:cNvSpPr/>
            <p:nvPr/>
          </p:nvSpPr>
          <p:spPr>
            <a:xfrm flipH="false" flipV="false" rot="0">
              <a:off x="127" y="127"/>
              <a:ext cx="102808" cy="46609"/>
            </a:xfrm>
            <a:custGeom>
              <a:avLst/>
              <a:gdLst/>
              <a:ahLst/>
              <a:cxnLst/>
              <a:rect r="r" b="b" t="t" l="l"/>
              <a:pathLst>
                <a:path h="46609" w="102808">
                  <a:moveTo>
                    <a:pt x="23241" y="0"/>
                  </a:moveTo>
                  <a:cubicBezTo>
                    <a:pt x="9271" y="0"/>
                    <a:pt x="0" y="11557"/>
                    <a:pt x="0" y="23241"/>
                  </a:cubicBezTo>
                  <a:cubicBezTo>
                    <a:pt x="0" y="37338"/>
                    <a:pt x="9271" y="46609"/>
                    <a:pt x="23241" y="46609"/>
                  </a:cubicBezTo>
                  <a:lnTo>
                    <a:pt x="81534" y="46609"/>
                  </a:lnTo>
                  <a:cubicBezTo>
                    <a:pt x="93218" y="46609"/>
                    <a:pt x="104902" y="34925"/>
                    <a:pt x="102489" y="23241"/>
                  </a:cubicBezTo>
                  <a:cubicBezTo>
                    <a:pt x="102489" y="11557"/>
                    <a:pt x="93218" y="0"/>
                    <a:pt x="81534" y="0"/>
                  </a:cubicBezTo>
                  <a:close/>
                </a:path>
              </a:pathLst>
            </a:custGeom>
            <a:solidFill>
              <a:srgbClr val="12FFFF"/>
            </a:solidFill>
          </p:spPr>
        </p:sp>
      </p:grpSp>
      <p:grpSp>
        <p:nvGrpSpPr>
          <p:cNvPr name="Group 261" id="261"/>
          <p:cNvGrpSpPr/>
          <p:nvPr/>
        </p:nvGrpSpPr>
        <p:grpSpPr>
          <a:xfrm rot="0">
            <a:off x="15420906" y="3731518"/>
            <a:ext cx="78764" cy="33300"/>
            <a:chOff x="0" y="0"/>
            <a:chExt cx="105019" cy="44400"/>
          </a:xfrm>
        </p:grpSpPr>
        <p:sp>
          <p:nvSpPr>
            <p:cNvPr name="Freeform 262" id="262"/>
            <p:cNvSpPr/>
            <p:nvPr/>
          </p:nvSpPr>
          <p:spPr>
            <a:xfrm flipH="false" flipV="false" rot="0">
              <a:off x="127" y="0"/>
              <a:ext cx="102808" cy="44323"/>
            </a:xfrm>
            <a:custGeom>
              <a:avLst/>
              <a:gdLst/>
              <a:ahLst/>
              <a:cxnLst/>
              <a:rect r="r" b="b" t="t" l="l"/>
              <a:pathLst>
                <a:path h="44323" w="102808">
                  <a:moveTo>
                    <a:pt x="23241" y="0"/>
                  </a:moveTo>
                  <a:cubicBezTo>
                    <a:pt x="9271" y="0"/>
                    <a:pt x="0" y="9398"/>
                    <a:pt x="0" y="23368"/>
                  </a:cubicBezTo>
                  <a:cubicBezTo>
                    <a:pt x="0" y="35052"/>
                    <a:pt x="9271" y="44323"/>
                    <a:pt x="23241" y="44323"/>
                  </a:cubicBezTo>
                  <a:lnTo>
                    <a:pt x="81534" y="44323"/>
                  </a:lnTo>
                  <a:cubicBezTo>
                    <a:pt x="93218" y="44323"/>
                    <a:pt x="104902" y="35052"/>
                    <a:pt x="102489" y="23368"/>
                  </a:cubicBezTo>
                  <a:cubicBezTo>
                    <a:pt x="102489" y="9398"/>
                    <a:pt x="93218" y="0"/>
                    <a:pt x="81534" y="0"/>
                  </a:cubicBezTo>
                  <a:close/>
                </a:path>
              </a:pathLst>
            </a:custGeom>
            <a:solidFill>
              <a:srgbClr val="12FFFF"/>
            </a:solidFill>
          </p:spPr>
        </p:sp>
      </p:grpSp>
      <p:grpSp>
        <p:nvGrpSpPr>
          <p:cNvPr name="Group 263" id="263"/>
          <p:cNvGrpSpPr/>
          <p:nvPr/>
        </p:nvGrpSpPr>
        <p:grpSpPr>
          <a:xfrm rot="0">
            <a:off x="15420906" y="3839964"/>
            <a:ext cx="78764" cy="35030"/>
            <a:chOff x="0" y="0"/>
            <a:chExt cx="105019" cy="46707"/>
          </a:xfrm>
        </p:grpSpPr>
        <p:sp>
          <p:nvSpPr>
            <p:cNvPr name="Freeform 264" id="264"/>
            <p:cNvSpPr/>
            <p:nvPr/>
          </p:nvSpPr>
          <p:spPr>
            <a:xfrm flipH="false" flipV="false" rot="0">
              <a:off x="127" y="127"/>
              <a:ext cx="102808" cy="46609"/>
            </a:xfrm>
            <a:custGeom>
              <a:avLst/>
              <a:gdLst/>
              <a:ahLst/>
              <a:cxnLst/>
              <a:rect r="r" b="b" t="t" l="l"/>
              <a:pathLst>
                <a:path h="46609" w="102808">
                  <a:moveTo>
                    <a:pt x="23241" y="0"/>
                  </a:moveTo>
                  <a:cubicBezTo>
                    <a:pt x="9271" y="0"/>
                    <a:pt x="0" y="11557"/>
                    <a:pt x="0" y="23241"/>
                  </a:cubicBezTo>
                  <a:cubicBezTo>
                    <a:pt x="0" y="34925"/>
                    <a:pt x="9271" y="46609"/>
                    <a:pt x="23241" y="46609"/>
                  </a:cubicBezTo>
                  <a:lnTo>
                    <a:pt x="81534" y="46609"/>
                  </a:lnTo>
                  <a:cubicBezTo>
                    <a:pt x="93218" y="46609"/>
                    <a:pt x="104902" y="34925"/>
                    <a:pt x="102489" y="23241"/>
                  </a:cubicBezTo>
                  <a:cubicBezTo>
                    <a:pt x="102489" y="11557"/>
                    <a:pt x="93218" y="0"/>
                    <a:pt x="81534" y="0"/>
                  </a:cubicBezTo>
                  <a:close/>
                </a:path>
              </a:pathLst>
            </a:custGeom>
            <a:solidFill>
              <a:srgbClr val="12FFFF"/>
            </a:solidFill>
          </p:spPr>
        </p:sp>
      </p:grpSp>
      <p:grpSp>
        <p:nvGrpSpPr>
          <p:cNvPr name="Group 265" id="265"/>
          <p:cNvGrpSpPr/>
          <p:nvPr/>
        </p:nvGrpSpPr>
        <p:grpSpPr>
          <a:xfrm rot="0">
            <a:off x="15420906" y="3950194"/>
            <a:ext cx="78764" cy="33246"/>
            <a:chOff x="0" y="0"/>
            <a:chExt cx="105019" cy="44328"/>
          </a:xfrm>
        </p:grpSpPr>
        <p:sp>
          <p:nvSpPr>
            <p:cNvPr name="Freeform 266" id="266"/>
            <p:cNvSpPr/>
            <p:nvPr/>
          </p:nvSpPr>
          <p:spPr>
            <a:xfrm flipH="false" flipV="false" rot="0">
              <a:off x="127" y="0"/>
              <a:ext cx="102808" cy="44323"/>
            </a:xfrm>
            <a:custGeom>
              <a:avLst/>
              <a:gdLst/>
              <a:ahLst/>
              <a:cxnLst/>
              <a:rect r="r" b="b" t="t" l="l"/>
              <a:pathLst>
                <a:path h="44323" w="102808">
                  <a:moveTo>
                    <a:pt x="23241" y="0"/>
                  </a:moveTo>
                  <a:cubicBezTo>
                    <a:pt x="9271" y="0"/>
                    <a:pt x="0" y="9271"/>
                    <a:pt x="0" y="20955"/>
                  </a:cubicBezTo>
                  <a:cubicBezTo>
                    <a:pt x="0" y="34925"/>
                    <a:pt x="9271" y="44323"/>
                    <a:pt x="23241" y="44323"/>
                  </a:cubicBezTo>
                  <a:lnTo>
                    <a:pt x="81534" y="44323"/>
                  </a:lnTo>
                  <a:cubicBezTo>
                    <a:pt x="93218" y="44323"/>
                    <a:pt x="104902" y="34925"/>
                    <a:pt x="102489" y="20955"/>
                  </a:cubicBezTo>
                  <a:cubicBezTo>
                    <a:pt x="102489" y="9271"/>
                    <a:pt x="93218" y="0"/>
                    <a:pt x="81534" y="0"/>
                  </a:cubicBezTo>
                  <a:close/>
                </a:path>
              </a:pathLst>
            </a:custGeom>
            <a:solidFill>
              <a:srgbClr val="12FFFF"/>
            </a:solidFill>
          </p:spPr>
        </p:sp>
      </p:grpSp>
      <p:grpSp>
        <p:nvGrpSpPr>
          <p:cNvPr name="Group 267" id="267"/>
          <p:cNvGrpSpPr/>
          <p:nvPr/>
        </p:nvGrpSpPr>
        <p:grpSpPr>
          <a:xfrm rot="0">
            <a:off x="17000498" y="3731518"/>
            <a:ext cx="192454" cy="33300"/>
            <a:chOff x="0" y="0"/>
            <a:chExt cx="256605" cy="44400"/>
          </a:xfrm>
        </p:grpSpPr>
        <p:sp>
          <p:nvSpPr>
            <p:cNvPr name="Freeform 268" id="268"/>
            <p:cNvSpPr/>
            <p:nvPr/>
          </p:nvSpPr>
          <p:spPr>
            <a:xfrm flipH="false" flipV="false" rot="0">
              <a:off x="0" y="0"/>
              <a:ext cx="256667" cy="44323"/>
            </a:xfrm>
            <a:custGeom>
              <a:avLst/>
              <a:gdLst/>
              <a:ahLst/>
              <a:cxnLst/>
              <a:rect r="r" b="b" t="t" l="l"/>
              <a:pathLst>
                <a:path h="44323" w="256667">
                  <a:moveTo>
                    <a:pt x="20955" y="0"/>
                  </a:moveTo>
                  <a:cubicBezTo>
                    <a:pt x="9398" y="0"/>
                    <a:pt x="0" y="9398"/>
                    <a:pt x="0" y="23368"/>
                  </a:cubicBezTo>
                  <a:cubicBezTo>
                    <a:pt x="0" y="35052"/>
                    <a:pt x="9398" y="44323"/>
                    <a:pt x="20955" y="44323"/>
                  </a:cubicBezTo>
                  <a:lnTo>
                    <a:pt x="233299" y="44323"/>
                  </a:lnTo>
                  <a:cubicBezTo>
                    <a:pt x="244983" y="44323"/>
                    <a:pt x="256667" y="35052"/>
                    <a:pt x="256667" y="23368"/>
                  </a:cubicBezTo>
                  <a:cubicBezTo>
                    <a:pt x="256667" y="9398"/>
                    <a:pt x="247269" y="0"/>
                    <a:pt x="233299" y="0"/>
                  </a:cubicBezTo>
                  <a:close/>
                </a:path>
              </a:pathLst>
            </a:custGeom>
            <a:solidFill>
              <a:srgbClr val="878FFF"/>
            </a:solidFill>
          </p:spPr>
        </p:sp>
      </p:grpSp>
      <p:grpSp>
        <p:nvGrpSpPr>
          <p:cNvPr name="Group 269" id="269"/>
          <p:cNvGrpSpPr/>
          <p:nvPr/>
        </p:nvGrpSpPr>
        <p:grpSpPr>
          <a:xfrm rot="0">
            <a:off x="15601088" y="3839964"/>
            <a:ext cx="554552" cy="35030"/>
            <a:chOff x="0" y="0"/>
            <a:chExt cx="739403" cy="46707"/>
          </a:xfrm>
        </p:grpSpPr>
        <p:sp>
          <p:nvSpPr>
            <p:cNvPr name="Freeform 270" id="270"/>
            <p:cNvSpPr/>
            <p:nvPr/>
          </p:nvSpPr>
          <p:spPr>
            <a:xfrm flipH="false" flipV="false" rot="0">
              <a:off x="127" y="127"/>
              <a:ext cx="739267" cy="46609"/>
            </a:xfrm>
            <a:custGeom>
              <a:avLst/>
              <a:gdLst/>
              <a:ahLst/>
              <a:cxnLst/>
              <a:rect r="r" b="b" t="t" l="l"/>
              <a:pathLst>
                <a:path h="46609" w="739267">
                  <a:moveTo>
                    <a:pt x="23241" y="0"/>
                  </a:moveTo>
                  <a:cubicBezTo>
                    <a:pt x="9271" y="0"/>
                    <a:pt x="0" y="11557"/>
                    <a:pt x="0" y="23241"/>
                  </a:cubicBezTo>
                  <a:cubicBezTo>
                    <a:pt x="0" y="34925"/>
                    <a:pt x="9271" y="46609"/>
                    <a:pt x="23241" y="46609"/>
                  </a:cubicBezTo>
                  <a:lnTo>
                    <a:pt x="718312" y="46609"/>
                  </a:lnTo>
                  <a:cubicBezTo>
                    <a:pt x="729869" y="46609"/>
                    <a:pt x="739267" y="34925"/>
                    <a:pt x="739267" y="23241"/>
                  </a:cubicBezTo>
                  <a:cubicBezTo>
                    <a:pt x="739267" y="11557"/>
                    <a:pt x="729869" y="0"/>
                    <a:pt x="718312" y="0"/>
                  </a:cubicBezTo>
                  <a:close/>
                </a:path>
              </a:pathLst>
            </a:custGeom>
            <a:solidFill>
              <a:srgbClr val="878FFF"/>
            </a:solidFill>
          </p:spPr>
        </p:sp>
      </p:grpSp>
      <p:grpSp>
        <p:nvGrpSpPr>
          <p:cNvPr name="Group 271" id="271"/>
          <p:cNvGrpSpPr/>
          <p:nvPr/>
        </p:nvGrpSpPr>
        <p:grpSpPr>
          <a:xfrm rot="0">
            <a:off x="16328796" y="4175842"/>
            <a:ext cx="628022" cy="35030"/>
            <a:chOff x="0" y="0"/>
            <a:chExt cx="837363" cy="46707"/>
          </a:xfrm>
        </p:grpSpPr>
        <p:sp>
          <p:nvSpPr>
            <p:cNvPr name="Freeform 272" id="272"/>
            <p:cNvSpPr/>
            <p:nvPr/>
          </p:nvSpPr>
          <p:spPr>
            <a:xfrm flipH="false" flipV="false" rot="0">
              <a:off x="0" y="0"/>
              <a:ext cx="837311" cy="46609"/>
            </a:xfrm>
            <a:custGeom>
              <a:avLst/>
              <a:gdLst/>
              <a:ahLst/>
              <a:cxnLst/>
              <a:rect r="r" b="b" t="t" l="l"/>
              <a:pathLst>
                <a:path h="46609" w="837311">
                  <a:moveTo>
                    <a:pt x="20955" y="0"/>
                  </a:moveTo>
                  <a:cubicBezTo>
                    <a:pt x="9398" y="0"/>
                    <a:pt x="0" y="9398"/>
                    <a:pt x="0" y="23368"/>
                  </a:cubicBezTo>
                  <a:cubicBezTo>
                    <a:pt x="0" y="34925"/>
                    <a:pt x="9398" y="46609"/>
                    <a:pt x="20955" y="46609"/>
                  </a:cubicBezTo>
                  <a:lnTo>
                    <a:pt x="814070" y="46609"/>
                  </a:lnTo>
                  <a:cubicBezTo>
                    <a:pt x="828040" y="46609"/>
                    <a:pt x="837311" y="34925"/>
                    <a:pt x="837311" y="23368"/>
                  </a:cubicBezTo>
                  <a:cubicBezTo>
                    <a:pt x="837311" y="9398"/>
                    <a:pt x="828040" y="0"/>
                    <a:pt x="814070" y="0"/>
                  </a:cubicBezTo>
                  <a:close/>
                </a:path>
              </a:pathLst>
            </a:custGeom>
            <a:solidFill>
              <a:srgbClr val="CA7BEB"/>
            </a:solidFill>
          </p:spPr>
        </p:sp>
      </p:grpSp>
      <p:grpSp>
        <p:nvGrpSpPr>
          <p:cNvPr name="Group 273" id="273"/>
          <p:cNvGrpSpPr/>
          <p:nvPr/>
        </p:nvGrpSpPr>
        <p:grpSpPr>
          <a:xfrm rot="0">
            <a:off x="16491464" y="4063882"/>
            <a:ext cx="465352" cy="35030"/>
            <a:chOff x="0" y="0"/>
            <a:chExt cx="620469" cy="46707"/>
          </a:xfrm>
        </p:grpSpPr>
        <p:sp>
          <p:nvSpPr>
            <p:cNvPr name="Freeform 274" id="274"/>
            <p:cNvSpPr/>
            <p:nvPr/>
          </p:nvSpPr>
          <p:spPr>
            <a:xfrm flipH="false" flipV="false" rot="0">
              <a:off x="0" y="0"/>
              <a:ext cx="620395" cy="46609"/>
            </a:xfrm>
            <a:custGeom>
              <a:avLst/>
              <a:gdLst/>
              <a:ahLst/>
              <a:cxnLst/>
              <a:rect r="r" b="b" t="t" l="l"/>
              <a:pathLst>
                <a:path h="46609" w="620395">
                  <a:moveTo>
                    <a:pt x="23368" y="0"/>
                  </a:moveTo>
                  <a:cubicBezTo>
                    <a:pt x="9398" y="0"/>
                    <a:pt x="0" y="9398"/>
                    <a:pt x="0" y="23368"/>
                  </a:cubicBezTo>
                  <a:cubicBezTo>
                    <a:pt x="0" y="35052"/>
                    <a:pt x="9398" y="46609"/>
                    <a:pt x="23368" y="46609"/>
                  </a:cubicBezTo>
                  <a:lnTo>
                    <a:pt x="597154" y="46609"/>
                  </a:lnTo>
                  <a:cubicBezTo>
                    <a:pt x="611124" y="46609"/>
                    <a:pt x="620395" y="35052"/>
                    <a:pt x="620395" y="23368"/>
                  </a:cubicBezTo>
                  <a:cubicBezTo>
                    <a:pt x="620395" y="9398"/>
                    <a:pt x="611124" y="0"/>
                    <a:pt x="597154" y="0"/>
                  </a:cubicBezTo>
                  <a:close/>
                </a:path>
              </a:pathLst>
            </a:custGeom>
            <a:solidFill>
              <a:srgbClr val="CA7BEB"/>
            </a:solidFill>
          </p:spPr>
        </p:sp>
      </p:grpSp>
      <p:grpSp>
        <p:nvGrpSpPr>
          <p:cNvPr name="Group 275" id="275"/>
          <p:cNvGrpSpPr/>
          <p:nvPr/>
        </p:nvGrpSpPr>
        <p:grpSpPr>
          <a:xfrm rot="0">
            <a:off x="16752090" y="3950194"/>
            <a:ext cx="204726" cy="33246"/>
            <a:chOff x="0" y="0"/>
            <a:chExt cx="272968" cy="44328"/>
          </a:xfrm>
        </p:grpSpPr>
        <p:sp>
          <p:nvSpPr>
            <p:cNvPr name="Freeform 276" id="276"/>
            <p:cNvSpPr/>
            <p:nvPr/>
          </p:nvSpPr>
          <p:spPr>
            <a:xfrm flipH="false" flipV="false" rot="0">
              <a:off x="127" y="0"/>
              <a:ext cx="272796" cy="44323"/>
            </a:xfrm>
            <a:custGeom>
              <a:avLst/>
              <a:gdLst/>
              <a:ahLst/>
              <a:cxnLst/>
              <a:rect r="r" b="b" t="t" l="l"/>
              <a:pathLst>
                <a:path h="44323" w="272796">
                  <a:moveTo>
                    <a:pt x="20955" y="0"/>
                  </a:moveTo>
                  <a:cubicBezTo>
                    <a:pt x="9271" y="0"/>
                    <a:pt x="0" y="9271"/>
                    <a:pt x="0" y="20955"/>
                  </a:cubicBezTo>
                  <a:cubicBezTo>
                    <a:pt x="0" y="34925"/>
                    <a:pt x="9271" y="44323"/>
                    <a:pt x="20955" y="44323"/>
                  </a:cubicBezTo>
                  <a:lnTo>
                    <a:pt x="249555" y="44323"/>
                  </a:lnTo>
                  <a:cubicBezTo>
                    <a:pt x="263525" y="44323"/>
                    <a:pt x="272796" y="34925"/>
                    <a:pt x="272796" y="20955"/>
                  </a:cubicBezTo>
                  <a:cubicBezTo>
                    <a:pt x="272796" y="9271"/>
                    <a:pt x="263525" y="0"/>
                    <a:pt x="249428" y="0"/>
                  </a:cubicBezTo>
                  <a:close/>
                </a:path>
              </a:pathLst>
            </a:custGeom>
            <a:solidFill>
              <a:srgbClr val="CA7BEB"/>
            </a:solidFill>
          </p:spPr>
        </p:sp>
      </p:grpSp>
      <p:grpSp>
        <p:nvGrpSpPr>
          <p:cNvPr name="Group 277" id="277"/>
          <p:cNvGrpSpPr/>
          <p:nvPr/>
        </p:nvGrpSpPr>
        <p:grpSpPr>
          <a:xfrm rot="0">
            <a:off x="15420906" y="3224216"/>
            <a:ext cx="656024" cy="33300"/>
            <a:chOff x="0" y="0"/>
            <a:chExt cx="874699" cy="44400"/>
          </a:xfrm>
        </p:grpSpPr>
        <p:sp>
          <p:nvSpPr>
            <p:cNvPr name="Freeform 278" id="278"/>
            <p:cNvSpPr/>
            <p:nvPr/>
          </p:nvSpPr>
          <p:spPr>
            <a:xfrm flipH="false" flipV="false" rot="0">
              <a:off x="127" y="127"/>
              <a:ext cx="874649" cy="44323"/>
            </a:xfrm>
            <a:custGeom>
              <a:avLst/>
              <a:gdLst/>
              <a:ahLst/>
              <a:cxnLst/>
              <a:rect r="r" b="b" t="t" l="l"/>
              <a:pathLst>
                <a:path h="44323" w="874649">
                  <a:moveTo>
                    <a:pt x="23241" y="0"/>
                  </a:moveTo>
                  <a:cubicBezTo>
                    <a:pt x="9271" y="0"/>
                    <a:pt x="0" y="9271"/>
                    <a:pt x="0" y="23241"/>
                  </a:cubicBezTo>
                  <a:cubicBezTo>
                    <a:pt x="0" y="34925"/>
                    <a:pt x="9271" y="44323"/>
                    <a:pt x="23241" y="44323"/>
                  </a:cubicBezTo>
                  <a:lnTo>
                    <a:pt x="851281" y="44323"/>
                  </a:lnTo>
                  <a:cubicBezTo>
                    <a:pt x="865251" y="44323"/>
                    <a:pt x="874649" y="34925"/>
                    <a:pt x="874649" y="23241"/>
                  </a:cubicBezTo>
                  <a:cubicBezTo>
                    <a:pt x="874649" y="9271"/>
                    <a:pt x="865251" y="0"/>
                    <a:pt x="851281" y="0"/>
                  </a:cubicBezTo>
                  <a:close/>
                </a:path>
              </a:pathLst>
            </a:custGeom>
            <a:solidFill>
              <a:srgbClr val="878FFF"/>
            </a:solidFill>
          </p:spPr>
        </p:sp>
      </p:grpSp>
      <p:grpSp>
        <p:nvGrpSpPr>
          <p:cNvPr name="Group 279" id="279"/>
          <p:cNvGrpSpPr/>
          <p:nvPr/>
        </p:nvGrpSpPr>
        <p:grpSpPr>
          <a:xfrm rot="0">
            <a:off x="15420906" y="4441712"/>
            <a:ext cx="1060128" cy="35030"/>
            <a:chOff x="0" y="0"/>
            <a:chExt cx="1413504" cy="46707"/>
          </a:xfrm>
        </p:grpSpPr>
        <p:sp>
          <p:nvSpPr>
            <p:cNvPr name="Freeform 280" id="280"/>
            <p:cNvSpPr/>
            <p:nvPr/>
          </p:nvSpPr>
          <p:spPr>
            <a:xfrm flipH="false" flipV="false" rot="0">
              <a:off x="127" y="0"/>
              <a:ext cx="1411259" cy="46736"/>
            </a:xfrm>
            <a:custGeom>
              <a:avLst/>
              <a:gdLst/>
              <a:ahLst/>
              <a:cxnLst/>
              <a:rect r="r" b="b" t="t" l="l"/>
              <a:pathLst>
                <a:path h="46736" w="1411259">
                  <a:moveTo>
                    <a:pt x="23241" y="0"/>
                  </a:moveTo>
                  <a:cubicBezTo>
                    <a:pt x="9271" y="0"/>
                    <a:pt x="0" y="9398"/>
                    <a:pt x="0" y="23368"/>
                  </a:cubicBezTo>
                  <a:cubicBezTo>
                    <a:pt x="0" y="35052"/>
                    <a:pt x="9271" y="46736"/>
                    <a:pt x="23241" y="46736"/>
                  </a:cubicBezTo>
                  <a:lnTo>
                    <a:pt x="1390015" y="46736"/>
                  </a:lnTo>
                  <a:cubicBezTo>
                    <a:pt x="1401572" y="46736"/>
                    <a:pt x="1413256" y="35052"/>
                    <a:pt x="1410970" y="23368"/>
                  </a:cubicBezTo>
                  <a:cubicBezTo>
                    <a:pt x="1410970" y="9398"/>
                    <a:pt x="1401572" y="0"/>
                    <a:pt x="1390015" y="0"/>
                  </a:cubicBezTo>
                  <a:close/>
                </a:path>
              </a:pathLst>
            </a:custGeom>
            <a:solidFill>
              <a:srgbClr val="CA7BEB"/>
            </a:solidFill>
          </p:spPr>
        </p:sp>
      </p:grpSp>
      <p:grpSp>
        <p:nvGrpSpPr>
          <p:cNvPr name="Group 281" id="281"/>
          <p:cNvGrpSpPr/>
          <p:nvPr/>
        </p:nvGrpSpPr>
        <p:grpSpPr>
          <a:xfrm rot="0">
            <a:off x="15420906" y="4576378"/>
            <a:ext cx="1060128" cy="35082"/>
            <a:chOff x="0" y="0"/>
            <a:chExt cx="1413504" cy="46776"/>
          </a:xfrm>
        </p:grpSpPr>
        <p:sp>
          <p:nvSpPr>
            <p:cNvPr name="Freeform 282" id="282"/>
            <p:cNvSpPr/>
            <p:nvPr/>
          </p:nvSpPr>
          <p:spPr>
            <a:xfrm flipH="false" flipV="false" rot="0">
              <a:off x="127" y="127"/>
              <a:ext cx="1411259" cy="46609"/>
            </a:xfrm>
            <a:custGeom>
              <a:avLst/>
              <a:gdLst/>
              <a:ahLst/>
              <a:cxnLst/>
              <a:rect r="r" b="b" t="t" l="l"/>
              <a:pathLst>
                <a:path h="46609" w="1411259">
                  <a:moveTo>
                    <a:pt x="23241" y="0"/>
                  </a:moveTo>
                  <a:cubicBezTo>
                    <a:pt x="9271" y="0"/>
                    <a:pt x="0" y="9271"/>
                    <a:pt x="0" y="23241"/>
                  </a:cubicBezTo>
                  <a:cubicBezTo>
                    <a:pt x="0" y="34925"/>
                    <a:pt x="9271" y="46609"/>
                    <a:pt x="23241" y="46609"/>
                  </a:cubicBezTo>
                  <a:lnTo>
                    <a:pt x="1390015" y="46609"/>
                  </a:lnTo>
                  <a:cubicBezTo>
                    <a:pt x="1401572" y="46609"/>
                    <a:pt x="1413256" y="34925"/>
                    <a:pt x="1410970" y="23241"/>
                  </a:cubicBezTo>
                  <a:cubicBezTo>
                    <a:pt x="1410970" y="9271"/>
                    <a:pt x="1401572" y="0"/>
                    <a:pt x="1390015" y="0"/>
                  </a:cubicBezTo>
                  <a:close/>
                </a:path>
              </a:pathLst>
            </a:custGeom>
            <a:solidFill>
              <a:srgbClr val="CA7BEB"/>
            </a:solidFill>
          </p:spPr>
        </p:sp>
      </p:grpSp>
      <p:grpSp>
        <p:nvGrpSpPr>
          <p:cNvPr name="Group 283" id="283"/>
          <p:cNvGrpSpPr/>
          <p:nvPr/>
        </p:nvGrpSpPr>
        <p:grpSpPr>
          <a:xfrm rot="0">
            <a:off x="15420906" y="4711096"/>
            <a:ext cx="1058344" cy="35030"/>
            <a:chOff x="0" y="0"/>
            <a:chExt cx="1411125" cy="46707"/>
          </a:xfrm>
        </p:grpSpPr>
        <p:sp>
          <p:nvSpPr>
            <p:cNvPr name="Freeform 284" id="284"/>
            <p:cNvSpPr/>
            <p:nvPr/>
          </p:nvSpPr>
          <p:spPr>
            <a:xfrm flipH="false" flipV="false" rot="0">
              <a:off x="127" y="0"/>
              <a:ext cx="1410970" cy="46736"/>
            </a:xfrm>
            <a:custGeom>
              <a:avLst/>
              <a:gdLst/>
              <a:ahLst/>
              <a:cxnLst/>
              <a:rect r="r" b="b" t="t" l="l"/>
              <a:pathLst>
                <a:path h="46736" w="1410970">
                  <a:moveTo>
                    <a:pt x="23241" y="0"/>
                  </a:moveTo>
                  <a:cubicBezTo>
                    <a:pt x="9271" y="0"/>
                    <a:pt x="0" y="11684"/>
                    <a:pt x="0" y="23368"/>
                  </a:cubicBezTo>
                  <a:cubicBezTo>
                    <a:pt x="0" y="35052"/>
                    <a:pt x="9271" y="46736"/>
                    <a:pt x="23241" y="46736"/>
                  </a:cubicBezTo>
                  <a:lnTo>
                    <a:pt x="1390015" y="46736"/>
                  </a:lnTo>
                  <a:cubicBezTo>
                    <a:pt x="1401572" y="46736"/>
                    <a:pt x="1410970" y="35052"/>
                    <a:pt x="1410970" y="23368"/>
                  </a:cubicBezTo>
                  <a:cubicBezTo>
                    <a:pt x="1410970" y="11684"/>
                    <a:pt x="1401572" y="0"/>
                    <a:pt x="1390015" y="0"/>
                  </a:cubicBezTo>
                  <a:close/>
                </a:path>
              </a:pathLst>
            </a:custGeom>
            <a:solidFill>
              <a:srgbClr val="CA7BEB"/>
            </a:solidFill>
          </p:spPr>
        </p:sp>
      </p:grpSp>
      <p:grpSp>
        <p:nvGrpSpPr>
          <p:cNvPr name="Group 285" id="285"/>
          <p:cNvGrpSpPr/>
          <p:nvPr/>
        </p:nvGrpSpPr>
        <p:grpSpPr>
          <a:xfrm rot="0">
            <a:off x="15420906" y="5515732"/>
            <a:ext cx="1058344" cy="33300"/>
            <a:chOff x="0" y="0"/>
            <a:chExt cx="1411125" cy="44400"/>
          </a:xfrm>
        </p:grpSpPr>
        <p:sp>
          <p:nvSpPr>
            <p:cNvPr name="Freeform 286" id="286"/>
            <p:cNvSpPr/>
            <p:nvPr/>
          </p:nvSpPr>
          <p:spPr>
            <a:xfrm flipH="false" flipV="false" rot="0">
              <a:off x="127" y="127"/>
              <a:ext cx="1410970" cy="44323"/>
            </a:xfrm>
            <a:custGeom>
              <a:avLst/>
              <a:gdLst/>
              <a:ahLst/>
              <a:cxnLst/>
              <a:rect r="r" b="b" t="t" l="l"/>
              <a:pathLst>
                <a:path h="44323" w="1410970">
                  <a:moveTo>
                    <a:pt x="23241" y="0"/>
                  </a:moveTo>
                  <a:cubicBezTo>
                    <a:pt x="9271" y="0"/>
                    <a:pt x="0" y="9271"/>
                    <a:pt x="0" y="23241"/>
                  </a:cubicBezTo>
                  <a:cubicBezTo>
                    <a:pt x="0" y="34925"/>
                    <a:pt x="9271" y="44323"/>
                    <a:pt x="23241" y="44323"/>
                  </a:cubicBezTo>
                  <a:lnTo>
                    <a:pt x="1390015" y="44323"/>
                  </a:lnTo>
                  <a:cubicBezTo>
                    <a:pt x="1401572" y="44323"/>
                    <a:pt x="1410970" y="34925"/>
                    <a:pt x="1410970" y="23241"/>
                  </a:cubicBezTo>
                  <a:cubicBezTo>
                    <a:pt x="1410970" y="9271"/>
                    <a:pt x="1401572" y="0"/>
                    <a:pt x="1390015" y="0"/>
                  </a:cubicBezTo>
                  <a:close/>
                </a:path>
              </a:pathLst>
            </a:custGeom>
            <a:solidFill>
              <a:srgbClr val="CA7BEB"/>
            </a:solidFill>
          </p:spPr>
        </p:sp>
      </p:grpSp>
      <p:grpSp>
        <p:nvGrpSpPr>
          <p:cNvPr name="Group 287" id="287"/>
          <p:cNvGrpSpPr/>
          <p:nvPr/>
        </p:nvGrpSpPr>
        <p:grpSpPr>
          <a:xfrm rot="0">
            <a:off x="16384750" y="4286018"/>
            <a:ext cx="314902" cy="33300"/>
            <a:chOff x="0" y="0"/>
            <a:chExt cx="419869" cy="44400"/>
          </a:xfrm>
        </p:grpSpPr>
        <p:sp>
          <p:nvSpPr>
            <p:cNvPr name="Freeform 288" id="288"/>
            <p:cNvSpPr/>
            <p:nvPr/>
          </p:nvSpPr>
          <p:spPr>
            <a:xfrm flipH="false" flipV="false" rot="0">
              <a:off x="127" y="127"/>
              <a:ext cx="419735" cy="44196"/>
            </a:xfrm>
            <a:custGeom>
              <a:avLst/>
              <a:gdLst/>
              <a:ahLst/>
              <a:cxnLst/>
              <a:rect r="r" b="b" t="t" l="l"/>
              <a:pathLst>
                <a:path h="44196" w="419735">
                  <a:moveTo>
                    <a:pt x="23241" y="0"/>
                  </a:moveTo>
                  <a:cubicBezTo>
                    <a:pt x="11557" y="0"/>
                    <a:pt x="0" y="9271"/>
                    <a:pt x="0" y="23241"/>
                  </a:cubicBezTo>
                  <a:cubicBezTo>
                    <a:pt x="0" y="34925"/>
                    <a:pt x="11557" y="44196"/>
                    <a:pt x="23241" y="44196"/>
                  </a:cubicBezTo>
                  <a:lnTo>
                    <a:pt x="396367" y="44196"/>
                  </a:lnTo>
                  <a:cubicBezTo>
                    <a:pt x="408051" y="44196"/>
                    <a:pt x="419735" y="34925"/>
                    <a:pt x="419735" y="23241"/>
                  </a:cubicBezTo>
                  <a:cubicBezTo>
                    <a:pt x="419735" y="9271"/>
                    <a:pt x="408051" y="0"/>
                    <a:pt x="396367" y="0"/>
                  </a:cubicBezTo>
                  <a:close/>
                </a:path>
              </a:pathLst>
            </a:custGeom>
            <a:solidFill>
              <a:srgbClr val="12D77E"/>
            </a:solidFill>
          </p:spPr>
        </p:sp>
      </p:grpSp>
      <p:grpSp>
        <p:nvGrpSpPr>
          <p:cNvPr name="Group 289" id="289"/>
          <p:cNvGrpSpPr/>
          <p:nvPr/>
        </p:nvGrpSpPr>
        <p:grpSpPr>
          <a:xfrm rot="0">
            <a:off x="16802800" y="4286018"/>
            <a:ext cx="419888" cy="33300"/>
            <a:chOff x="0" y="0"/>
            <a:chExt cx="559851" cy="44400"/>
          </a:xfrm>
        </p:grpSpPr>
        <p:sp>
          <p:nvSpPr>
            <p:cNvPr name="Freeform 290" id="290"/>
            <p:cNvSpPr/>
            <p:nvPr/>
          </p:nvSpPr>
          <p:spPr>
            <a:xfrm flipH="false" flipV="false" rot="0">
              <a:off x="127" y="127"/>
              <a:ext cx="559689" cy="44196"/>
            </a:xfrm>
            <a:custGeom>
              <a:avLst/>
              <a:gdLst/>
              <a:ahLst/>
              <a:cxnLst/>
              <a:rect r="r" b="b" t="t" l="l"/>
              <a:pathLst>
                <a:path h="44196" w="559689">
                  <a:moveTo>
                    <a:pt x="23241" y="0"/>
                  </a:moveTo>
                  <a:cubicBezTo>
                    <a:pt x="9271" y="0"/>
                    <a:pt x="0" y="9271"/>
                    <a:pt x="0" y="23241"/>
                  </a:cubicBezTo>
                  <a:cubicBezTo>
                    <a:pt x="0" y="34925"/>
                    <a:pt x="9271" y="44196"/>
                    <a:pt x="23241" y="44196"/>
                  </a:cubicBezTo>
                  <a:lnTo>
                    <a:pt x="536321" y="44196"/>
                  </a:lnTo>
                  <a:cubicBezTo>
                    <a:pt x="550291" y="44196"/>
                    <a:pt x="559689" y="34925"/>
                    <a:pt x="559689" y="23241"/>
                  </a:cubicBezTo>
                  <a:cubicBezTo>
                    <a:pt x="559689" y="9271"/>
                    <a:pt x="550291" y="0"/>
                    <a:pt x="536321" y="0"/>
                  </a:cubicBezTo>
                  <a:close/>
                </a:path>
              </a:pathLst>
            </a:custGeom>
            <a:solidFill>
              <a:srgbClr val="12D77E"/>
            </a:solidFill>
          </p:spPr>
        </p:sp>
      </p:grpSp>
      <p:grpSp>
        <p:nvGrpSpPr>
          <p:cNvPr name="Group 291" id="291"/>
          <p:cNvGrpSpPr/>
          <p:nvPr/>
        </p:nvGrpSpPr>
        <p:grpSpPr>
          <a:xfrm rot="0">
            <a:off x="16802800" y="4441712"/>
            <a:ext cx="419888" cy="35030"/>
            <a:chOff x="0" y="0"/>
            <a:chExt cx="559851" cy="46707"/>
          </a:xfrm>
        </p:grpSpPr>
        <p:sp>
          <p:nvSpPr>
            <p:cNvPr name="Freeform 292" id="292"/>
            <p:cNvSpPr/>
            <p:nvPr/>
          </p:nvSpPr>
          <p:spPr>
            <a:xfrm flipH="false" flipV="false" rot="0">
              <a:off x="127" y="0"/>
              <a:ext cx="559689" cy="46736"/>
            </a:xfrm>
            <a:custGeom>
              <a:avLst/>
              <a:gdLst/>
              <a:ahLst/>
              <a:cxnLst/>
              <a:rect r="r" b="b" t="t" l="l"/>
              <a:pathLst>
                <a:path h="46736" w="559689">
                  <a:moveTo>
                    <a:pt x="23241" y="0"/>
                  </a:moveTo>
                  <a:cubicBezTo>
                    <a:pt x="9271" y="0"/>
                    <a:pt x="0" y="9398"/>
                    <a:pt x="0" y="23368"/>
                  </a:cubicBezTo>
                  <a:cubicBezTo>
                    <a:pt x="0" y="35052"/>
                    <a:pt x="9271" y="46736"/>
                    <a:pt x="23241" y="46736"/>
                  </a:cubicBezTo>
                  <a:lnTo>
                    <a:pt x="536321" y="46736"/>
                  </a:lnTo>
                  <a:cubicBezTo>
                    <a:pt x="550291" y="46736"/>
                    <a:pt x="559689" y="35052"/>
                    <a:pt x="559689" y="23368"/>
                  </a:cubicBezTo>
                  <a:cubicBezTo>
                    <a:pt x="559689" y="9398"/>
                    <a:pt x="550291" y="0"/>
                    <a:pt x="536321" y="0"/>
                  </a:cubicBezTo>
                  <a:close/>
                </a:path>
              </a:pathLst>
            </a:custGeom>
            <a:solidFill>
              <a:srgbClr val="12D77E"/>
            </a:solidFill>
          </p:spPr>
        </p:sp>
      </p:grpSp>
      <p:grpSp>
        <p:nvGrpSpPr>
          <p:cNvPr name="Group 293" id="293"/>
          <p:cNvGrpSpPr/>
          <p:nvPr/>
        </p:nvGrpSpPr>
        <p:grpSpPr>
          <a:xfrm rot="0">
            <a:off x="15420906" y="5720404"/>
            <a:ext cx="160990" cy="33300"/>
            <a:chOff x="0" y="0"/>
            <a:chExt cx="214653" cy="44400"/>
          </a:xfrm>
        </p:grpSpPr>
        <p:sp>
          <p:nvSpPr>
            <p:cNvPr name="Freeform 294" id="294"/>
            <p:cNvSpPr/>
            <p:nvPr/>
          </p:nvSpPr>
          <p:spPr>
            <a:xfrm flipH="false" flipV="false" rot="0">
              <a:off x="127" y="127"/>
              <a:ext cx="214503" cy="44196"/>
            </a:xfrm>
            <a:custGeom>
              <a:avLst/>
              <a:gdLst/>
              <a:ahLst/>
              <a:cxnLst/>
              <a:rect r="r" b="b" t="t" l="l"/>
              <a:pathLst>
                <a:path h="44196" w="214503">
                  <a:moveTo>
                    <a:pt x="23241" y="0"/>
                  </a:moveTo>
                  <a:cubicBezTo>
                    <a:pt x="9271" y="0"/>
                    <a:pt x="0" y="9271"/>
                    <a:pt x="0" y="20955"/>
                  </a:cubicBezTo>
                  <a:cubicBezTo>
                    <a:pt x="0" y="34925"/>
                    <a:pt x="9271" y="44196"/>
                    <a:pt x="23241" y="44196"/>
                  </a:cubicBezTo>
                  <a:lnTo>
                    <a:pt x="191135" y="44196"/>
                  </a:lnTo>
                  <a:cubicBezTo>
                    <a:pt x="202819" y="44196"/>
                    <a:pt x="214503" y="34925"/>
                    <a:pt x="214503" y="20955"/>
                  </a:cubicBezTo>
                  <a:cubicBezTo>
                    <a:pt x="214503" y="9271"/>
                    <a:pt x="202819" y="0"/>
                    <a:pt x="191135" y="0"/>
                  </a:cubicBezTo>
                  <a:close/>
                </a:path>
              </a:pathLst>
            </a:custGeom>
            <a:solidFill>
              <a:srgbClr val="12D77E"/>
            </a:solidFill>
          </p:spPr>
        </p:sp>
      </p:grpSp>
      <p:grpSp>
        <p:nvGrpSpPr>
          <p:cNvPr name="Group 295" id="295"/>
          <p:cNvGrpSpPr/>
          <p:nvPr/>
        </p:nvGrpSpPr>
        <p:grpSpPr>
          <a:xfrm rot="0">
            <a:off x="15420906" y="5821876"/>
            <a:ext cx="160990" cy="35030"/>
            <a:chOff x="0" y="0"/>
            <a:chExt cx="214653" cy="46707"/>
          </a:xfrm>
        </p:grpSpPr>
        <p:sp>
          <p:nvSpPr>
            <p:cNvPr name="Freeform 296" id="296"/>
            <p:cNvSpPr/>
            <p:nvPr/>
          </p:nvSpPr>
          <p:spPr>
            <a:xfrm flipH="false" flipV="false" rot="0">
              <a:off x="127" y="0"/>
              <a:ext cx="214503" cy="46609"/>
            </a:xfrm>
            <a:custGeom>
              <a:avLst/>
              <a:gdLst/>
              <a:ahLst/>
              <a:cxnLst/>
              <a:rect r="r" b="b" t="t" l="l"/>
              <a:pathLst>
                <a:path h="46609" w="214503">
                  <a:moveTo>
                    <a:pt x="23241" y="0"/>
                  </a:moveTo>
                  <a:cubicBezTo>
                    <a:pt x="9271" y="0"/>
                    <a:pt x="0" y="11684"/>
                    <a:pt x="0" y="23368"/>
                  </a:cubicBezTo>
                  <a:cubicBezTo>
                    <a:pt x="0" y="35052"/>
                    <a:pt x="9271" y="46609"/>
                    <a:pt x="23241" y="46609"/>
                  </a:cubicBezTo>
                  <a:lnTo>
                    <a:pt x="191135" y="46609"/>
                  </a:lnTo>
                  <a:cubicBezTo>
                    <a:pt x="202819" y="46609"/>
                    <a:pt x="214503" y="35052"/>
                    <a:pt x="214503" y="23368"/>
                  </a:cubicBezTo>
                  <a:cubicBezTo>
                    <a:pt x="214503" y="11684"/>
                    <a:pt x="202819" y="0"/>
                    <a:pt x="191135" y="0"/>
                  </a:cubicBezTo>
                  <a:close/>
                </a:path>
              </a:pathLst>
            </a:custGeom>
            <a:solidFill>
              <a:srgbClr val="12D77E"/>
            </a:solidFill>
          </p:spPr>
        </p:sp>
      </p:grpSp>
      <p:grpSp>
        <p:nvGrpSpPr>
          <p:cNvPr name="Group 297" id="297"/>
          <p:cNvGrpSpPr/>
          <p:nvPr/>
        </p:nvGrpSpPr>
        <p:grpSpPr>
          <a:xfrm rot="0">
            <a:off x="15623848" y="5821876"/>
            <a:ext cx="984876" cy="35030"/>
            <a:chOff x="0" y="0"/>
            <a:chExt cx="1313168" cy="46707"/>
          </a:xfrm>
        </p:grpSpPr>
        <p:sp>
          <p:nvSpPr>
            <p:cNvPr name="Freeform 298" id="298"/>
            <p:cNvSpPr/>
            <p:nvPr/>
          </p:nvSpPr>
          <p:spPr>
            <a:xfrm flipH="false" flipV="false" rot="0">
              <a:off x="0" y="0"/>
              <a:ext cx="1313053" cy="46609"/>
            </a:xfrm>
            <a:custGeom>
              <a:avLst/>
              <a:gdLst/>
              <a:ahLst/>
              <a:cxnLst/>
              <a:rect r="r" b="b" t="t" l="l"/>
              <a:pathLst>
                <a:path h="46609" w="1313053">
                  <a:moveTo>
                    <a:pt x="20955" y="0"/>
                  </a:moveTo>
                  <a:cubicBezTo>
                    <a:pt x="9398" y="0"/>
                    <a:pt x="0" y="11684"/>
                    <a:pt x="0" y="23368"/>
                  </a:cubicBezTo>
                  <a:cubicBezTo>
                    <a:pt x="0" y="35052"/>
                    <a:pt x="9398" y="46609"/>
                    <a:pt x="20955" y="46609"/>
                  </a:cubicBezTo>
                  <a:lnTo>
                    <a:pt x="1289812" y="46609"/>
                  </a:lnTo>
                  <a:cubicBezTo>
                    <a:pt x="1303782" y="46609"/>
                    <a:pt x="1313053" y="35052"/>
                    <a:pt x="1313053" y="23368"/>
                  </a:cubicBezTo>
                  <a:cubicBezTo>
                    <a:pt x="1313053" y="11684"/>
                    <a:pt x="1303782" y="0"/>
                    <a:pt x="1289812" y="0"/>
                  </a:cubicBezTo>
                  <a:close/>
                </a:path>
              </a:pathLst>
            </a:custGeom>
            <a:solidFill>
              <a:srgbClr val="12D77E"/>
            </a:solidFill>
          </p:spPr>
        </p:sp>
      </p:grpSp>
      <p:grpSp>
        <p:nvGrpSpPr>
          <p:cNvPr name="Group 299" id="299"/>
          <p:cNvGrpSpPr/>
          <p:nvPr/>
        </p:nvGrpSpPr>
        <p:grpSpPr>
          <a:xfrm rot="0">
            <a:off x="15669312" y="5720404"/>
            <a:ext cx="159208" cy="33300"/>
            <a:chOff x="0" y="0"/>
            <a:chExt cx="212277" cy="44400"/>
          </a:xfrm>
        </p:grpSpPr>
        <p:sp>
          <p:nvSpPr>
            <p:cNvPr name="Freeform 300" id="300"/>
            <p:cNvSpPr/>
            <p:nvPr/>
          </p:nvSpPr>
          <p:spPr>
            <a:xfrm flipH="false" flipV="false" rot="0">
              <a:off x="0" y="127"/>
              <a:ext cx="212217" cy="44196"/>
            </a:xfrm>
            <a:custGeom>
              <a:avLst/>
              <a:gdLst/>
              <a:ahLst/>
              <a:cxnLst/>
              <a:rect r="r" b="b" t="t" l="l"/>
              <a:pathLst>
                <a:path h="44196" w="212217">
                  <a:moveTo>
                    <a:pt x="21082" y="0"/>
                  </a:moveTo>
                  <a:cubicBezTo>
                    <a:pt x="9398" y="0"/>
                    <a:pt x="0" y="9271"/>
                    <a:pt x="0" y="20955"/>
                  </a:cubicBezTo>
                  <a:cubicBezTo>
                    <a:pt x="0" y="34925"/>
                    <a:pt x="9398" y="44196"/>
                    <a:pt x="21082" y="44196"/>
                  </a:cubicBezTo>
                  <a:lnTo>
                    <a:pt x="191262" y="44196"/>
                  </a:lnTo>
                  <a:cubicBezTo>
                    <a:pt x="202946" y="44196"/>
                    <a:pt x="212217" y="34925"/>
                    <a:pt x="212217" y="20955"/>
                  </a:cubicBezTo>
                  <a:cubicBezTo>
                    <a:pt x="212217" y="9271"/>
                    <a:pt x="202946" y="0"/>
                    <a:pt x="191262" y="0"/>
                  </a:cubicBezTo>
                  <a:close/>
                </a:path>
              </a:pathLst>
            </a:custGeom>
            <a:solidFill>
              <a:srgbClr val="12D77E"/>
            </a:solidFill>
          </p:spPr>
        </p:sp>
      </p:grpSp>
      <p:grpSp>
        <p:nvGrpSpPr>
          <p:cNvPr name="Group 301" id="301"/>
          <p:cNvGrpSpPr/>
          <p:nvPr/>
        </p:nvGrpSpPr>
        <p:grpSpPr>
          <a:xfrm rot="0">
            <a:off x="15915938" y="5720404"/>
            <a:ext cx="160990" cy="33300"/>
            <a:chOff x="0" y="0"/>
            <a:chExt cx="214653" cy="44400"/>
          </a:xfrm>
        </p:grpSpPr>
        <p:sp>
          <p:nvSpPr>
            <p:cNvPr name="Freeform 302" id="302"/>
            <p:cNvSpPr/>
            <p:nvPr/>
          </p:nvSpPr>
          <p:spPr>
            <a:xfrm flipH="false" flipV="false" rot="0">
              <a:off x="127" y="127"/>
              <a:ext cx="214503" cy="44196"/>
            </a:xfrm>
            <a:custGeom>
              <a:avLst/>
              <a:gdLst/>
              <a:ahLst/>
              <a:cxnLst/>
              <a:rect r="r" b="b" t="t" l="l"/>
              <a:pathLst>
                <a:path h="44196" w="214503">
                  <a:moveTo>
                    <a:pt x="23241" y="0"/>
                  </a:moveTo>
                  <a:cubicBezTo>
                    <a:pt x="11557" y="0"/>
                    <a:pt x="0" y="9271"/>
                    <a:pt x="0" y="20955"/>
                  </a:cubicBezTo>
                  <a:cubicBezTo>
                    <a:pt x="0" y="34925"/>
                    <a:pt x="11684" y="44196"/>
                    <a:pt x="23241" y="44196"/>
                  </a:cubicBezTo>
                  <a:lnTo>
                    <a:pt x="191135" y="44196"/>
                  </a:lnTo>
                  <a:cubicBezTo>
                    <a:pt x="205105" y="44196"/>
                    <a:pt x="214503" y="34925"/>
                    <a:pt x="214503" y="20955"/>
                  </a:cubicBezTo>
                  <a:cubicBezTo>
                    <a:pt x="214503" y="9271"/>
                    <a:pt x="205105" y="0"/>
                    <a:pt x="191135" y="0"/>
                  </a:cubicBezTo>
                  <a:close/>
                </a:path>
              </a:pathLst>
            </a:custGeom>
            <a:solidFill>
              <a:srgbClr val="12D77E"/>
            </a:solidFill>
          </p:spPr>
        </p:sp>
      </p:grpSp>
      <p:grpSp>
        <p:nvGrpSpPr>
          <p:cNvPr name="Group 303" id="303"/>
          <p:cNvGrpSpPr/>
          <p:nvPr/>
        </p:nvGrpSpPr>
        <p:grpSpPr>
          <a:xfrm rot="0">
            <a:off x="16164344" y="5720404"/>
            <a:ext cx="159260" cy="33300"/>
            <a:chOff x="0" y="0"/>
            <a:chExt cx="212347" cy="44400"/>
          </a:xfrm>
        </p:grpSpPr>
        <p:sp>
          <p:nvSpPr>
            <p:cNvPr name="Freeform 304" id="304"/>
            <p:cNvSpPr/>
            <p:nvPr/>
          </p:nvSpPr>
          <p:spPr>
            <a:xfrm flipH="false" flipV="false" rot="0">
              <a:off x="127" y="127"/>
              <a:ext cx="212090" cy="44196"/>
            </a:xfrm>
            <a:custGeom>
              <a:avLst/>
              <a:gdLst/>
              <a:ahLst/>
              <a:cxnLst/>
              <a:rect r="r" b="b" t="t" l="l"/>
              <a:pathLst>
                <a:path h="44196" w="212090">
                  <a:moveTo>
                    <a:pt x="23241" y="0"/>
                  </a:moveTo>
                  <a:cubicBezTo>
                    <a:pt x="9271" y="0"/>
                    <a:pt x="0" y="9271"/>
                    <a:pt x="0" y="20955"/>
                  </a:cubicBezTo>
                  <a:cubicBezTo>
                    <a:pt x="0" y="34925"/>
                    <a:pt x="9271" y="44196"/>
                    <a:pt x="23241" y="44196"/>
                  </a:cubicBezTo>
                  <a:lnTo>
                    <a:pt x="191135" y="44196"/>
                  </a:lnTo>
                  <a:cubicBezTo>
                    <a:pt x="202819" y="44196"/>
                    <a:pt x="212090" y="34925"/>
                    <a:pt x="212090" y="20955"/>
                  </a:cubicBezTo>
                  <a:cubicBezTo>
                    <a:pt x="212090" y="9271"/>
                    <a:pt x="202819" y="0"/>
                    <a:pt x="191135" y="0"/>
                  </a:cubicBezTo>
                  <a:close/>
                </a:path>
              </a:pathLst>
            </a:custGeom>
            <a:solidFill>
              <a:srgbClr val="12D77E"/>
            </a:solidFill>
          </p:spPr>
        </p:sp>
      </p:grpSp>
      <p:grpSp>
        <p:nvGrpSpPr>
          <p:cNvPr name="Group 305" id="305"/>
          <p:cNvGrpSpPr/>
          <p:nvPr/>
        </p:nvGrpSpPr>
        <p:grpSpPr>
          <a:xfrm rot="0">
            <a:off x="16412752" y="5720404"/>
            <a:ext cx="159208" cy="33300"/>
            <a:chOff x="0" y="0"/>
            <a:chExt cx="212277" cy="44400"/>
          </a:xfrm>
        </p:grpSpPr>
        <p:sp>
          <p:nvSpPr>
            <p:cNvPr name="Freeform 306" id="306"/>
            <p:cNvSpPr/>
            <p:nvPr/>
          </p:nvSpPr>
          <p:spPr>
            <a:xfrm flipH="false" flipV="false" rot="0">
              <a:off x="0" y="127"/>
              <a:ext cx="212344" cy="44196"/>
            </a:xfrm>
            <a:custGeom>
              <a:avLst/>
              <a:gdLst/>
              <a:ahLst/>
              <a:cxnLst/>
              <a:rect r="r" b="b" t="t" l="l"/>
              <a:pathLst>
                <a:path h="44196" w="212344">
                  <a:moveTo>
                    <a:pt x="20955" y="0"/>
                  </a:moveTo>
                  <a:cubicBezTo>
                    <a:pt x="9398" y="0"/>
                    <a:pt x="0" y="9271"/>
                    <a:pt x="0" y="20955"/>
                  </a:cubicBezTo>
                  <a:cubicBezTo>
                    <a:pt x="0" y="34925"/>
                    <a:pt x="9398" y="44196"/>
                    <a:pt x="20955" y="44196"/>
                  </a:cubicBezTo>
                  <a:lnTo>
                    <a:pt x="188976" y="44196"/>
                  </a:lnTo>
                  <a:cubicBezTo>
                    <a:pt x="202946" y="44196"/>
                    <a:pt x="212344" y="34925"/>
                    <a:pt x="212344" y="20955"/>
                  </a:cubicBezTo>
                  <a:cubicBezTo>
                    <a:pt x="212344" y="9271"/>
                    <a:pt x="202946" y="0"/>
                    <a:pt x="188976" y="0"/>
                  </a:cubicBezTo>
                  <a:close/>
                </a:path>
              </a:pathLst>
            </a:custGeom>
            <a:solidFill>
              <a:srgbClr val="12D77E"/>
            </a:solidFill>
          </p:spPr>
        </p:sp>
      </p:grpSp>
      <p:grpSp>
        <p:nvGrpSpPr>
          <p:cNvPr name="Group 307" id="307"/>
          <p:cNvGrpSpPr/>
          <p:nvPr/>
        </p:nvGrpSpPr>
        <p:grpSpPr>
          <a:xfrm rot="0">
            <a:off x="16659376" y="5720404"/>
            <a:ext cx="160990" cy="33300"/>
            <a:chOff x="0" y="0"/>
            <a:chExt cx="214653" cy="44400"/>
          </a:xfrm>
        </p:grpSpPr>
        <p:sp>
          <p:nvSpPr>
            <p:cNvPr name="Freeform 308" id="308"/>
            <p:cNvSpPr/>
            <p:nvPr/>
          </p:nvSpPr>
          <p:spPr>
            <a:xfrm flipH="false" flipV="false" rot="0">
              <a:off x="127" y="127"/>
              <a:ext cx="214376" cy="44196"/>
            </a:xfrm>
            <a:custGeom>
              <a:avLst/>
              <a:gdLst/>
              <a:ahLst/>
              <a:cxnLst/>
              <a:rect r="r" b="b" t="t" l="l"/>
              <a:pathLst>
                <a:path h="44196" w="214376">
                  <a:moveTo>
                    <a:pt x="23241" y="0"/>
                  </a:moveTo>
                  <a:cubicBezTo>
                    <a:pt x="9271" y="0"/>
                    <a:pt x="0" y="9271"/>
                    <a:pt x="0" y="20955"/>
                  </a:cubicBezTo>
                  <a:cubicBezTo>
                    <a:pt x="0" y="34925"/>
                    <a:pt x="9271" y="44196"/>
                    <a:pt x="23241" y="44196"/>
                  </a:cubicBezTo>
                  <a:lnTo>
                    <a:pt x="191135" y="44196"/>
                  </a:lnTo>
                  <a:cubicBezTo>
                    <a:pt x="202819" y="44196"/>
                    <a:pt x="214376" y="34925"/>
                    <a:pt x="214376" y="20955"/>
                  </a:cubicBezTo>
                  <a:cubicBezTo>
                    <a:pt x="214376" y="9271"/>
                    <a:pt x="202819" y="0"/>
                    <a:pt x="191135" y="0"/>
                  </a:cubicBezTo>
                  <a:close/>
                </a:path>
              </a:pathLst>
            </a:custGeom>
            <a:solidFill>
              <a:srgbClr val="12D77E"/>
            </a:solidFill>
          </p:spPr>
        </p:sp>
      </p:grpSp>
      <p:grpSp>
        <p:nvGrpSpPr>
          <p:cNvPr name="Group 309" id="309"/>
          <p:cNvGrpSpPr/>
          <p:nvPr/>
        </p:nvGrpSpPr>
        <p:grpSpPr>
          <a:xfrm rot="0">
            <a:off x="16907784" y="5720404"/>
            <a:ext cx="108498" cy="33300"/>
            <a:chOff x="0" y="0"/>
            <a:chExt cx="144664" cy="44400"/>
          </a:xfrm>
        </p:grpSpPr>
        <p:sp>
          <p:nvSpPr>
            <p:cNvPr name="Freeform 310" id="310"/>
            <p:cNvSpPr/>
            <p:nvPr/>
          </p:nvSpPr>
          <p:spPr>
            <a:xfrm flipH="false" flipV="false" rot="0">
              <a:off x="0" y="127"/>
              <a:ext cx="144526" cy="44196"/>
            </a:xfrm>
            <a:custGeom>
              <a:avLst/>
              <a:gdLst/>
              <a:ahLst/>
              <a:cxnLst/>
              <a:rect r="r" b="b" t="t" l="l"/>
              <a:pathLst>
                <a:path h="44196" w="144526">
                  <a:moveTo>
                    <a:pt x="21082" y="0"/>
                  </a:moveTo>
                  <a:cubicBezTo>
                    <a:pt x="9398" y="0"/>
                    <a:pt x="0" y="9271"/>
                    <a:pt x="0" y="20955"/>
                  </a:cubicBezTo>
                  <a:cubicBezTo>
                    <a:pt x="0" y="34925"/>
                    <a:pt x="9398" y="44196"/>
                    <a:pt x="21082" y="44196"/>
                  </a:cubicBezTo>
                  <a:lnTo>
                    <a:pt x="123571" y="44196"/>
                  </a:lnTo>
                  <a:cubicBezTo>
                    <a:pt x="135255" y="44196"/>
                    <a:pt x="144526" y="34925"/>
                    <a:pt x="144526" y="20955"/>
                  </a:cubicBezTo>
                  <a:cubicBezTo>
                    <a:pt x="144526" y="9271"/>
                    <a:pt x="135255" y="0"/>
                    <a:pt x="123571" y="0"/>
                  </a:cubicBezTo>
                  <a:close/>
                </a:path>
              </a:pathLst>
            </a:custGeom>
            <a:solidFill>
              <a:srgbClr val="12D77E"/>
            </a:solidFill>
          </p:spPr>
        </p:sp>
      </p:grpSp>
      <p:grpSp>
        <p:nvGrpSpPr>
          <p:cNvPr name="Group 311" id="311"/>
          <p:cNvGrpSpPr/>
          <p:nvPr/>
        </p:nvGrpSpPr>
        <p:grpSpPr>
          <a:xfrm rot="0">
            <a:off x="16575420" y="1653380"/>
            <a:ext cx="1712586" cy="1569162"/>
            <a:chOff x="0" y="0"/>
            <a:chExt cx="2283448" cy="2092216"/>
          </a:xfrm>
        </p:grpSpPr>
        <p:sp>
          <p:nvSpPr>
            <p:cNvPr name="Freeform 312" id="312"/>
            <p:cNvSpPr/>
            <p:nvPr/>
          </p:nvSpPr>
          <p:spPr>
            <a:xfrm flipH="false" flipV="false" rot="0">
              <a:off x="0" y="127"/>
              <a:ext cx="2283333" cy="2091944"/>
            </a:xfrm>
            <a:custGeom>
              <a:avLst/>
              <a:gdLst/>
              <a:ahLst/>
              <a:cxnLst/>
              <a:rect r="r" b="b" t="t" l="l"/>
              <a:pathLst>
                <a:path h="2091944" w="2283333">
                  <a:moveTo>
                    <a:pt x="93345" y="0"/>
                  </a:moveTo>
                  <a:cubicBezTo>
                    <a:pt x="42037" y="0"/>
                    <a:pt x="0" y="41910"/>
                    <a:pt x="0" y="90932"/>
                  </a:cubicBezTo>
                  <a:lnTo>
                    <a:pt x="0" y="2001012"/>
                  </a:lnTo>
                  <a:cubicBezTo>
                    <a:pt x="0" y="2052320"/>
                    <a:pt x="42037" y="2091944"/>
                    <a:pt x="93345" y="2091944"/>
                  </a:cubicBezTo>
                  <a:lnTo>
                    <a:pt x="2192401" y="2091944"/>
                  </a:lnTo>
                  <a:cubicBezTo>
                    <a:pt x="2243709" y="2091944"/>
                    <a:pt x="2283333" y="2052320"/>
                    <a:pt x="2283333" y="2001012"/>
                  </a:cubicBezTo>
                  <a:lnTo>
                    <a:pt x="2283333" y="90932"/>
                  </a:lnTo>
                  <a:cubicBezTo>
                    <a:pt x="2283333" y="41910"/>
                    <a:pt x="2243709" y="0"/>
                    <a:pt x="2192401" y="0"/>
                  </a:cubicBezTo>
                  <a:close/>
                </a:path>
              </a:pathLst>
            </a:custGeom>
            <a:solidFill>
              <a:srgbClr val="B8BDFF"/>
            </a:solidFill>
          </p:spPr>
        </p:sp>
      </p:grpSp>
      <p:grpSp>
        <p:nvGrpSpPr>
          <p:cNvPr name="Group 313" id="313"/>
          <p:cNvGrpSpPr/>
          <p:nvPr/>
        </p:nvGrpSpPr>
        <p:grpSpPr>
          <a:xfrm rot="0">
            <a:off x="16575420" y="1639432"/>
            <a:ext cx="1712586" cy="78764"/>
            <a:chOff x="0" y="0"/>
            <a:chExt cx="2283448" cy="105019"/>
          </a:xfrm>
        </p:grpSpPr>
        <p:sp>
          <p:nvSpPr>
            <p:cNvPr name="Freeform 314" id="314"/>
            <p:cNvSpPr/>
            <p:nvPr/>
          </p:nvSpPr>
          <p:spPr>
            <a:xfrm flipH="false" flipV="false" rot="0">
              <a:off x="0" y="0"/>
              <a:ext cx="2283333" cy="104902"/>
            </a:xfrm>
            <a:custGeom>
              <a:avLst/>
              <a:gdLst/>
              <a:ahLst/>
              <a:cxnLst/>
              <a:rect r="r" b="b" t="t" l="l"/>
              <a:pathLst>
                <a:path h="104902" w="2283333">
                  <a:moveTo>
                    <a:pt x="88646" y="0"/>
                  </a:moveTo>
                  <a:cubicBezTo>
                    <a:pt x="39751" y="0"/>
                    <a:pt x="0" y="39624"/>
                    <a:pt x="0" y="86233"/>
                  </a:cubicBezTo>
                  <a:lnTo>
                    <a:pt x="0" y="104902"/>
                  </a:lnTo>
                  <a:cubicBezTo>
                    <a:pt x="0" y="58293"/>
                    <a:pt x="39751" y="18669"/>
                    <a:pt x="88646" y="18669"/>
                  </a:cubicBezTo>
                  <a:lnTo>
                    <a:pt x="2197100" y="18669"/>
                  </a:lnTo>
                  <a:cubicBezTo>
                    <a:pt x="2245995" y="18669"/>
                    <a:pt x="2283333" y="58293"/>
                    <a:pt x="2283333" y="104902"/>
                  </a:cubicBezTo>
                  <a:lnTo>
                    <a:pt x="2283333" y="86233"/>
                  </a:lnTo>
                  <a:cubicBezTo>
                    <a:pt x="2283333" y="39624"/>
                    <a:pt x="2245995" y="0"/>
                    <a:pt x="2197100" y="0"/>
                  </a:cubicBezTo>
                  <a:close/>
                </a:path>
              </a:pathLst>
            </a:custGeom>
            <a:solidFill>
              <a:srgbClr val="00A3FF"/>
            </a:solidFill>
          </p:spPr>
        </p:sp>
      </p:grpSp>
      <p:grpSp>
        <p:nvGrpSpPr>
          <p:cNvPr name="Group 315" id="315"/>
          <p:cNvGrpSpPr/>
          <p:nvPr/>
        </p:nvGrpSpPr>
        <p:grpSpPr>
          <a:xfrm rot="0">
            <a:off x="16575420" y="1653380"/>
            <a:ext cx="1712586" cy="241486"/>
            <a:chOff x="0" y="0"/>
            <a:chExt cx="2283448" cy="321981"/>
          </a:xfrm>
        </p:grpSpPr>
        <p:sp>
          <p:nvSpPr>
            <p:cNvPr name="Freeform 316" id="316"/>
            <p:cNvSpPr/>
            <p:nvPr/>
          </p:nvSpPr>
          <p:spPr>
            <a:xfrm flipH="false" flipV="false" rot="0">
              <a:off x="0" y="127"/>
              <a:ext cx="2283333" cy="321818"/>
            </a:xfrm>
            <a:custGeom>
              <a:avLst/>
              <a:gdLst/>
              <a:ahLst/>
              <a:cxnLst/>
              <a:rect r="r" b="b" t="t" l="l"/>
              <a:pathLst>
                <a:path h="321818" w="2283333">
                  <a:moveTo>
                    <a:pt x="88646" y="0"/>
                  </a:moveTo>
                  <a:cubicBezTo>
                    <a:pt x="39751" y="0"/>
                    <a:pt x="0" y="39624"/>
                    <a:pt x="0" y="86233"/>
                  </a:cubicBezTo>
                  <a:lnTo>
                    <a:pt x="0" y="321818"/>
                  </a:lnTo>
                  <a:lnTo>
                    <a:pt x="2283333" y="321818"/>
                  </a:lnTo>
                  <a:lnTo>
                    <a:pt x="2283333" y="86233"/>
                  </a:lnTo>
                  <a:cubicBezTo>
                    <a:pt x="2283333" y="39624"/>
                    <a:pt x="2245995" y="0"/>
                    <a:pt x="2197100" y="0"/>
                  </a:cubicBezTo>
                  <a:close/>
                </a:path>
              </a:pathLst>
            </a:custGeom>
            <a:solidFill>
              <a:srgbClr val="469AAC"/>
            </a:solidFill>
          </p:spPr>
        </p:sp>
      </p:grpSp>
      <p:grpSp>
        <p:nvGrpSpPr>
          <p:cNvPr name="Group 317" id="317"/>
          <p:cNvGrpSpPr/>
          <p:nvPr/>
        </p:nvGrpSpPr>
        <p:grpSpPr>
          <a:xfrm rot="0">
            <a:off x="16669864" y="1966498"/>
            <a:ext cx="1530672" cy="1177330"/>
            <a:chOff x="0" y="0"/>
            <a:chExt cx="2040896" cy="1569773"/>
          </a:xfrm>
        </p:grpSpPr>
        <p:sp>
          <p:nvSpPr>
            <p:cNvPr name="Freeform 318" id="318"/>
            <p:cNvSpPr/>
            <p:nvPr/>
          </p:nvSpPr>
          <p:spPr>
            <a:xfrm flipH="false" flipV="false" rot="0">
              <a:off x="0" y="127"/>
              <a:ext cx="2040890" cy="1569593"/>
            </a:xfrm>
            <a:custGeom>
              <a:avLst/>
              <a:gdLst/>
              <a:ahLst/>
              <a:cxnLst/>
              <a:rect r="r" b="b" t="t" l="l"/>
              <a:pathLst>
                <a:path h="1569593" w="2040890">
                  <a:moveTo>
                    <a:pt x="1970913" y="1569593"/>
                  </a:moveTo>
                  <a:lnTo>
                    <a:pt x="69977" y="1569593"/>
                  </a:lnTo>
                  <a:cubicBezTo>
                    <a:pt x="30353" y="1569593"/>
                    <a:pt x="0" y="1539367"/>
                    <a:pt x="0" y="1499616"/>
                  </a:cubicBezTo>
                  <a:lnTo>
                    <a:pt x="0" y="69977"/>
                  </a:lnTo>
                  <a:cubicBezTo>
                    <a:pt x="127" y="32639"/>
                    <a:pt x="30353" y="0"/>
                    <a:pt x="69977" y="0"/>
                  </a:cubicBezTo>
                  <a:lnTo>
                    <a:pt x="1970913" y="0"/>
                  </a:lnTo>
                  <a:cubicBezTo>
                    <a:pt x="2010537" y="0"/>
                    <a:pt x="2040890" y="32639"/>
                    <a:pt x="2040890" y="69977"/>
                  </a:cubicBezTo>
                  <a:lnTo>
                    <a:pt x="2040890" y="1499616"/>
                  </a:lnTo>
                  <a:cubicBezTo>
                    <a:pt x="2040890" y="1539240"/>
                    <a:pt x="2010664" y="1569593"/>
                    <a:pt x="1970913" y="1569593"/>
                  </a:cubicBezTo>
                  <a:close/>
                </a:path>
              </a:pathLst>
            </a:custGeom>
            <a:solidFill>
              <a:srgbClr val="240860"/>
            </a:solidFill>
          </p:spPr>
        </p:sp>
      </p:grpSp>
      <p:grpSp>
        <p:nvGrpSpPr>
          <p:cNvPr name="Group 319" id="319"/>
          <p:cNvGrpSpPr/>
          <p:nvPr/>
        </p:nvGrpSpPr>
        <p:grpSpPr>
          <a:xfrm rot="0">
            <a:off x="16743332" y="2232422"/>
            <a:ext cx="1088078" cy="26272"/>
            <a:chOff x="0" y="0"/>
            <a:chExt cx="1450771" cy="35029"/>
          </a:xfrm>
        </p:grpSpPr>
        <p:sp>
          <p:nvSpPr>
            <p:cNvPr name="Freeform 320" id="320"/>
            <p:cNvSpPr/>
            <p:nvPr/>
          </p:nvSpPr>
          <p:spPr>
            <a:xfrm flipH="false" flipV="false" rot="0">
              <a:off x="127" y="0"/>
              <a:ext cx="1448655" cy="35052"/>
            </a:xfrm>
            <a:custGeom>
              <a:avLst/>
              <a:gdLst/>
              <a:ahLst/>
              <a:cxnLst/>
              <a:rect r="r" b="b" t="t" l="l"/>
              <a:pathLst>
                <a:path h="35052" w="1448655">
                  <a:moveTo>
                    <a:pt x="16256" y="0"/>
                  </a:moveTo>
                  <a:cubicBezTo>
                    <a:pt x="6985" y="0"/>
                    <a:pt x="0" y="9398"/>
                    <a:pt x="0" y="18669"/>
                  </a:cubicBezTo>
                  <a:cubicBezTo>
                    <a:pt x="0" y="27940"/>
                    <a:pt x="6985" y="35052"/>
                    <a:pt x="16256" y="35052"/>
                  </a:cubicBezTo>
                  <a:lnTo>
                    <a:pt x="1431925" y="35052"/>
                  </a:lnTo>
                  <a:cubicBezTo>
                    <a:pt x="1441196" y="35052"/>
                    <a:pt x="1450594" y="28067"/>
                    <a:pt x="1448308" y="18669"/>
                  </a:cubicBezTo>
                  <a:cubicBezTo>
                    <a:pt x="1448308" y="9398"/>
                    <a:pt x="1441196" y="0"/>
                    <a:pt x="1431925" y="0"/>
                  </a:cubicBezTo>
                  <a:close/>
                </a:path>
              </a:pathLst>
            </a:custGeom>
            <a:solidFill>
              <a:srgbClr val="12D77E"/>
            </a:solidFill>
          </p:spPr>
        </p:sp>
      </p:grpSp>
      <p:grpSp>
        <p:nvGrpSpPr>
          <p:cNvPr name="Group 321" id="321"/>
          <p:cNvGrpSpPr/>
          <p:nvPr/>
        </p:nvGrpSpPr>
        <p:grpSpPr>
          <a:xfrm rot="0">
            <a:off x="17897848" y="2232422"/>
            <a:ext cx="104984" cy="26272"/>
            <a:chOff x="0" y="0"/>
            <a:chExt cx="139979" cy="35029"/>
          </a:xfrm>
        </p:grpSpPr>
        <p:sp>
          <p:nvSpPr>
            <p:cNvPr name="Freeform 322" id="322"/>
            <p:cNvSpPr/>
            <p:nvPr/>
          </p:nvSpPr>
          <p:spPr>
            <a:xfrm flipH="false" flipV="false" rot="0">
              <a:off x="0" y="0"/>
              <a:ext cx="139954" cy="35052"/>
            </a:xfrm>
            <a:custGeom>
              <a:avLst/>
              <a:gdLst/>
              <a:ahLst/>
              <a:cxnLst/>
              <a:rect r="r" b="b" t="t" l="l"/>
              <a:pathLst>
                <a:path h="35052" w="139954">
                  <a:moveTo>
                    <a:pt x="16383" y="0"/>
                  </a:moveTo>
                  <a:cubicBezTo>
                    <a:pt x="7112" y="0"/>
                    <a:pt x="0" y="9398"/>
                    <a:pt x="0" y="18669"/>
                  </a:cubicBezTo>
                  <a:cubicBezTo>
                    <a:pt x="0" y="27940"/>
                    <a:pt x="7112" y="35052"/>
                    <a:pt x="16383" y="35052"/>
                  </a:cubicBezTo>
                  <a:lnTo>
                    <a:pt x="121285" y="35052"/>
                  </a:lnTo>
                  <a:cubicBezTo>
                    <a:pt x="130556" y="35052"/>
                    <a:pt x="139954" y="28067"/>
                    <a:pt x="139954" y="18669"/>
                  </a:cubicBezTo>
                  <a:cubicBezTo>
                    <a:pt x="139954" y="9271"/>
                    <a:pt x="130556" y="0"/>
                    <a:pt x="121285" y="0"/>
                  </a:cubicBezTo>
                  <a:close/>
                </a:path>
              </a:pathLst>
            </a:custGeom>
            <a:solidFill>
              <a:srgbClr val="12D77E"/>
            </a:solidFill>
          </p:spPr>
        </p:sp>
      </p:grpSp>
      <p:grpSp>
        <p:nvGrpSpPr>
          <p:cNvPr name="Group 323" id="323"/>
          <p:cNvGrpSpPr/>
          <p:nvPr/>
        </p:nvGrpSpPr>
        <p:grpSpPr>
          <a:xfrm rot="0">
            <a:off x="18043054" y="2232422"/>
            <a:ext cx="84008" cy="26272"/>
            <a:chOff x="0" y="0"/>
            <a:chExt cx="112011" cy="35029"/>
          </a:xfrm>
        </p:grpSpPr>
        <p:sp>
          <p:nvSpPr>
            <p:cNvPr name="Freeform 324" id="324"/>
            <p:cNvSpPr/>
            <p:nvPr/>
          </p:nvSpPr>
          <p:spPr>
            <a:xfrm flipH="false" flipV="false" rot="0">
              <a:off x="0" y="0"/>
              <a:ext cx="111887" cy="35052"/>
            </a:xfrm>
            <a:custGeom>
              <a:avLst/>
              <a:gdLst/>
              <a:ahLst/>
              <a:cxnLst/>
              <a:rect r="r" b="b" t="t" l="l"/>
              <a:pathLst>
                <a:path h="35052" w="111887">
                  <a:moveTo>
                    <a:pt x="16383" y="0"/>
                  </a:moveTo>
                  <a:cubicBezTo>
                    <a:pt x="6985" y="0"/>
                    <a:pt x="0" y="9398"/>
                    <a:pt x="0" y="18669"/>
                  </a:cubicBezTo>
                  <a:cubicBezTo>
                    <a:pt x="0" y="27940"/>
                    <a:pt x="6985" y="35052"/>
                    <a:pt x="16383" y="35052"/>
                  </a:cubicBezTo>
                  <a:lnTo>
                    <a:pt x="95631" y="35052"/>
                  </a:lnTo>
                  <a:cubicBezTo>
                    <a:pt x="104902" y="35052"/>
                    <a:pt x="111887" y="28067"/>
                    <a:pt x="111887" y="18669"/>
                  </a:cubicBezTo>
                  <a:cubicBezTo>
                    <a:pt x="111887" y="9271"/>
                    <a:pt x="104902" y="0"/>
                    <a:pt x="95631" y="0"/>
                  </a:cubicBezTo>
                  <a:close/>
                </a:path>
              </a:pathLst>
            </a:custGeom>
            <a:solidFill>
              <a:srgbClr val="12D77E"/>
            </a:solidFill>
          </p:spPr>
        </p:sp>
      </p:grpSp>
      <p:grpSp>
        <p:nvGrpSpPr>
          <p:cNvPr name="Group 325" id="325"/>
          <p:cNvGrpSpPr/>
          <p:nvPr/>
        </p:nvGrpSpPr>
        <p:grpSpPr>
          <a:xfrm rot="0">
            <a:off x="16743332" y="2353086"/>
            <a:ext cx="622778" cy="26324"/>
            <a:chOff x="0" y="0"/>
            <a:chExt cx="830371" cy="35099"/>
          </a:xfrm>
        </p:grpSpPr>
        <p:sp>
          <p:nvSpPr>
            <p:cNvPr name="Freeform 326" id="326"/>
            <p:cNvSpPr/>
            <p:nvPr/>
          </p:nvSpPr>
          <p:spPr>
            <a:xfrm flipH="false" flipV="false" rot="0">
              <a:off x="127" y="127"/>
              <a:ext cx="830199" cy="34925"/>
            </a:xfrm>
            <a:custGeom>
              <a:avLst/>
              <a:gdLst/>
              <a:ahLst/>
              <a:cxnLst/>
              <a:rect r="r" b="b" t="t" l="l"/>
              <a:pathLst>
                <a:path h="34925" w="830199">
                  <a:moveTo>
                    <a:pt x="16256" y="0"/>
                  </a:moveTo>
                  <a:cubicBezTo>
                    <a:pt x="6985" y="0"/>
                    <a:pt x="0" y="9271"/>
                    <a:pt x="0" y="18669"/>
                  </a:cubicBezTo>
                  <a:cubicBezTo>
                    <a:pt x="0" y="28067"/>
                    <a:pt x="6985" y="34925"/>
                    <a:pt x="16256" y="34925"/>
                  </a:cubicBezTo>
                  <a:lnTo>
                    <a:pt x="811530" y="34925"/>
                  </a:lnTo>
                  <a:cubicBezTo>
                    <a:pt x="820801" y="34925"/>
                    <a:pt x="830199" y="27940"/>
                    <a:pt x="830199" y="18669"/>
                  </a:cubicBezTo>
                  <a:cubicBezTo>
                    <a:pt x="830199" y="9398"/>
                    <a:pt x="820928" y="0"/>
                    <a:pt x="811530" y="0"/>
                  </a:cubicBezTo>
                  <a:close/>
                </a:path>
              </a:pathLst>
            </a:custGeom>
            <a:solidFill>
              <a:srgbClr val="12FFFF"/>
            </a:solidFill>
          </p:spPr>
        </p:sp>
      </p:grpSp>
      <p:grpSp>
        <p:nvGrpSpPr>
          <p:cNvPr name="Group 327" id="327"/>
          <p:cNvGrpSpPr/>
          <p:nvPr/>
        </p:nvGrpSpPr>
        <p:grpSpPr>
          <a:xfrm rot="0">
            <a:off x="17374812" y="2353086"/>
            <a:ext cx="197752" cy="26324"/>
            <a:chOff x="0" y="0"/>
            <a:chExt cx="263669" cy="35099"/>
          </a:xfrm>
        </p:grpSpPr>
        <p:sp>
          <p:nvSpPr>
            <p:cNvPr name="Freeform 328" id="328"/>
            <p:cNvSpPr/>
            <p:nvPr/>
          </p:nvSpPr>
          <p:spPr>
            <a:xfrm flipH="false" flipV="false" rot="0">
              <a:off x="127" y="127"/>
              <a:ext cx="263525" cy="34925"/>
            </a:xfrm>
            <a:custGeom>
              <a:avLst/>
              <a:gdLst/>
              <a:ahLst/>
              <a:cxnLst/>
              <a:rect r="r" b="b" t="t" l="l"/>
              <a:pathLst>
                <a:path h="34925" w="263525">
                  <a:moveTo>
                    <a:pt x="18669" y="0"/>
                  </a:moveTo>
                  <a:cubicBezTo>
                    <a:pt x="9271" y="0"/>
                    <a:pt x="0" y="9271"/>
                    <a:pt x="0" y="18669"/>
                  </a:cubicBezTo>
                  <a:cubicBezTo>
                    <a:pt x="0" y="28067"/>
                    <a:pt x="9271" y="34925"/>
                    <a:pt x="18669" y="34925"/>
                  </a:cubicBezTo>
                  <a:lnTo>
                    <a:pt x="247269" y="34925"/>
                  </a:lnTo>
                  <a:cubicBezTo>
                    <a:pt x="256540" y="34925"/>
                    <a:pt x="263525" y="27940"/>
                    <a:pt x="263525" y="18669"/>
                  </a:cubicBezTo>
                  <a:cubicBezTo>
                    <a:pt x="263525" y="9398"/>
                    <a:pt x="256540" y="0"/>
                    <a:pt x="247142" y="0"/>
                  </a:cubicBezTo>
                  <a:close/>
                </a:path>
              </a:pathLst>
            </a:custGeom>
            <a:solidFill>
              <a:srgbClr val="12FFFF"/>
            </a:solidFill>
          </p:spPr>
        </p:sp>
      </p:grpSp>
      <p:grpSp>
        <p:nvGrpSpPr>
          <p:cNvPr name="Group 329" id="329"/>
          <p:cNvGrpSpPr/>
          <p:nvPr/>
        </p:nvGrpSpPr>
        <p:grpSpPr>
          <a:xfrm rot="0">
            <a:off x="17441306" y="2423092"/>
            <a:ext cx="131258" cy="24542"/>
            <a:chOff x="0" y="0"/>
            <a:chExt cx="175011" cy="32723"/>
          </a:xfrm>
        </p:grpSpPr>
        <p:sp>
          <p:nvSpPr>
            <p:cNvPr name="Freeform 330" id="330"/>
            <p:cNvSpPr/>
            <p:nvPr/>
          </p:nvSpPr>
          <p:spPr>
            <a:xfrm flipH="false" flipV="false" rot="0">
              <a:off x="0" y="0"/>
              <a:ext cx="174879" cy="32639"/>
            </a:xfrm>
            <a:custGeom>
              <a:avLst/>
              <a:gdLst/>
              <a:ahLst/>
              <a:cxnLst/>
              <a:rect r="r" b="b" t="t" l="l"/>
              <a:pathLst>
                <a:path h="32639" w="174879">
                  <a:moveTo>
                    <a:pt x="16383" y="0"/>
                  </a:moveTo>
                  <a:cubicBezTo>
                    <a:pt x="6985" y="0"/>
                    <a:pt x="0" y="6985"/>
                    <a:pt x="0" y="16383"/>
                  </a:cubicBezTo>
                  <a:cubicBezTo>
                    <a:pt x="0" y="25781"/>
                    <a:pt x="6985" y="32639"/>
                    <a:pt x="16383" y="32639"/>
                  </a:cubicBezTo>
                  <a:lnTo>
                    <a:pt x="158623" y="32639"/>
                  </a:lnTo>
                  <a:cubicBezTo>
                    <a:pt x="167894" y="32639"/>
                    <a:pt x="174879" y="25654"/>
                    <a:pt x="174879" y="16383"/>
                  </a:cubicBezTo>
                  <a:cubicBezTo>
                    <a:pt x="174879" y="7112"/>
                    <a:pt x="167894" y="0"/>
                    <a:pt x="158623" y="0"/>
                  </a:cubicBezTo>
                  <a:close/>
                </a:path>
              </a:pathLst>
            </a:custGeom>
            <a:solidFill>
              <a:srgbClr val="12FFFF"/>
            </a:solidFill>
          </p:spPr>
        </p:sp>
      </p:grpSp>
      <p:grpSp>
        <p:nvGrpSpPr>
          <p:cNvPr name="Group 331" id="331"/>
          <p:cNvGrpSpPr/>
          <p:nvPr/>
        </p:nvGrpSpPr>
        <p:grpSpPr>
          <a:xfrm rot="0">
            <a:off x="17376596" y="2423092"/>
            <a:ext cx="38490" cy="24542"/>
            <a:chOff x="0" y="0"/>
            <a:chExt cx="51320" cy="32723"/>
          </a:xfrm>
        </p:grpSpPr>
        <p:sp>
          <p:nvSpPr>
            <p:cNvPr name="Freeform 332" id="332"/>
            <p:cNvSpPr/>
            <p:nvPr/>
          </p:nvSpPr>
          <p:spPr>
            <a:xfrm flipH="false" flipV="false" rot="0">
              <a:off x="0" y="0"/>
              <a:ext cx="51308" cy="32639"/>
            </a:xfrm>
            <a:custGeom>
              <a:avLst/>
              <a:gdLst/>
              <a:ahLst/>
              <a:cxnLst/>
              <a:rect r="r" b="b" t="t" l="l"/>
              <a:pathLst>
                <a:path h="32639" w="51308">
                  <a:moveTo>
                    <a:pt x="16383" y="0"/>
                  </a:moveTo>
                  <a:cubicBezTo>
                    <a:pt x="6985" y="0"/>
                    <a:pt x="0" y="6985"/>
                    <a:pt x="0" y="16383"/>
                  </a:cubicBezTo>
                  <a:cubicBezTo>
                    <a:pt x="0" y="25781"/>
                    <a:pt x="6985" y="32639"/>
                    <a:pt x="16383" y="32639"/>
                  </a:cubicBezTo>
                  <a:lnTo>
                    <a:pt x="32639" y="32639"/>
                  </a:lnTo>
                  <a:cubicBezTo>
                    <a:pt x="41910" y="32639"/>
                    <a:pt x="51308" y="25654"/>
                    <a:pt x="51308" y="16383"/>
                  </a:cubicBezTo>
                  <a:cubicBezTo>
                    <a:pt x="51308" y="7112"/>
                    <a:pt x="41910" y="0"/>
                    <a:pt x="32639" y="0"/>
                  </a:cubicBezTo>
                  <a:close/>
                </a:path>
              </a:pathLst>
            </a:custGeom>
            <a:solidFill>
              <a:srgbClr val="12FFFF"/>
            </a:solidFill>
          </p:spPr>
        </p:sp>
      </p:grpSp>
      <p:grpSp>
        <p:nvGrpSpPr>
          <p:cNvPr name="Group 333" id="333"/>
          <p:cNvGrpSpPr/>
          <p:nvPr/>
        </p:nvGrpSpPr>
        <p:grpSpPr>
          <a:xfrm rot="0">
            <a:off x="17220902" y="2423092"/>
            <a:ext cx="118986" cy="24542"/>
            <a:chOff x="0" y="0"/>
            <a:chExt cx="158648" cy="32723"/>
          </a:xfrm>
        </p:grpSpPr>
        <p:sp>
          <p:nvSpPr>
            <p:cNvPr name="Freeform 334" id="334"/>
            <p:cNvSpPr/>
            <p:nvPr/>
          </p:nvSpPr>
          <p:spPr>
            <a:xfrm flipH="false" flipV="false" rot="0">
              <a:off x="0" y="0"/>
              <a:ext cx="158623" cy="32639"/>
            </a:xfrm>
            <a:custGeom>
              <a:avLst/>
              <a:gdLst/>
              <a:ahLst/>
              <a:cxnLst/>
              <a:rect r="r" b="b" t="t" l="l"/>
              <a:pathLst>
                <a:path h="32639" w="158623">
                  <a:moveTo>
                    <a:pt x="16383" y="0"/>
                  </a:moveTo>
                  <a:cubicBezTo>
                    <a:pt x="6985" y="0"/>
                    <a:pt x="0" y="6985"/>
                    <a:pt x="0" y="16383"/>
                  </a:cubicBezTo>
                  <a:cubicBezTo>
                    <a:pt x="0" y="25781"/>
                    <a:pt x="6985" y="32639"/>
                    <a:pt x="16383" y="32639"/>
                  </a:cubicBezTo>
                  <a:lnTo>
                    <a:pt x="142240" y="32639"/>
                  </a:lnTo>
                  <a:cubicBezTo>
                    <a:pt x="151511" y="32639"/>
                    <a:pt x="158623" y="25654"/>
                    <a:pt x="158623" y="16383"/>
                  </a:cubicBezTo>
                  <a:cubicBezTo>
                    <a:pt x="158623" y="7112"/>
                    <a:pt x="151638" y="0"/>
                    <a:pt x="142240" y="0"/>
                  </a:cubicBezTo>
                  <a:close/>
                </a:path>
              </a:pathLst>
            </a:custGeom>
            <a:solidFill>
              <a:srgbClr val="12FFFF"/>
            </a:solidFill>
          </p:spPr>
        </p:sp>
      </p:grpSp>
      <p:grpSp>
        <p:nvGrpSpPr>
          <p:cNvPr name="Group 335" id="335"/>
          <p:cNvGrpSpPr/>
          <p:nvPr/>
        </p:nvGrpSpPr>
        <p:grpSpPr>
          <a:xfrm rot="0">
            <a:off x="17052938" y="2423092"/>
            <a:ext cx="119038" cy="24542"/>
            <a:chOff x="0" y="0"/>
            <a:chExt cx="158717" cy="32723"/>
          </a:xfrm>
        </p:grpSpPr>
        <p:sp>
          <p:nvSpPr>
            <p:cNvPr name="Freeform 336" id="336"/>
            <p:cNvSpPr/>
            <p:nvPr/>
          </p:nvSpPr>
          <p:spPr>
            <a:xfrm flipH="false" flipV="false" rot="0">
              <a:off x="127" y="0"/>
              <a:ext cx="158496" cy="32639"/>
            </a:xfrm>
            <a:custGeom>
              <a:avLst/>
              <a:gdLst/>
              <a:ahLst/>
              <a:cxnLst/>
              <a:rect r="r" b="b" t="t" l="l"/>
              <a:pathLst>
                <a:path h="32639" w="158496">
                  <a:moveTo>
                    <a:pt x="16256" y="0"/>
                  </a:moveTo>
                  <a:cubicBezTo>
                    <a:pt x="6985" y="0"/>
                    <a:pt x="0" y="6985"/>
                    <a:pt x="0" y="16383"/>
                  </a:cubicBezTo>
                  <a:cubicBezTo>
                    <a:pt x="0" y="25781"/>
                    <a:pt x="6985" y="32639"/>
                    <a:pt x="16256" y="32639"/>
                  </a:cubicBezTo>
                  <a:lnTo>
                    <a:pt x="142240" y="32639"/>
                  </a:lnTo>
                  <a:cubicBezTo>
                    <a:pt x="151511" y="32639"/>
                    <a:pt x="158496" y="25654"/>
                    <a:pt x="158496" y="16383"/>
                  </a:cubicBezTo>
                  <a:cubicBezTo>
                    <a:pt x="158496" y="7112"/>
                    <a:pt x="151511" y="0"/>
                    <a:pt x="142240" y="0"/>
                  </a:cubicBezTo>
                  <a:close/>
                </a:path>
              </a:pathLst>
            </a:custGeom>
            <a:solidFill>
              <a:srgbClr val="12FFFF"/>
            </a:solidFill>
          </p:spPr>
        </p:sp>
      </p:grpSp>
      <p:grpSp>
        <p:nvGrpSpPr>
          <p:cNvPr name="Group 337" id="337"/>
          <p:cNvGrpSpPr/>
          <p:nvPr/>
        </p:nvGrpSpPr>
        <p:grpSpPr>
          <a:xfrm rot="0">
            <a:off x="16885026" y="2423092"/>
            <a:ext cx="118986" cy="24542"/>
            <a:chOff x="0" y="0"/>
            <a:chExt cx="158648" cy="32723"/>
          </a:xfrm>
        </p:grpSpPr>
        <p:sp>
          <p:nvSpPr>
            <p:cNvPr name="Freeform 338" id="338"/>
            <p:cNvSpPr/>
            <p:nvPr/>
          </p:nvSpPr>
          <p:spPr>
            <a:xfrm flipH="false" flipV="false" rot="0">
              <a:off x="127" y="0"/>
              <a:ext cx="158496" cy="32639"/>
            </a:xfrm>
            <a:custGeom>
              <a:avLst/>
              <a:gdLst/>
              <a:ahLst/>
              <a:cxnLst/>
              <a:rect r="r" b="b" t="t" l="l"/>
              <a:pathLst>
                <a:path h="32639" w="158496">
                  <a:moveTo>
                    <a:pt x="16256" y="0"/>
                  </a:moveTo>
                  <a:cubicBezTo>
                    <a:pt x="6985" y="0"/>
                    <a:pt x="0" y="6985"/>
                    <a:pt x="0" y="16383"/>
                  </a:cubicBezTo>
                  <a:cubicBezTo>
                    <a:pt x="0" y="25781"/>
                    <a:pt x="6985" y="32639"/>
                    <a:pt x="16256" y="32639"/>
                  </a:cubicBezTo>
                  <a:lnTo>
                    <a:pt x="142113" y="32639"/>
                  </a:lnTo>
                  <a:cubicBezTo>
                    <a:pt x="151511" y="32639"/>
                    <a:pt x="158496" y="25654"/>
                    <a:pt x="158496" y="16383"/>
                  </a:cubicBezTo>
                  <a:cubicBezTo>
                    <a:pt x="158496" y="7112"/>
                    <a:pt x="151511" y="0"/>
                    <a:pt x="142113" y="0"/>
                  </a:cubicBezTo>
                  <a:close/>
                </a:path>
              </a:pathLst>
            </a:custGeom>
            <a:solidFill>
              <a:srgbClr val="12FFFF"/>
            </a:solidFill>
          </p:spPr>
        </p:sp>
      </p:grpSp>
      <p:grpSp>
        <p:nvGrpSpPr>
          <p:cNvPr name="Group 339" id="339"/>
          <p:cNvGrpSpPr/>
          <p:nvPr/>
        </p:nvGrpSpPr>
        <p:grpSpPr>
          <a:xfrm rot="0">
            <a:off x="16885026" y="2507048"/>
            <a:ext cx="1009366" cy="24542"/>
            <a:chOff x="0" y="0"/>
            <a:chExt cx="1345821" cy="32723"/>
          </a:xfrm>
        </p:grpSpPr>
        <p:sp>
          <p:nvSpPr>
            <p:cNvPr name="Freeform 340" id="340"/>
            <p:cNvSpPr/>
            <p:nvPr/>
          </p:nvSpPr>
          <p:spPr>
            <a:xfrm flipH="false" flipV="false" rot="0">
              <a:off x="127" y="0"/>
              <a:ext cx="1345692" cy="32639"/>
            </a:xfrm>
            <a:custGeom>
              <a:avLst/>
              <a:gdLst/>
              <a:ahLst/>
              <a:cxnLst/>
              <a:rect r="r" b="b" t="t" l="l"/>
              <a:pathLst>
                <a:path h="32639" w="1345692">
                  <a:moveTo>
                    <a:pt x="16256" y="0"/>
                  </a:moveTo>
                  <a:cubicBezTo>
                    <a:pt x="6985" y="0"/>
                    <a:pt x="0" y="6985"/>
                    <a:pt x="0" y="16383"/>
                  </a:cubicBezTo>
                  <a:cubicBezTo>
                    <a:pt x="0" y="25781"/>
                    <a:pt x="6985" y="32639"/>
                    <a:pt x="16256" y="32639"/>
                  </a:cubicBezTo>
                  <a:lnTo>
                    <a:pt x="1329309" y="32639"/>
                  </a:lnTo>
                  <a:cubicBezTo>
                    <a:pt x="1338707" y="32639"/>
                    <a:pt x="1345692" y="25654"/>
                    <a:pt x="1345692" y="16383"/>
                  </a:cubicBezTo>
                  <a:cubicBezTo>
                    <a:pt x="1345692" y="7112"/>
                    <a:pt x="1338707" y="0"/>
                    <a:pt x="1329309" y="0"/>
                  </a:cubicBezTo>
                  <a:close/>
                </a:path>
              </a:pathLst>
            </a:custGeom>
            <a:solidFill>
              <a:srgbClr val="972CB4"/>
            </a:solidFill>
          </p:spPr>
        </p:sp>
      </p:grpSp>
      <p:grpSp>
        <p:nvGrpSpPr>
          <p:cNvPr name="Group 341" id="341"/>
          <p:cNvGrpSpPr/>
          <p:nvPr/>
        </p:nvGrpSpPr>
        <p:grpSpPr>
          <a:xfrm rot="0">
            <a:off x="16743332" y="2423092"/>
            <a:ext cx="59520" cy="24542"/>
            <a:chOff x="0" y="0"/>
            <a:chExt cx="79360" cy="32723"/>
          </a:xfrm>
        </p:grpSpPr>
        <p:sp>
          <p:nvSpPr>
            <p:cNvPr name="Freeform 342" id="342"/>
            <p:cNvSpPr/>
            <p:nvPr/>
          </p:nvSpPr>
          <p:spPr>
            <a:xfrm flipH="false" flipV="false" rot="0">
              <a:off x="127" y="0"/>
              <a:ext cx="79248" cy="32639"/>
            </a:xfrm>
            <a:custGeom>
              <a:avLst/>
              <a:gdLst/>
              <a:ahLst/>
              <a:cxnLst/>
              <a:rect r="r" b="b" t="t" l="l"/>
              <a:pathLst>
                <a:path h="32639" w="79248">
                  <a:moveTo>
                    <a:pt x="16256" y="0"/>
                  </a:moveTo>
                  <a:cubicBezTo>
                    <a:pt x="6985" y="0"/>
                    <a:pt x="0" y="6985"/>
                    <a:pt x="0" y="16383"/>
                  </a:cubicBezTo>
                  <a:cubicBezTo>
                    <a:pt x="0" y="25781"/>
                    <a:pt x="6985" y="32639"/>
                    <a:pt x="16256" y="32639"/>
                  </a:cubicBezTo>
                  <a:lnTo>
                    <a:pt x="60579" y="32639"/>
                  </a:lnTo>
                  <a:cubicBezTo>
                    <a:pt x="72263" y="32639"/>
                    <a:pt x="79248" y="25654"/>
                    <a:pt x="79248" y="16383"/>
                  </a:cubicBezTo>
                  <a:cubicBezTo>
                    <a:pt x="79248" y="7112"/>
                    <a:pt x="72263" y="0"/>
                    <a:pt x="60579" y="0"/>
                  </a:cubicBezTo>
                  <a:close/>
                </a:path>
              </a:pathLst>
            </a:custGeom>
            <a:solidFill>
              <a:srgbClr val="12FFFF"/>
            </a:solidFill>
          </p:spPr>
        </p:sp>
      </p:grpSp>
      <p:grpSp>
        <p:nvGrpSpPr>
          <p:cNvPr name="Group 343" id="343"/>
          <p:cNvGrpSpPr/>
          <p:nvPr/>
        </p:nvGrpSpPr>
        <p:grpSpPr>
          <a:xfrm rot="0">
            <a:off x="16743332" y="2507048"/>
            <a:ext cx="59520" cy="24542"/>
            <a:chOff x="0" y="0"/>
            <a:chExt cx="79360" cy="32723"/>
          </a:xfrm>
        </p:grpSpPr>
        <p:sp>
          <p:nvSpPr>
            <p:cNvPr name="Freeform 344" id="344"/>
            <p:cNvSpPr/>
            <p:nvPr/>
          </p:nvSpPr>
          <p:spPr>
            <a:xfrm flipH="false" flipV="false" rot="0">
              <a:off x="127" y="0"/>
              <a:ext cx="79248" cy="32639"/>
            </a:xfrm>
            <a:custGeom>
              <a:avLst/>
              <a:gdLst/>
              <a:ahLst/>
              <a:cxnLst/>
              <a:rect r="r" b="b" t="t" l="l"/>
              <a:pathLst>
                <a:path h="32639" w="79248">
                  <a:moveTo>
                    <a:pt x="16256" y="0"/>
                  </a:moveTo>
                  <a:cubicBezTo>
                    <a:pt x="6985" y="0"/>
                    <a:pt x="0" y="6985"/>
                    <a:pt x="0" y="16383"/>
                  </a:cubicBezTo>
                  <a:cubicBezTo>
                    <a:pt x="0" y="25781"/>
                    <a:pt x="6985" y="32639"/>
                    <a:pt x="16256" y="32639"/>
                  </a:cubicBezTo>
                  <a:lnTo>
                    <a:pt x="60579" y="32639"/>
                  </a:lnTo>
                  <a:cubicBezTo>
                    <a:pt x="72263" y="32639"/>
                    <a:pt x="79248" y="25654"/>
                    <a:pt x="79248" y="16383"/>
                  </a:cubicBezTo>
                  <a:cubicBezTo>
                    <a:pt x="79248" y="7112"/>
                    <a:pt x="72263" y="0"/>
                    <a:pt x="60579" y="0"/>
                  </a:cubicBezTo>
                  <a:close/>
                </a:path>
              </a:pathLst>
            </a:custGeom>
            <a:solidFill>
              <a:srgbClr val="12FFFF"/>
            </a:solidFill>
          </p:spPr>
        </p:sp>
      </p:grpSp>
      <p:grpSp>
        <p:nvGrpSpPr>
          <p:cNvPr name="Group 345" id="345"/>
          <p:cNvGrpSpPr/>
          <p:nvPr/>
        </p:nvGrpSpPr>
        <p:grpSpPr>
          <a:xfrm rot="0">
            <a:off x="16743332" y="2591004"/>
            <a:ext cx="59520" cy="24542"/>
            <a:chOff x="0" y="0"/>
            <a:chExt cx="79360" cy="32723"/>
          </a:xfrm>
        </p:grpSpPr>
        <p:sp>
          <p:nvSpPr>
            <p:cNvPr name="Freeform 346" id="346"/>
            <p:cNvSpPr/>
            <p:nvPr/>
          </p:nvSpPr>
          <p:spPr>
            <a:xfrm flipH="false" flipV="false" rot="0">
              <a:off x="127" y="0"/>
              <a:ext cx="79248" cy="32639"/>
            </a:xfrm>
            <a:custGeom>
              <a:avLst/>
              <a:gdLst/>
              <a:ahLst/>
              <a:cxnLst/>
              <a:rect r="r" b="b" t="t" l="l"/>
              <a:pathLst>
                <a:path h="32639" w="79248">
                  <a:moveTo>
                    <a:pt x="16256" y="0"/>
                  </a:moveTo>
                  <a:cubicBezTo>
                    <a:pt x="6985" y="0"/>
                    <a:pt x="0" y="7112"/>
                    <a:pt x="0" y="16383"/>
                  </a:cubicBezTo>
                  <a:cubicBezTo>
                    <a:pt x="0" y="25654"/>
                    <a:pt x="6985" y="32639"/>
                    <a:pt x="16256" y="32639"/>
                  </a:cubicBezTo>
                  <a:lnTo>
                    <a:pt x="60579" y="32639"/>
                  </a:lnTo>
                  <a:cubicBezTo>
                    <a:pt x="72263" y="32639"/>
                    <a:pt x="79248" y="25654"/>
                    <a:pt x="79248" y="16383"/>
                  </a:cubicBezTo>
                  <a:cubicBezTo>
                    <a:pt x="79248" y="7112"/>
                    <a:pt x="72263" y="0"/>
                    <a:pt x="60579" y="0"/>
                  </a:cubicBezTo>
                  <a:close/>
                </a:path>
              </a:pathLst>
            </a:custGeom>
            <a:solidFill>
              <a:srgbClr val="12FFFF"/>
            </a:solidFill>
          </p:spPr>
        </p:sp>
      </p:grpSp>
      <p:grpSp>
        <p:nvGrpSpPr>
          <p:cNvPr name="Group 347" id="347"/>
          <p:cNvGrpSpPr/>
          <p:nvPr/>
        </p:nvGrpSpPr>
        <p:grpSpPr>
          <a:xfrm rot="0">
            <a:off x="17955584" y="2507048"/>
            <a:ext cx="148720" cy="24542"/>
            <a:chOff x="0" y="0"/>
            <a:chExt cx="198293" cy="32723"/>
          </a:xfrm>
        </p:grpSpPr>
        <p:sp>
          <p:nvSpPr>
            <p:cNvPr name="Freeform 348" id="348"/>
            <p:cNvSpPr/>
            <p:nvPr/>
          </p:nvSpPr>
          <p:spPr>
            <a:xfrm flipH="false" flipV="false" rot="0">
              <a:off x="0" y="0"/>
              <a:ext cx="198374" cy="32639"/>
            </a:xfrm>
            <a:custGeom>
              <a:avLst/>
              <a:gdLst/>
              <a:ahLst/>
              <a:cxnLst/>
              <a:rect r="r" b="b" t="t" l="l"/>
              <a:pathLst>
                <a:path h="32639" w="198374">
                  <a:moveTo>
                    <a:pt x="18669" y="0"/>
                  </a:moveTo>
                  <a:cubicBezTo>
                    <a:pt x="9398" y="0"/>
                    <a:pt x="0" y="6985"/>
                    <a:pt x="0" y="16383"/>
                  </a:cubicBezTo>
                  <a:cubicBezTo>
                    <a:pt x="0" y="25781"/>
                    <a:pt x="9398" y="32639"/>
                    <a:pt x="18669" y="32639"/>
                  </a:cubicBezTo>
                  <a:lnTo>
                    <a:pt x="181991" y="32639"/>
                  </a:lnTo>
                  <a:cubicBezTo>
                    <a:pt x="191389" y="32639"/>
                    <a:pt x="198374" y="25654"/>
                    <a:pt x="198374" y="16383"/>
                  </a:cubicBezTo>
                  <a:cubicBezTo>
                    <a:pt x="198374" y="7112"/>
                    <a:pt x="191262" y="0"/>
                    <a:pt x="181991" y="0"/>
                  </a:cubicBezTo>
                  <a:close/>
                </a:path>
              </a:pathLst>
            </a:custGeom>
            <a:solidFill>
              <a:srgbClr val="972CB4"/>
            </a:solidFill>
          </p:spPr>
        </p:sp>
      </p:grpSp>
      <p:grpSp>
        <p:nvGrpSpPr>
          <p:cNvPr name="Group 349" id="349"/>
          <p:cNvGrpSpPr/>
          <p:nvPr/>
        </p:nvGrpSpPr>
        <p:grpSpPr>
          <a:xfrm rot="0">
            <a:off x="16881512" y="2591004"/>
            <a:ext cx="426914" cy="24542"/>
            <a:chOff x="0" y="0"/>
            <a:chExt cx="569219" cy="32723"/>
          </a:xfrm>
        </p:grpSpPr>
        <p:sp>
          <p:nvSpPr>
            <p:cNvPr name="Freeform 350" id="350"/>
            <p:cNvSpPr/>
            <p:nvPr/>
          </p:nvSpPr>
          <p:spPr>
            <a:xfrm flipH="false" flipV="false" rot="0">
              <a:off x="127" y="0"/>
              <a:ext cx="568960" cy="32639"/>
            </a:xfrm>
            <a:custGeom>
              <a:avLst/>
              <a:gdLst/>
              <a:ahLst/>
              <a:cxnLst/>
              <a:rect r="r" b="b" t="t" l="l"/>
              <a:pathLst>
                <a:path h="32639" w="568960">
                  <a:moveTo>
                    <a:pt x="16256" y="0"/>
                  </a:moveTo>
                  <a:cubicBezTo>
                    <a:pt x="6985" y="0"/>
                    <a:pt x="0" y="7112"/>
                    <a:pt x="0" y="16383"/>
                  </a:cubicBezTo>
                  <a:cubicBezTo>
                    <a:pt x="0" y="25654"/>
                    <a:pt x="6985" y="32639"/>
                    <a:pt x="16256" y="32639"/>
                  </a:cubicBezTo>
                  <a:lnTo>
                    <a:pt x="550291" y="32639"/>
                  </a:lnTo>
                  <a:cubicBezTo>
                    <a:pt x="559689" y="32639"/>
                    <a:pt x="568960" y="25654"/>
                    <a:pt x="568960" y="16383"/>
                  </a:cubicBezTo>
                  <a:cubicBezTo>
                    <a:pt x="568960" y="7112"/>
                    <a:pt x="559689" y="0"/>
                    <a:pt x="550291" y="0"/>
                  </a:cubicBezTo>
                  <a:close/>
                </a:path>
              </a:pathLst>
            </a:custGeom>
            <a:solidFill>
              <a:srgbClr val="972CB4"/>
            </a:solidFill>
          </p:spPr>
        </p:sp>
      </p:grpSp>
      <p:grpSp>
        <p:nvGrpSpPr>
          <p:cNvPr name="Group 351" id="351"/>
          <p:cNvGrpSpPr/>
          <p:nvPr/>
        </p:nvGrpSpPr>
        <p:grpSpPr>
          <a:xfrm rot="0">
            <a:off x="17441306" y="2699450"/>
            <a:ext cx="481084" cy="26272"/>
            <a:chOff x="0" y="0"/>
            <a:chExt cx="641445" cy="35029"/>
          </a:xfrm>
        </p:grpSpPr>
        <p:sp>
          <p:nvSpPr>
            <p:cNvPr name="Freeform 352" id="352"/>
            <p:cNvSpPr/>
            <p:nvPr/>
          </p:nvSpPr>
          <p:spPr>
            <a:xfrm flipH="false" flipV="false" rot="0">
              <a:off x="0" y="127"/>
              <a:ext cx="641350" cy="34925"/>
            </a:xfrm>
            <a:custGeom>
              <a:avLst/>
              <a:gdLst/>
              <a:ahLst/>
              <a:cxnLst/>
              <a:rect r="r" b="b" t="t" l="l"/>
              <a:pathLst>
                <a:path h="34925" w="641350">
                  <a:moveTo>
                    <a:pt x="16383" y="0"/>
                  </a:moveTo>
                  <a:cubicBezTo>
                    <a:pt x="6985" y="0"/>
                    <a:pt x="0" y="9271"/>
                    <a:pt x="0" y="18542"/>
                  </a:cubicBezTo>
                  <a:cubicBezTo>
                    <a:pt x="0" y="27813"/>
                    <a:pt x="6985" y="34925"/>
                    <a:pt x="16383" y="34925"/>
                  </a:cubicBezTo>
                  <a:lnTo>
                    <a:pt x="625094" y="34925"/>
                  </a:lnTo>
                  <a:cubicBezTo>
                    <a:pt x="634365" y="34925"/>
                    <a:pt x="641350" y="27940"/>
                    <a:pt x="641350" y="18542"/>
                  </a:cubicBezTo>
                  <a:cubicBezTo>
                    <a:pt x="641350" y="9144"/>
                    <a:pt x="634365" y="0"/>
                    <a:pt x="625094" y="0"/>
                  </a:cubicBezTo>
                  <a:close/>
                </a:path>
              </a:pathLst>
            </a:custGeom>
            <a:solidFill>
              <a:srgbClr val="878FFF"/>
            </a:solidFill>
          </p:spPr>
        </p:sp>
      </p:grpSp>
      <p:grpSp>
        <p:nvGrpSpPr>
          <p:cNvPr name="Group 353" id="353"/>
          <p:cNvGrpSpPr/>
          <p:nvPr/>
        </p:nvGrpSpPr>
        <p:grpSpPr>
          <a:xfrm rot="0">
            <a:off x="17764912" y="2641714"/>
            <a:ext cx="157478" cy="26324"/>
            <a:chOff x="0" y="0"/>
            <a:chExt cx="209971" cy="35099"/>
          </a:xfrm>
        </p:grpSpPr>
        <p:sp>
          <p:nvSpPr>
            <p:cNvPr name="Freeform 354" id="354"/>
            <p:cNvSpPr/>
            <p:nvPr/>
          </p:nvSpPr>
          <p:spPr>
            <a:xfrm flipH="false" flipV="false" rot="0">
              <a:off x="0" y="127"/>
              <a:ext cx="209804" cy="34925"/>
            </a:xfrm>
            <a:custGeom>
              <a:avLst/>
              <a:gdLst/>
              <a:ahLst/>
              <a:cxnLst/>
              <a:rect r="r" b="b" t="t" l="l"/>
              <a:pathLst>
                <a:path h="34925" w="209804">
                  <a:moveTo>
                    <a:pt x="18669" y="0"/>
                  </a:moveTo>
                  <a:cubicBezTo>
                    <a:pt x="9398" y="0"/>
                    <a:pt x="0" y="6985"/>
                    <a:pt x="0" y="18669"/>
                  </a:cubicBezTo>
                  <a:cubicBezTo>
                    <a:pt x="0" y="27940"/>
                    <a:pt x="9398" y="34925"/>
                    <a:pt x="18669" y="34925"/>
                  </a:cubicBezTo>
                  <a:lnTo>
                    <a:pt x="193548" y="34925"/>
                  </a:lnTo>
                  <a:cubicBezTo>
                    <a:pt x="202819" y="34925"/>
                    <a:pt x="209804" y="27940"/>
                    <a:pt x="209804" y="18669"/>
                  </a:cubicBezTo>
                  <a:cubicBezTo>
                    <a:pt x="209804" y="6985"/>
                    <a:pt x="202819" y="0"/>
                    <a:pt x="193548" y="0"/>
                  </a:cubicBezTo>
                  <a:close/>
                </a:path>
              </a:pathLst>
            </a:custGeom>
            <a:solidFill>
              <a:srgbClr val="878FFF"/>
            </a:solidFill>
          </p:spPr>
        </p:sp>
      </p:grpSp>
      <p:grpSp>
        <p:nvGrpSpPr>
          <p:cNvPr name="Group 355" id="355"/>
          <p:cNvGrpSpPr/>
          <p:nvPr/>
        </p:nvGrpSpPr>
        <p:grpSpPr>
          <a:xfrm rot="0">
            <a:off x="16743332" y="2116948"/>
            <a:ext cx="503844" cy="26324"/>
            <a:chOff x="0" y="0"/>
            <a:chExt cx="671792" cy="35099"/>
          </a:xfrm>
        </p:grpSpPr>
        <p:sp>
          <p:nvSpPr>
            <p:cNvPr name="Freeform 356" id="356"/>
            <p:cNvSpPr/>
            <p:nvPr/>
          </p:nvSpPr>
          <p:spPr>
            <a:xfrm flipH="false" flipV="false" rot="0">
              <a:off x="127" y="127"/>
              <a:ext cx="671703" cy="34925"/>
            </a:xfrm>
            <a:custGeom>
              <a:avLst/>
              <a:gdLst/>
              <a:ahLst/>
              <a:cxnLst/>
              <a:rect r="r" b="b" t="t" l="l"/>
              <a:pathLst>
                <a:path h="34925" w="671703">
                  <a:moveTo>
                    <a:pt x="16256" y="0"/>
                  </a:moveTo>
                  <a:cubicBezTo>
                    <a:pt x="6985" y="0"/>
                    <a:pt x="0" y="6985"/>
                    <a:pt x="0" y="16256"/>
                  </a:cubicBezTo>
                  <a:cubicBezTo>
                    <a:pt x="0" y="25527"/>
                    <a:pt x="6985" y="34925"/>
                    <a:pt x="16256" y="34925"/>
                  </a:cubicBezTo>
                  <a:lnTo>
                    <a:pt x="653034" y="34925"/>
                  </a:lnTo>
                  <a:cubicBezTo>
                    <a:pt x="662305" y="34925"/>
                    <a:pt x="671703" y="25654"/>
                    <a:pt x="671703" y="16256"/>
                  </a:cubicBezTo>
                  <a:cubicBezTo>
                    <a:pt x="671703" y="6858"/>
                    <a:pt x="662305" y="0"/>
                    <a:pt x="653034" y="0"/>
                  </a:cubicBezTo>
                  <a:close/>
                </a:path>
              </a:pathLst>
            </a:custGeom>
            <a:solidFill>
              <a:srgbClr val="972CB4"/>
            </a:solidFill>
          </p:spPr>
        </p:sp>
      </p:grpSp>
      <p:grpSp>
        <p:nvGrpSpPr>
          <p:cNvPr name="Group 357" id="357"/>
          <p:cNvGrpSpPr/>
          <p:nvPr/>
        </p:nvGrpSpPr>
        <p:grpSpPr>
          <a:xfrm rot="0">
            <a:off x="16743332" y="2935586"/>
            <a:ext cx="813450" cy="24542"/>
            <a:chOff x="0" y="0"/>
            <a:chExt cx="1084600" cy="32723"/>
          </a:xfrm>
        </p:grpSpPr>
        <p:sp>
          <p:nvSpPr>
            <p:cNvPr name="Freeform 358" id="358"/>
            <p:cNvSpPr/>
            <p:nvPr/>
          </p:nvSpPr>
          <p:spPr>
            <a:xfrm flipH="false" flipV="false" rot="0">
              <a:off x="127" y="127"/>
              <a:ext cx="1084453" cy="32639"/>
            </a:xfrm>
            <a:custGeom>
              <a:avLst/>
              <a:gdLst/>
              <a:ahLst/>
              <a:cxnLst/>
              <a:rect r="r" b="b" t="t" l="l"/>
              <a:pathLst>
                <a:path h="32639" w="1084453">
                  <a:moveTo>
                    <a:pt x="16256" y="0"/>
                  </a:moveTo>
                  <a:cubicBezTo>
                    <a:pt x="6985" y="0"/>
                    <a:pt x="0" y="6985"/>
                    <a:pt x="0" y="16256"/>
                  </a:cubicBezTo>
                  <a:cubicBezTo>
                    <a:pt x="0" y="25527"/>
                    <a:pt x="6985" y="32639"/>
                    <a:pt x="16256" y="32639"/>
                  </a:cubicBezTo>
                  <a:lnTo>
                    <a:pt x="1068070" y="32639"/>
                  </a:lnTo>
                  <a:cubicBezTo>
                    <a:pt x="1077468" y="32639"/>
                    <a:pt x="1084453" y="25654"/>
                    <a:pt x="1084453" y="16256"/>
                  </a:cubicBezTo>
                  <a:cubicBezTo>
                    <a:pt x="1084453" y="6858"/>
                    <a:pt x="1077468" y="0"/>
                    <a:pt x="1068070" y="0"/>
                  </a:cubicBezTo>
                  <a:close/>
                </a:path>
              </a:pathLst>
            </a:custGeom>
            <a:solidFill>
              <a:srgbClr val="878FFF"/>
            </a:solidFill>
          </p:spPr>
        </p:sp>
      </p:grpSp>
      <p:grpSp>
        <p:nvGrpSpPr>
          <p:cNvPr name="Group 359" id="359"/>
          <p:cNvGrpSpPr/>
          <p:nvPr/>
        </p:nvGrpSpPr>
        <p:grpSpPr>
          <a:xfrm rot="0">
            <a:off x="17483258" y="2785190"/>
            <a:ext cx="241486" cy="24542"/>
            <a:chOff x="0" y="0"/>
            <a:chExt cx="321981" cy="32723"/>
          </a:xfrm>
        </p:grpSpPr>
        <p:sp>
          <p:nvSpPr>
            <p:cNvPr name="Freeform 360" id="360"/>
            <p:cNvSpPr/>
            <p:nvPr/>
          </p:nvSpPr>
          <p:spPr>
            <a:xfrm flipH="false" flipV="false" rot="0">
              <a:off x="127" y="0"/>
              <a:ext cx="321691" cy="32639"/>
            </a:xfrm>
            <a:custGeom>
              <a:avLst/>
              <a:gdLst/>
              <a:ahLst/>
              <a:cxnLst/>
              <a:rect r="r" b="b" t="t" l="l"/>
              <a:pathLst>
                <a:path h="32639" w="321691">
                  <a:moveTo>
                    <a:pt x="18669" y="0"/>
                  </a:moveTo>
                  <a:cubicBezTo>
                    <a:pt x="9271" y="0"/>
                    <a:pt x="0" y="6985"/>
                    <a:pt x="0" y="16383"/>
                  </a:cubicBezTo>
                  <a:cubicBezTo>
                    <a:pt x="0" y="25781"/>
                    <a:pt x="9271" y="32639"/>
                    <a:pt x="18669" y="32639"/>
                  </a:cubicBezTo>
                  <a:lnTo>
                    <a:pt x="305435" y="32639"/>
                  </a:lnTo>
                  <a:cubicBezTo>
                    <a:pt x="314706" y="32639"/>
                    <a:pt x="321691" y="25654"/>
                    <a:pt x="321691" y="16383"/>
                  </a:cubicBezTo>
                  <a:cubicBezTo>
                    <a:pt x="321691" y="7112"/>
                    <a:pt x="314833" y="0"/>
                    <a:pt x="305435" y="0"/>
                  </a:cubicBezTo>
                  <a:close/>
                </a:path>
              </a:pathLst>
            </a:custGeom>
            <a:solidFill>
              <a:srgbClr val="12D77E"/>
            </a:solidFill>
          </p:spPr>
        </p:sp>
      </p:grpSp>
      <p:grpSp>
        <p:nvGrpSpPr>
          <p:cNvPr name="Group 361" id="361"/>
          <p:cNvGrpSpPr/>
          <p:nvPr/>
        </p:nvGrpSpPr>
        <p:grpSpPr>
          <a:xfrm rot="0">
            <a:off x="17805134" y="2785190"/>
            <a:ext cx="321930" cy="24542"/>
            <a:chOff x="0" y="0"/>
            <a:chExt cx="429240" cy="32723"/>
          </a:xfrm>
        </p:grpSpPr>
        <p:sp>
          <p:nvSpPr>
            <p:cNvPr name="Freeform 362" id="362"/>
            <p:cNvSpPr/>
            <p:nvPr/>
          </p:nvSpPr>
          <p:spPr>
            <a:xfrm flipH="false" flipV="false" rot="0">
              <a:off x="127" y="0"/>
              <a:ext cx="429006" cy="32639"/>
            </a:xfrm>
            <a:custGeom>
              <a:avLst/>
              <a:gdLst/>
              <a:ahLst/>
              <a:cxnLst/>
              <a:rect r="r" b="b" t="t" l="l"/>
              <a:pathLst>
                <a:path h="32639" w="429006">
                  <a:moveTo>
                    <a:pt x="16256" y="0"/>
                  </a:moveTo>
                  <a:cubicBezTo>
                    <a:pt x="6985" y="0"/>
                    <a:pt x="0" y="6985"/>
                    <a:pt x="0" y="16383"/>
                  </a:cubicBezTo>
                  <a:cubicBezTo>
                    <a:pt x="0" y="25781"/>
                    <a:pt x="6985" y="32639"/>
                    <a:pt x="16256" y="32639"/>
                  </a:cubicBezTo>
                  <a:lnTo>
                    <a:pt x="412750" y="32639"/>
                  </a:lnTo>
                  <a:cubicBezTo>
                    <a:pt x="422021" y="32639"/>
                    <a:pt x="429006" y="25654"/>
                    <a:pt x="429006" y="16383"/>
                  </a:cubicBezTo>
                  <a:cubicBezTo>
                    <a:pt x="429006" y="7112"/>
                    <a:pt x="422021" y="0"/>
                    <a:pt x="412750" y="0"/>
                  </a:cubicBezTo>
                  <a:close/>
                </a:path>
              </a:pathLst>
            </a:custGeom>
            <a:solidFill>
              <a:srgbClr val="12D77E"/>
            </a:solidFill>
          </p:spPr>
        </p:sp>
      </p:grpSp>
      <p:grpSp>
        <p:nvGrpSpPr>
          <p:cNvPr name="Group 363" id="363"/>
          <p:cNvGrpSpPr/>
          <p:nvPr/>
        </p:nvGrpSpPr>
        <p:grpSpPr>
          <a:xfrm rot="0">
            <a:off x="17805134" y="2904124"/>
            <a:ext cx="321930" cy="26272"/>
            <a:chOff x="0" y="0"/>
            <a:chExt cx="429240" cy="35029"/>
          </a:xfrm>
        </p:grpSpPr>
        <p:sp>
          <p:nvSpPr>
            <p:cNvPr name="Freeform 364" id="364"/>
            <p:cNvSpPr/>
            <p:nvPr/>
          </p:nvSpPr>
          <p:spPr>
            <a:xfrm flipH="false" flipV="false" rot="0">
              <a:off x="127" y="0"/>
              <a:ext cx="429006" cy="35052"/>
            </a:xfrm>
            <a:custGeom>
              <a:avLst/>
              <a:gdLst/>
              <a:ahLst/>
              <a:cxnLst/>
              <a:rect r="r" b="b" t="t" l="l"/>
              <a:pathLst>
                <a:path h="35052" w="429006">
                  <a:moveTo>
                    <a:pt x="16256" y="0"/>
                  </a:moveTo>
                  <a:cubicBezTo>
                    <a:pt x="6985" y="0"/>
                    <a:pt x="0" y="9398"/>
                    <a:pt x="0" y="18669"/>
                  </a:cubicBezTo>
                  <a:cubicBezTo>
                    <a:pt x="0" y="27940"/>
                    <a:pt x="6985" y="35052"/>
                    <a:pt x="16256" y="35052"/>
                  </a:cubicBezTo>
                  <a:lnTo>
                    <a:pt x="412750" y="35052"/>
                  </a:lnTo>
                  <a:cubicBezTo>
                    <a:pt x="422021" y="35052"/>
                    <a:pt x="429006" y="28067"/>
                    <a:pt x="429006" y="18669"/>
                  </a:cubicBezTo>
                  <a:cubicBezTo>
                    <a:pt x="429006" y="9271"/>
                    <a:pt x="422021" y="0"/>
                    <a:pt x="412750" y="0"/>
                  </a:cubicBezTo>
                  <a:close/>
                </a:path>
              </a:pathLst>
            </a:custGeom>
            <a:solidFill>
              <a:srgbClr val="12D77E"/>
            </a:solidFill>
          </p:spPr>
        </p:sp>
      </p:grpSp>
      <p:grpSp>
        <p:nvGrpSpPr>
          <p:cNvPr name="Group 365" id="365"/>
          <p:cNvGrpSpPr/>
          <p:nvPr/>
        </p:nvGrpSpPr>
        <p:grpSpPr>
          <a:xfrm rot="0">
            <a:off x="16743332" y="3017812"/>
            <a:ext cx="122500" cy="26272"/>
            <a:chOff x="0" y="0"/>
            <a:chExt cx="163333" cy="35029"/>
          </a:xfrm>
        </p:grpSpPr>
        <p:sp>
          <p:nvSpPr>
            <p:cNvPr name="Freeform 366" id="366"/>
            <p:cNvSpPr/>
            <p:nvPr/>
          </p:nvSpPr>
          <p:spPr>
            <a:xfrm flipH="false" flipV="false" rot="0">
              <a:off x="127" y="127"/>
              <a:ext cx="163195" cy="34925"/>
            </a:xfrm>
            <a:custGeom>
              <a:avLst/>
              <a:gdLst/>
              <a:ahLst/>
              <a:cxnLst/>
              <a:rect r="r" b="b" t="t" l="l"/>
              <a:pathLst>
                <a:path h="34925" w="163195">
                  <a:moveTo>
                    <a:pt x="16256" y="0"/>
                  </a:moveTo>
                  <a:cubicBezTo>
                    <a:pt x="6985" y="0"/>
                    <a:pt x="0" y="6985"/>
                    <a:pt x="0" y="18542"/>
                  </a:cubicBezTo>
                  <a:cubicBezTo>
                    <a:pt x="0" y="27940"/>
                    <a:pt x="6985" y="34925"/>
                    <a:pt x="16256" y="34925"/>
                  </a:cubicBezTo>
                  <a:lnTo>
                    <a:pt x="146812" y="34925"/>
                  </a:lnTo>
                  <a:cubicBezTo>
                    <a:pt x="156210" y="34925"/>
                    <a:pt x="163195" y="27940"/>
                    <a:pt x="163195" y="18542"/>
                  </a:cubicBezTo>
                  <a:cubicBezTo>
                    <a:pt x="163195" y="6985"/>
                    <a:pt x="156210" y="0"/>
                    <a:pt x="146812" y="0"/>
                  </a:cubicBezTo>
                  <a:close/>
                </a:path>
              </a:pathLst>
            </a:custGeom>
            <a:solidFill>
              <a:srgbClr val="12D77E"/>
            </a:solidFill>
          </p:spPr>
        </p:sp>
      </p:grpSp>
      <p:grpSp>
        <p:nvGrpSpPr>
          <p:cNvPr name="Group 367" id="367"/>
          <p:cNvGrpSpPr/>
          <p:nvPr/>
        </p:nvGrpSpPr>
        <p:grpSpPr>
          <a:xfrm rot="0">
            <a:off x="16897296" y="3017812"/>
            <a:ext cx="757444" cy="26272"/>
            <a:chOff x="0" y="0"/>
            <a:chExt cx="1009925" cy="35029"/>
          </a:xfrm>
        </p:grpSpPr>
        <p:sp>
          <p:nvSpPr>
            <p:cNvPr name="Freeform 368" id="368"/>
            <p:cNvSpPr/>
            <p:nvPr/>
          </p:nvSpPr>
          <p:spPr>
            <a:xfrm flipH="false" flipV="false" rot="0">
              <a:off x="0" y="127"/>
              <a:ext cx="1009904" cy="34925"/>
            </a:xfrm>
            <a:custGeom>
              <a:avLst/>
              <a:gdLst/>
              <a:ahLst/>
              <a:cxnLst/>
              <a:rect r="r" b="b" t="t" l="l"/>
              <a:pathLst>
                <a:path h="34925" w="1009904">
                  <a:moveTo>
                    <a:pt x="18669" y="0"/>
                  </a:moveTo>
                  <a:cubicBezTo>
                    <a:pt x="9398" y="0"/>
                    <a:pt x="0" y="6985"/>
                    <a:pt x="0" y="18542"/>
                  </a:cubicBezTo>
                  <a:cubicBezTo>
                    <a:pt x="0" y="27940"/>
                    <a:pt x="9398" y="34925"/>
                    <a:pt x="18669" y="34925"/>
                  </a:cubicBezTo>
                  <a:lnTo>
                    <a:pt x="993521" y="34925"/>
                  </a:lnTo>
                  <a:cubicBezTo>
                    <a:pt x="1002919" y="34925"/>
                    <a:pt x="1009904" y="27940"/>
                    <a:pt x="1009904" y="18542"/>
                  </a:cubicBezTo>
                  <a:cubicBezTo>
                    <a:pt x="1009904" y="6985"/>
                    <a:pt x="1002919" y="0"/>
                    <a:pt x="993521" y="0"/>
                  </a:cubicBezTo>
                  <a:close/>
                </a:path>
              </a:pathLst>
            </a:custGeom>
            <a:solidFill>
              <a:srgbClr val="12D77E"/>
            </a:solid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grpSp>
        <p:nvGrpSpPr>
          <p:cNvPr name="Group 2" id="2"/>
          <p:cNvGrpSpPr/>
          <p:nvPr/>
        </p:nvGrpSpPr>
        <p:grpSpPr>
          <a:xfrm rot="0">
            <a:off x="11654782" y="5455670"/>
            <a:ext cx="5169116" cy="3237960"/>
            <a:chOff x="0" y="0"/>
            <a:chExt cx="6892155" cy="4317280"/>
          </a:xfrm>
        </p:grpSpPr>
        <p:sp>
          <p:nvSpPr>
            <p:cNvPr name="Freeform 3" id="3"/>
            <p:cNvSpPr/>
            <p:nvPr/>
          </p:nvSpPr>
          <p:spPr>
            <a:xfrm flipH="false" flipV="false" rot="0">
              <a:off x="127" y="127"/>
              <a:ext cx="6891909" cy="4317111"/>
            </a:xfrm>
            <a:custGeom>
              <a:avLst/>
              <a:gdLst/>
              <a:ahLst/>
              <a:cxnLst/>
              <a:rect r="r" b="b" t="t" l="l"/>
              <a:pathLst>
                <a:path h="4317111" w="6891909">
                  <a:moveTo>
                    <a:pt x="398780" y="0"/>
                  </a:moveTo>
                  <a:cubicBezTo>
                    <a:pt x="179451" y="0"/>
                    <a:pt x="0" y="177165"/>
                    <a:pt x="0" y="396494"/>
                  </a:cubicBezTo>
                  <a:lnTo>
                    <a:pt x="0" y="3920617"/>
                  </a:lnTo>
                  <a:cubicBezTo>
                    <a:pt x="0" y="4139946"/>
                    <a:pt x="179578" y="4317111"/>
                    <a:pt x="398780" y="4317111"/>
                  </a:cubicBezTo>
                  <a:lnTo>
                    <a:pt x="6493129" y="4317111"/>
                  </a:lnTo>
                  <a:cubicBezTo>
                    <a:pt x="6712458" y="4317111"/>
                    <a:pt x="6891909" y="4139819"/>
                    <a:pt x="6891909" y="3920617"/>
                  </a:cubicBezTo>
                  <a:lnTo>
                    <a:pt x="6891909" y="396494"/>
                  </a:lnTo>
                  <a:cubicBezTo>
                    <a:pt x="6891909" y="177165"/>
                    <a:pt x="6712331" y="0"/>
                    <a:pt x="6493129" y="0"/>
                  </a:cubicBezTo>
                  <a:close/>
                </a:path>
              </a:pathLst>
            </a:custGeom>
            <a:solidFill>
              <a:srgbClr val="D0DDFF"/>
            </a:solidFill>
          </p:spPr>
        </p:sp>
      </p:grpSp>
      <p:grpSp>
        <p:nvGrpSpPr>
          <p:cNvPr name="Group 4" id="4"/>
          <p:cNvGrpSpPr/>
          <p:nvPr/>
        </p:nvGrpSpPr>
        <p:grpSpPr>
          <a:xfrm rot="0">
            <a:off x="12072884" y="5803766"/>
            <a:ext cx="4332908" cy="1877038"/>
            <a:chOff x="0" y="0"/>
            <a:chExt cx="5777211" cy="2502717"/>
          </a:xfrm>
        </p:grpSpPr>
        <p:sp>
          <p:nvSpPr>
            <p:cNvPr name="Freeform 5" id="5"/>
            <p:cNvSpPr/>
            <p:nvPr/>
          </p:nvSpPr>
          <p:spPr>
            <a:xfrm flipH="false" flipV="false" rot="0">
              <a:off x="0" y="0"/>
              <a:ext cx="5777230" cy="2502662"/>
            </a:xfrm>
            <a:custGeom>
              <a:avLst/>
              <a:gdLst/>
              <a:ahLst/>
              <a:cxnLst/>
              <a:rect r="r" b="b" t="t" l="l"/>
              <a:pathLst>
                <a:path h="2502662" w="5777230">
                  <a:moveTo>
                    <a:pt x="139954" y="127"/>
                  </a:moveTo>
                  <a:cubicBezTo>
                    <a:pt x="62992" y="127"/>
                    <a:pt x="0" y="60706"/>
                    <a:pt x="0" y="139954"/>
                  </a:cubicBezTo>
                  <a:lnTo>
                    <a:pt x="0" y="2362708"/>
                  </a:lnTo>
                  <a:cubicBezTo>
                    <a:pt x="0" y="2439670"/>
                    <a:pt x="62992" y="2502662"/>
                    <a:pt x="139954" y="2502662"/>
                  </a:cubicBezTo>
                  <a:lnTo>
                    <a:pt x="5637276" y="2502662"/>
                  </a:lnTo>
                  <a:cubicBezTo>
                    <a:pt x="5714238" y="2502662"/>
                    <a:pt x="5777230" y="2439797"/>
                    <a:pt x="5777230" y="2362708"/>
                  </a:cubicBezTo>
                  <a:lnTo>
                    <a:pt x="5777230" y="139954"/>
                  </a:lnTo>
                  <a:cubicBezTo>
                    <a:pt x="5777230" y="60706"/>
                    <a:pt x="5714238" y="0"/>
                    <a:pt x="5637276" y="0"/>
                  </a:cubicBezTo>
                  <a:close/>
                </a:path>
              </a:pathLst>
            </a:custGeom>
            <a:solidFill>
              <a:srgbClr val="BEC0E9"/>
            </a:solidFill>
          </p:spPr>
        </p:sp>
      </p:grpSp>
      <p:grpSp>
        <p:nvGrpSpPr>
          <p:cNvPr name="Group 6" id="6"/>
          <p:cNvGrpSpPr/>
          <p:nvPr/>
        </p:nvGrpSpPr>
        <p:grpSpPr>
          <a:xfrm rot="0">
            <a:off x="13608690" y="7031750"/>
            <a:ext cx="251974" cy="26324"/>
            <a:chOff x="0" y="0"/>
            <a:chExt cx="335965" cy="35099"/>
          </a:xfrm>
        </p:grpSpPr>
        <p:sp>
          <p:nvSpPr>
            <p:cNvPr name="Freeform 7" id="7"/>
            <p:cNvSpPr/>
            <p:nvPr/>
          </p:nvSpPr>
          <p:spPr>
            <a:xfrm flipH="false" flipV="false" rot="0">
              <a:off x="127" y="127"/>
              <a:ext cx="335788" cy="34925"/>
            </a:xfrm>
            <a:custGeom>
              <a:avLst/>
              <a:gdLst/>
              <a:ahLst/>
              <a:cxnLst/>
              <a:rect r="r" b="b" t="t" l="l"/>
              <a:pathLst>
                <a:path h="34925" w="335788">
                  <a:moveTo>
                    <a:pt x="27940" y="0"/>
                  </a:moveTo>
                  <a:cubicBezTo>
                    <a:pt x="11557" y="0"/>
                    <a:pt x="0" y="11557"/>
                    <a:pt x="0" y="27940"/>
                  </a:cubicBezTo>
                  <a:lnTo>
                    <a:pt x="0" y="34925"/>
                  </a:lnTo>
                  <a:cubicBezTo>
                    <a:pt x="0" y="18669"/>
                    <a:pt x="11557" y="4572"/>
                    <a:pt x="27940" y="4572"/>
                  </a:cubicBezTo>
                  <a:lnTo>
                    <a:pt x="307848" y="4572"/>
                  </a:lnTo>
                  <a:cubicBezTo>
                    <a:pt x="324104" y="4572"/>
                    <a:pt x="335788" y="18669"/>
                    <a:pt x="335788" y="34925"/>
                  </a:cubicBezTo>
                  <a:lnTo>
                    <a:pt x="335788" y="27940"/>
                  </a:lnTo>
                  <a:cubicBezTo>
                    <a:pt x="335788" y="11684"/>
                    <a:pt x="324104" y="0"/>
                    <a:pt x="307848" y="0"/>
                  </a:cubicBezTo>
                  <a:close/>
                </a:path>
              </a:pathLst>
            </a:custGeom>
            <a:solidFill>
              <a:srgbClr val="003284"/>
            </a:solidFill>
          </p:spPr>
        </p:sp>
      </p:grpSp>
      <p:grpSp>
        <p:nvGrpSpPr>
          <p:cNvPr name="Group 8" id="8"/>
          <p:cNvGrpSpPr/>
          <p:nvPr/>
        </p:nvGrpSpPr>
        <p:grpSpPr>
          <a:xfrm rot="0">
            <a:off x="13608690" y="6409026"/>
            <a:ext cx="251974" cy="26272"/>
            <a:chOff x="0" y="0"/>
            <a:chExt cx="335965" cy="35029"/>
          </a:xfrm>
        </p:grpSpPr>
        <p:sp>
          <p:nvSpPr>
            <p:cNvPr name="Freeform 9" id="9"/>
            <p:cNvSpPr/>
            <p:nvPr/>
          </p:nvSpPr>
          <p:spPr>
            <a:xfrm flipH="false" flipV="false" rot="0">
              <a:off x="127" y="127"/>
              <a:ext cx="335788" cy="34925"/>
            </a:xfrm>
            <a:custGeom>
              <a:avLst/>
              <a:gdLst/>
              <a:ahLst/>
              <a:cxnLst/>
              <a:rect r="r" b="b" t="t" l="l"/>
              <a:pathLst>
                <a:path h="34925" w="335788">
                  <a:moveTo>
                    <a:pt x="27940" y="0"/>
                  </a:moveTo>
                  <a:cubicBezTo>
                    <a:pt x="11557" y="0"/>
                    <a:pt x="0" y="13970"/>
                    <a:pt x="0" y="27940"/>
                  </a:cubicBezTo>
                  <a:lnTo>
                    <a:pt x="0" y="34925"/>
                  </a:lnTo>
                  <a:cubicBezTo>
                    <a:pt x="0" y="18542"/>
                    <a:pt x="11557" y="4572"/>
                    <a:pt x="27940" y="4572"/>
                  </a:cubicBezTo>
                  <a:lnTo>
                    <a:pt x="307848" y="4572"/>
                  </a:lnTo>
                  <a:cubicBezTo>
                    <a:pt x="324104" y="4572"/>
                    <a:pt x="335788" y="18542"/>
                    <a:pt x="335788" y="34925"/>
                  </a:cubicBezTo>
                  <a:lnTo>
                    <a:pt x="335788" y="27940"/>
                  </a:lnTo>
                  <a:cubicBezTo>
                    <a:pt x="335788" y="13970"/>
                    <a:pt x="324104" y="0"/>
                    <a:pt x="307848" y="0"/>
                  </a:cubicBezTo>
                  <a:close/>
                </a:path>
              </a:pathLst>
            </a:custGeom>
            <a:solidFill>
              <a:srgbClr val="003284"/>
            </a:solidFill>
          </p:spPr>
        </p:sp>
      </p:grpSp>
      <p:grpSp>
        <p:nvGrpSpPr>
          <p:cNvPr name="Group 10" id="10"/>
          <p:cNvGrpSpPr/>
          <p:nvPr/>
        </p:nvGrpSpPr>
        <p:grpSpPr>
          <a:xfrm rot="0">
            <a:off x="13608690" y="6122128"/>
            <a:ext cx="251974" cy="26324"/>
            <a:chOff x="0" y="0"/>
            <a:chExt cx="335965" cy="35099"/>
          </a:xfrm>
        </p:grpSpPr>
        <p:sp>
          <p:nvSpPr>
            <p:cNvPr name="Freeform 11" id="11"/>
            <p:cNvSpPr/>
            <p:nvPr/>
          </p:nvSpPr>
          <p:spPr>
            <a:xfrm flipH="false" flipV="false" rot="0">
              <a:off x="127" y="0"/>
              <a:ext cx="335788" cy="34925"/>
            </a:xfrm>
            <a:custGeom>
              <a:avLst/>
              <a:gdLst/>
              <a:ahLst/>
              <a:cxnLst/>
              <a:rect r="r" b="b" t="t" l="l"/>
              <a:pathLst>
                <a:path h="34925" w="335788">
                  <a:moveTo>
                    <a:pt x="27940" y="127"/>
                  </a:moveTo>
                  <a:cubicBezTo>
                    <a:pt x="11557" y="127"/>
                    <a:pt x="0" y="14097"/>
                    <a:pt x="0" y="30353"/>
                  </a:cubicBezTo>
                  <a:lnTo>
                    <a:pt x="0" y="34925"/>
                  </a:lnTo>
                  <a:cubicBezTo>
                    <a:pt x="0" y="18669"/>
                    <a:pt x="11684" y="6985"/>
                    <a:pt x="27940" y="6985"/>
                  </a:cubicBezTo>
                  <a:lnTo>
                    <a:pt x="307848" y="6985"/>
                  </a:lnTo>
                  <a:cubicBezTo>
                    <a:pt x="324104" y="6985"/>
                    <a:pt x="335788" y="18669"/>
                    <a:pt x="335788" y="34925"/>
                  </a:cubicBezTo>
                  <a:lnTo>
                    <a:pt x="335788" y="30353"/>
                  </a:lnTo>
                  <a:cubicBezTo>
                    <a:pt x="335788" y="13970"/>
                    <a:pt x="324104" y="0"/>
                    <a:pt x="307848" y="0"/>
                  </a:cubicBezTo>
                  <a:close/>
                </a:path>
              </a:pathLst>
            </a:custGeom>
            <a:solidFill>
              <a:srgbClr val="003284"/>
            </a:solidFill>
          </p:spPr>
        </p:sp>
      </p:grpSp>
      <p:grpSp>
        <p:nvGrpSpPr>
          <p:cNvPr name="Group 12" id="12"/>
          <p:cNvGrpSpPr/>
          <p:nvPr/>
        </p:nvGrpSpPr>
        <p:grpSpPr>
          <a:xfrm rot="0">
            <a:off x="13608690" y="6720414"/>
            <a:ext cx="251974" cy="24542"/>
            <a:chOff x="0" y="0"/>
            <a:chExt cx="335965" cy="32723"/>
          </a:xfrm>
        </p:grpSpPr>
        <p:sp>
          <p:nvSpPr>
            <p:cNvPr name="Freeform 13" id="13"/>
            <p:cNvSpPr/>
            <p:nvPr/>
          </p:nvSpPr>
          <p:spPr>
            <a:xfrm flipH="false" flipV="false" rot="0">
              <a:off x="127" y="0"/>
              <a:ext cx="335788" cy="32639"/>
            </a:xfrm>
            <a:custGeom>
              <a:avLst/>
              <a:gdLst/>
              <a:ahLst/>
              <a:cxnLst/>
              <a:rect r="r" b="b" t="t" l="l"/>
              <a:pathLst>
                <a:path h="32639" w="335788">
                  <a:moveTo>
                    <a:pt x="27940" y="0"/>
                  </a:moveTo>
                  <a:cubicBezTo>
                    <a:pt x="11557" y="0"/>
                    <a:pt x="0" y="11684"/>
                    <a:pt x="0" y="27940"/>
                  </a:cubicBezTo>
                  <a:lnTo>
                    <a:pt x="0" y="32639"/>
                  </a:lnTo>
                  <a:cubicBezTo>
                    <a:pt x="0" y="18669"/>
                    <a:pt x="11684" y="4699"/>
                    <a:pt x="27940" y="4699"/>
                  </a:cubicBezTo>
                  <a:lnTo>
                    <a:pt x="307848" y="4699"/>
                  </a:lnTo>
                  <a:cubicBezTo>
                    <a:pt x="324104" y="4699"/>
                    <a:pt x="335788" y="18669"/>
                    <a:pt x="335788" y="32639"/>
                  </a:cubicBezTo>
                  <a:lnTo>
                    <a:pt x="335788" y="27940"/>
                  </a:lnTo>
                  <a:cubicBezTo>
                    <a:pt x="335788" y="11684"/>
                    <a:pt x="324104" y="0"/>
                    <a:pt x="307848" y="0"/>
                  </a:cubicBezTo>
                  <a:close/>
                </a:path>
              </a:pathLst>
            </a:custGeom>
            <a:solidFill>
              <a:srgbClr val="003284"/>
            </a:solidFill>
          </p:spPr>
        </p:sp>
      </p:grpSp>
      <p:grpSp>
        <p:nvGrpSpPr>
          <p:cNvPr name="Group 14" id="14"/>
          <p:cNvGrpSpPr/>
          <p:nvPr/>
        </p:nvGrpSpPr>
        <p:grpSpPr>
          <a:xfrm rot="0">
            <a:off x="12576674" y="6720414"/>
            <a:ext cx="253652" cy="26272"/>
            <a:chOff x="0" y="0"/>
            <a:chExt cx="338203" cy="35029"/>
          </a:xfrm>
        </p:grpSpPr>
        <p:sp>
          <p:nvSpPr>
            <p:cNvPr name="Freeform 15" id="15"/>
            <p:cNvSpPr/>
            <p:nvPr/>
          </p:nvSpPr>
          <p:spPr>
            <a:xfrm flipH="false" flipV="false" rot="0">
              <a:off x="0" y="0"/>
              <a:ext cx="338201" cy="34925"/>
            </a:xfrm>
            <a:custGeom>
              <a:avLst/>
              <a:gdLst/>
              <a:ahLst/>
              <a:cxnLst/>
              <a:rect r="r" b="b" t="t" l="l"/>
              <a:pathLst>
                <a:path h="34925" w="338201">
                  <a:moveTo>
                    <a:pt x="27940" y="0"/>
                  </a:moveTo>
                  <a:cubicBezTo>
                    <a:pt x="11684" y="0"/>
                    <a:pt x="0" y="11684"/>
                    <a:pt x="0" y="27940"/>
                  </a:cubicBezTo>
                  <a:lnTo>
                    <a:pt x="0" y="34925"/>
                  </a:lnTo>
                  <a:cubicBezTo>
                    <a:pt x="0" y="18669"/>
                    <a:pt x="11684" y="4699"/>
                    <a:pt x="27940" y="4699"/>
                  </a:cubicBezTo>
                  <a:lnTo>
                    <a:pt x="307848" y="4699"/>
                  </a:lnTo>
                  <a:cubicBezTo>
                    <a:pt x="324231" y="4699"/>
                    <a:pt x="338201" y="18669"/>
                    <a:pt x="338201" y="34925"/>
                  </a:cubicBezTo>
                  <a:lnTo>
                    <a:pt x="338201" y="27940"/>
                  </a:lnTo>
                  <a:cubicBezTo>
                    <a:pt x="338201" y="11684"/>
                    <a:pt x="324231" y="0"/>
                    <a:pt x="307848" y="0"/>
                  </a:cubicBezTo>
                  <a:close/>
                </a:path>
              </a:pathLst>
            </a:custGeom>
            <a:solidFill>
              <a:srgbClr val="003284"/>
            </a:solidFill>
          </p:spPr>
        </p:sp>
      </p:grpSp>
      <p:grpSp>
        <p:nvGrpSpPr>
          <p:cNvPr name="Group 16" id="16"/>
          <p:cNvGrpSpPr/>
          <p:nvPr/>
        </p:nvGrpSpPr>
        <p:grpSpPr>
          <a:xfrm rot="0">
            <a:off x="13608690" y="5934970"/>
            <a:ext cx="251974" cy="26324"/>
            <a:chOff x="0" y="0"/>
            <a:chExt cx="335965" cy="35099"/>
          </a:xfrm>
        </p:grpSpPr>
        <p:sp>
          <p:nvSpPr>
            <p:cNvPr name="Freeform 17" id="17"/>
            <p:cNvSpPr/>
            <p:nvPr/>
          </p:nvSpPr>
          <p:spPr>
            <a:xfrm flipH="false" flipV="false" rot="0">
              <a:off x="127" y="127"/>
              <a:ext cx="335788" cy="34925"/>
            </a:xfrm>
            <a:custGeom>
              <a:avLst/>
              <a:gdLst/>
              <a:ahLst/>
              <a:cxnLst/>
              <a:rect r="r" b="b" t="t" l="l"/>
              <a:pathLst>
                <a:path h="34925" w="335788">
                  <a:moveTo>
                    <a:pt x="27940" y="0"/>
                  </a:moveTo>
                  <a:cubicBezTo>
                    <a:pt x="11557" y="0"/>
                    <a:pt x="0" y="13970"/>
                    <a:pt x="0" y="30226"/>
                  </a:cubicBezTo>
                  <a:lnTo>
                    <a:pt x="0" y="34925"/>
                  </a:lnTo>
                  <a:cubicBezTo>
                    <a:pt x="0" y="18669"/>
                    <a:pt x="11684" y="6985"/>
                    <a:pt x="27940" y="6985"/>
                  </a:cubicBezTo>
                  <a:lnTo>
                    <a:pt x="307848" y="6985"/>
                  </a:lnTo>
                  <a:cubicBezTo>
                    <a:pt x="324104" y="6985"/>
                    <a:pt x="335788" y="18669"/>
                    <a:pt x="335788" y="34925"/>
                  </a:cubicBezTo>
                  <a:lnTo>
                    <a:pt x="335788" y="30226"/>
                  </a:lnTo>
                  <a:cubicBezTo>
                    <a:pt x="335788" y="13970"/>
                    <a:pt x="324104" y="0"/>
                    <a:pt x="307848" y="0"/>
                  </a:cubicBezTo>
                  <a:close/>
                </a:path>
              </a:pathLst>
            </a:custGeom>
            <a:solidFill>
              <a:srgbClr val="003284"/>
            </a:solidFill>
          </p:spPr>
        </p:sp>
      </p:grpSp>
      <p:grpSp>
        <p:nvGrpSpPr>
          <p:cNvPr name="Group 18" id="18"/>
          <p:cNvGrpSpPr/>
          <p:nvPr/>
        </p:nvGrpSpPr>
        <p:grpSpPr>
          <a:xfrm rot="0">
            <a:off x="12576674" y="6122128"/>
            <a:ext cx="253652" cy="26324"/>
            <a:chOff x="0" y="0"/>
            <a:chExt cx="338203" cy="35099"/>
          </a:xfrm>
        </p:grpSpPr>
        <p:sp>
          <p:nvSpPr>
            <p:cNvPr name="Freeform 19" id="19"/>
            <p:cNvSpPr/>
            <p:nvPr/>
          </p:nvSpPr>
          <p:spPr>
            <a:xfrm flipH="false" flipV="false" rot="0">
              <a:off x="0" y="0"/>
              <a:ext cx="338201" cy="35052"/>
            </a:xfrm>
            <a:custGeom>
              <a:avLst/>
              <a:gdLst/>
              <a:ahLst/>
              <a:cxnLst/>
              <a:rect r="r" b="b" t="t" l="l"/>
              <a:pathLst>
                <a:path h="35052" w="338201">
                  <a:moveTo>
                    <a:pt x="27940" y="127"/>
                  </a:moveTo>
                  <a:cubicBezTo>
                    <a:pt x="11684" y="127"/>
                    <a:pt x="0" y="14097"/>
                    <a:pt x="0" y="30353"/>
                  </a:cubicBezTo>
                  <a:lnTo>
                    <a:pt x="0" y="34925"/>
                  </a:lnTo>
                  <a:cubicBezTo>
                    <a:pt x="0" y="18796"/>
                    <a:pt x="11684" y="7112"/>
                    <a:pt x="27940" y="7112"/>
                  </a:cubicBezTo>
                  <a:lnTo>
                    <a:pt x="307848" y="7112"/>
                  </a:lnTo>
                  <a:cubicBezTo>
                    <a:pt x="324231" y="7112"/>
                    <a:pt x="338201" y="18796"/>
                    <a:pt x="338201" y="35052"/>
                  </a:cubicBezTo>
                  <a:lnTo>
                    <a:pt x="338201" y="30353"/>
                  </a:lnTo>
                  <a:cubicBezTo>
                    <a:pt x="338201" y="13970"/>
                    <a:pt x="324231" y="0"/>
                    <a:pt x="307848" y="0"/>
                  </a:cubicBezTo>
                  <a:close/>
                </a:path>
              </a:pathLst>
            </a:custGeom>
            <a:solidFill>
              <a:srgbClr val="003284"/>
            </a:solidFill>
          </p:spPr>
        </p:sp>
      </p:grpSp>
      <p:grpSp>
        <p:nvGrpSpPr>
          <p:cNvPr name="Group 20" id="20"/>
          <p:cNvGrpSpPr/>
          <p:nvPr/>
        </p:nvGrpSpPr>
        <p:grpSpPr>
          <a:xfrm rot="0">
            <a:off x="12232040" y="6409026"/>
            <a:ext cx="598288" cy="26272"/>
            <a:chOff x="0" y="0"/>
            <a:chExt cx="797717" cy="35029"/>
          </a:xfrm>
        </p:grpSpPr>
        <p:sp>
          <p:nvSpPr>
            <p:cNvPr name="Freeform 21" id="21"/>
            <p:cNvSpPr/>
            <p:nvPr/>
          </p:nvSpPr>
          <p:spPr>
            <a:xfrm flipH="false" flipV="false" rot="0">
              <a:off x="127" y="127"/>
              <a:ext cx="797560" cy="34925"/>
            </a:xfrm>
            <a:custGeom>
              <a:avLst/>
              <a:gdLst/>
              <a:ahLst/>
              <a:cxnLst/>
              <a:rect r="r" b="b" t="t" l="l"/>
              <a:pathLst>
                <a:path h="34925" w="797560">
                  <a:moveTo>
                    <a:pt x="30226" y="0"/>
                  </a:moveTo>
                  <a:cubicBezTo>
                    <a:pt x="13970" y="0"/>
                    <a:pt x="0" y="11557"/>
                    <a:pt x="0" y="27940"/>
                  </a:cubicBezTo>
                  <a:lnTo>
                    <a:pt x="0" y="34925"/>
                  </a:lnTo>
                  <a:cubicBezTo>
                    <a:pt x="0" y="18542"/>
                    <a:pt x="13970" y="4572"/>
                    <a:pt x="30226" y="4572"/>
                  </a:cubicBezTo>
                  <a:lnTo>
                    <a:pt x="767207" y="4572"/>
                  </a:lnTo>
                  <a:cubicBezTo>
                    <a:pt x="783590" y="4572"/>
                    <a:pt x="797560" y="18542"/>
                    <a:pt x="797560" y="34925"/>
                  </a:cubicBezTo>
                  <a:lnTo>
                    <a:pt x="797560" y="27940"/>
                  </a:lnTo>
                  <a:cubicBezTo>
                    <a:pt x="797560" y="11557"/>
                    <a:pt x="783590" y="0"/>
                    <a:pt x="767207" y="0"/>
                  </a:cubicBezTo>
                  <a:close/>
                </a:path>
              </a:pathLst>
            </a:custGeom>
            <a:solidFill>
              <a:srgbClr val="003284"/>
            </a:solidFill>
          </p:spPr>
        </p:sp>
      </p:grpSp>
      <p:grpSp>
        <p:nvGrpSpPr>
          <p:cNvPr name="Group 22" id="22"/>
          <p:cNvGrpSpPr/>
          <p:nvPr/>
        </p:nvGrpSpPr>
        <p:grpSpPr>
          <a:xfrm rot="0">
            <a:off x="12576674" y="7343136"/>
            <a:ext cx="253652" cy="26272"/>
            <a:chOff x="0" y="0"/>
            <a:chExt cx="338203" cy="35029"/>
          </a:xfrm>
        </p:grpSpPr>
        <p:sp>
          <p:nvSpPr>
            <p:cNvPr name="Freeform 23" id="23"/>
            <p:cNvSpPr/>
            <p:nvPr/>
          </p:nvSpPr>
          <p:spPr>
            <a:xfrm flipH="false" flipV="false" rot="0">
              <a:off x="0" y="0"/>
              <a:ext cx="338201" cy="35052"/>
            </a:xfrm>
            <a:custGeom>
              <a:avLst/>
              <a:gdLst/>
              <a:ahLst/>
              <a:cxnLst/>
              <a:rect r="r" b="b" t="t" l="l"/>
              <a:pathLst>
                <a:path h="35052" w="338201">
                  <a:moveTo>
                    <a:pt x="27940" y="0"/>
                  </a:moveTo>
                  <a:cubicBezTo>
                    <a:pt x="11684" y="0"/>
                    <a:pt x="0" y="11684"/>
                    <a:pt x="0" y="28067"/>
                  </a:cubicBezTo>
                  <a:lnTo>
                    <a:pt x="0" y="35052"/>
                  </a:lnTo>
                  <a:cubicBezTo>
                    <a:pt x="0" y="18669"/>
                    <a:pt x="11684" y="4699"/>
                    <a:pt x="27940" y="4699"/>
                  </a:cubicBezTo>
                  <a:lnTo>
                    <a:pt x="307848" y="4699"/>
                  </a:lnTo>
                  <a:cubicBezTo>
                    <a:pt x="324231" y="4699"/>
                    <a:pt x="338201" y="18669"/>
                    <a:pt x="338201" y="35052"/>
                  </a:cubicBezTo>
                  <a:lnTo>
                    <a:pt x="338201" y="28067"/>
                  </a:lnTo>
                  <a:cubicBezTo>
                    <a:pt x="338201" y="11684"/>
                    <a:pt x="324231" y="0"/>
                    <a:pt x="307848" y="0"/>
                  </a:cubicBezTo>
                  <a:close/>
                </a:path>
              </a:pathLst>
            </a:custGeom>
            <a:solidFill>
              <a:srgbClr val="003284"/>
            </a:solidFill>
          </p:spPr>
        </p:sp>
      </p:grpSp>
      <p:grpSp>
        <p:nvGrpSpPr>
          <p:cNvPr name="Group 24" id="24"/>
          <p:cNvGrpSpPr/>
          <p:nvPr/>
        </p:nvGrpSpPr>
        <p:grpSpPr>
          <a:xfrm rot="0">
            <a:off x="12576674" y="7031750"/>
            <a:ext cx="253652" cy="26324"/>
            <a:chOff x="0" y="0"/>
            <a:chExt cx="338203" cy="35099"/>
          </a:xfrm>
        </p:grpSpPr>
        <p:sp>
          <p:nvSpPr>
            <p:cNvPr name="Freeform 25" id="25"/>
            <p:cNvSpPr/>
            <p:nvPr/>
          </p:nvSpPr>
          <p:spPr>
            <a:xfrm flipH="false" flipV="false" rot="0">
              <a:off x="0" y="127"/>
              <a:ext cx="338201" cy="34925"/>
            </a:xfrm>
            <a:custGeom>
              <a:avLst/>
              <a:gdLst/>
              <a:ahLst/>
              <a:cxnLst/>
              <a:rect r="r" b="b" t="t" l="l"/>
              <a:pathLst>
                <a:path h="34925" w="338201">
                  <a:moveTo>
                    <a:pt x="27940" y="0"/>
                  </a:moveTo>
                  <a:cubicBezTo>
                    <a:pt x="11684" y="0"/>
                    <a:pt x="0" y="11557"/>
                    <a:pt x="0" y="27940"/>
                  </a:cubicBezTo>
                  <a:lnTo>
                    <a:pt x="0" y="34925"/>
                  </a:lnTo>
                  <a:cubicBezTo>
                    <a:pt x="0" y="18669"/>
                    <a:pt x="11684" y="4572"/>
                    <a:pt x="27940" y="4572"/>
                  </a:cubicBezTo>
                  <a:lnTo>
                    <a:pt x="307848" y="4572"/>
                  </a:lnTo>
                  <a:cubicBezTo>
                    <a:pt x="324231" y="4572"/>
                    <a:pt x="338201" y="18669"/>
                    <a:pt x="338201" y="34925"/>
                  </a:cubicBezTo>
                  <a:lnTo>
                    <a:pt x="338201" y="27940"/>
                  </a:lnTo>
                  <a:cubicBezTo>
                    <a:pt x="338201" y="11684"/>
                    <a:pt x="324231" y="0"/>
                    <a:pt x="307848" y="0"/>
                  </a:cubicBezTo>
                  <a:close/>
                </a:path>
              </a:pathLst>
            </a:custGeom>
            <a:solidFill>
              <a:srgbClr val="003284"/>
            </a:solidFill>
          </p:spPr>
        </p:sp>
      </p:grpSp>
      <p:grpSp>
        <p:nvGrpSpPr>
          <p:cNvPr name="Group 26" id="26"/>
          <p:cNvGrpSpPr/>
          <p:nvPr/>
        </p:nvGrpSpPr>
        <p:grpSpPr>
          <a:xfrm rot="0">
            <a:off x="12576674" y="5934970"/>
            <a:ext cx="253652" cy="26324"/>
            <a:chOff x="0" y="0"/>
            <a:chExt cx="338203" cy="35099"/>
          </a:xfrm>
        </p:grpSpPr>
        <p:sp>
          <p:nvSpPr>
            <p:cNvPr name="Freeform 27" id="27"/>
            <p:cNvSpPr/>
            <p:nvPr/>
          </p:nvSpPr>
          <p:spPr>
            <a:xfrm flipH="false" flipV="false" rot="0">
              <a:off x="0" y="127"/>
              <a:ext cx="338201" cy="34925"/>
            </a:xfrm>
            <a:custGeom>
              <a:avLst/>
              <a:gdLst/>
              <a:ahLst/>
              <a:cxnLst/>
              <a:rect r="r" b="b" t="t" l="l"/>
              <a:pathLst>
                <a:path h="34925" w="338201">
                  <a:moveTo>
                    <a:pt x="27940" y="0"/>
                  </a:moveTo>
                  <a:cubicBezTo>
                    <a:pt x="11684" y="0"/>
                    <a:pt x="0" y="13970"/>
                    <a:pt x="0" y="30226"/>
                  </a:cubicBezTo>
                  <a:lnTo>
                    <a:pt x="0" y="34925"/>
                  </a:lnTo>
                  <a:cubicBezTo>
                    <a:pt x="0" y="18669"/>
                    <a:pt x="11684" y="6985"/>
                    <a:pt x="27940" y="6985"/>
                  </a:cubicBezTo>
                  <a:lnTo>
                    <a:pt x="307848" y="6985"/>
                  </a:lnTo>
                  <a:cubicBezTo>
                    <a:pt x="324231" y="6985"/>
                    <a:pt x="338201" y="18669"/>
                    <a:pt x="338201" y="34925"/>
                  </a:cubicBezTo>
                  <a:lnTo>
                    <a:pt x="338201" y="30226"/>
                  </a:lnTo>
                  <a:cubicBezTo>
                    <a:pt x="338201" y="13970"/>
                    <a:pt x="324231" y="0"/>
                    <a:pt x="307848" y="0"/>
                  </a:cubicBezTo>
                  <a:close/>
                </a:path>
              </a:pathLst>
            </a:custGeom>
            <a:solidFill>
              <a:srgbClr val="003284"/>
            </a:solidFill>
          </p:spPr>
        </p:sp>
      </p:grpSp>
      <p:grpSp>
        <p:nvGrpSpPr>
          <p:cNvPr name="Group 28" id="28"/>
          <p:cNvGrpSpPr/>
          <p:nvPr/>
        </p:nvGrpSpPr>
        <p:grpSpPr>
          <a:xfrm rot="0">
            <a:off x="14294392" y="5934970"/>
            <a:ext cx="253704" cy="26324"/>
            <a:chOff x="0" y="0"/>
            <a:chExt cx="338272" cy="35099"/>
          </a:xfrm>
        </p:grpSpPr>
        <p:sp>
          <p:nvSpPr>
            <p:cNvPr name="Freeform 29" id="29"/>
            <p:cNvSpPr/>
            <p:nvPr/>
          </p:nvSpPr>
          <p:spPr>
            <a:xfrm flipH="false" flipV="false" rot="0">
              <a:off x="127" y="127"/>
              <a:ext cx="338201" cy="34925"/>
            </a:xfrm>
            <a:custGeom>
              <a:avLst/>
              <a:gdLst/>
              <a:ahLst/>
              <a:cxnLst/>
              <a:rect r="r" b="b" t="t" l="l"/>
              <a:pathLst>
                <a:path h="34925" w="338201">
                  <a:moveTo>
                    <a:pt x="30226" y="0"/>
                  </a:moveTo>
                  <a:cubicBezTo>
                    <a:pt x="13970" y="0"/>
                    <a:pt x="0" y="13970"/>
                    <a:pt x="0" y="30226"/>
                  </a:cubicBezTo>
                  <a:lnTo>
                    <a:pt x="0" y="34925"/>
                  </a:lnTo>
                  <a:cubicBezTo>
                    <a:pt x="2286" y="18669"/>
                    <a:pt x="13970" y="6985"/>
                    <a:pt x="30226" y="6985"/>
                  </a:cubicBezTo>
                  <a:lnTo>
                    <a:pt x="310134" y="6985"/>
                  </a:lnTo>
                  <a:cubicBezTo>
                    <a:pt x="326517" y="6985"/>
                    <a:pt x="338201" y="18669"/>
                    <a:pt x="338201" y="34925"/>
                  </a:cubicBezTo>
                  <a:lnTo>
                    <a:pt x="338201" y="30226"/>
                  </a:lnTo>
                  <a:cubicBezTo>
                    <a:pt x="338201" y="13970"/>
                    <a:pt x="326517" y="0"/>
                    <a:pt x="310134" y="0"/>
                  </a:cubicBezTo>
                  <a:close/>
                </a:path>
              </a:pathLst>
            </a:custGeom>
            <a:solidFill>
              <a:srgbClr val="003284"/>
            </a:solidFill>
          </p:spPr>
        </p:sp>
      </p:grpSp>
      <p:grpSp>
        <p:nvGrpSpPr>
          <p:cNvPr name="Group 30" id="30"/>
          <p:cNvGrpSpPr/>
          <p:nvPr/>
        </p:nvGrpSpPr>
        <p:grpSpPr>
          <a:xfrm rot="0">
            <a:off x="14294392" y="6122128"/>
            <a:ext cx="253704" cy="26324"/>
            <a:chOff x="0" y="0"/>
            <a:chExt cx="338272" cy="35099"/>
          </a:xfrm>
        </p:grpSpPr>
        <p:sp>
          <p:nvSpPr>
            <p:cNvPr name="Freeform 31" id="31"/>
            <p:cNvSpPr/>
            <p:nvPr/>
          </p:nvSpPr>
          <p:spPr>
            <a:xfrm flipH="false" flipV="false" rot="0">
              <a:off x="127" y="0"/>
              <a:ext cx="338201" cy="35052"/>
            </a:xfrm>
            <a:custGeom>
              <a:avLst/>
              <a:gdLst/>
              <a:ahLst/>
              <a:cxnLst/>
              <a:rect r="r" b="b" t="t" l="l"/>
              <a:pathLst>
                <a:path h="35052" w="338201">
                  <a:moveTo>
                    <a:pt x="30226" y="127"/>
                  </a:moveTo>
                  <a:cubicBezTo>
                    <a:pt x="13970" y="127"/>
                    <a:pt x="0" y="14097"/>
                    <a:pt x="0" y="30353"/>
                  </a:cubicBezTo>
                  <a:lnTo>
                    <a:pt x="0" y="34925"/>
                  </a:lnTo>
                  <a:cubicBezTo>
                    <a:pt x="2286" y="18796"/>
                    <a:pt x="13970" y="7112"/>
                    <a:pt x="30226" y="7112"/>
                  </a:cubicBezTo>
                  <a:lnTo>
                    <a:pt x="310134" y="7112"/>
                  </a:lnTo>
                  <a:cubicBezTo>
                    <a:pt x="326517" y="7112"/>
                    <a:pt x="338201" y="18796"/>
                    <a:pt x="338201" y="35052"/>
                  </a:cubicBezTo>
                  <a:lnTo>
                    <a:pt x="338201" y="30353"/>
                  </a:lnTo>
                  <a:cubicBezTo>
                    <a:pt x="338201" y="13970"/>
                    <a:pt x="326517" y="0"/>
                    <a:pt x="310134" y="0"/>
                  </a:cubicBezTo>
                  <a:close/>
                </a:path>
              </a:pathLst>
            </a:custGeom>
            <a:solidFill>
              <a:srgbClr val="003284"/>
            </a:solidFill>
          </p:spPr>
        </p:sp>
      </p:grpSp>
      <p:grpSp>
        <p:nvGrpSpPr>
          <p:cNvPr name="Group 32" id="32"/>
          <p:cNvGrpSpPr/>
          <p:nvPr/>
        </p:nvGrpSpPr>
        <p:grpSpPr>
          <a:xfrm rot="0">
            <a:off x="14294392" y="6409026"/>
            <a:ext cx="253704" cy="26272"/>
            <a:chOff x="0" y="0"/>
            <a:chExt cx="338272" cy="35029"/>
          </a:xfrm>
        </p:grpSpPr>
        <p:sp>
          <p:nvSpPr>
            <p:cNvPr name="Freeform 33" id="33"/>
            <p:cNvSpPr/>
            <p:nvPr/>
          </p:nvSpPr>
          <p:spPr>
            <a:xfrm flipH="false" flipV="false" rot="0">
              <a:off x="127" y="127"/>
              <a:ext cx="338201" cy="34925"/>
            </a:xfrm>
            <a:custGeom>
              <a:avLst/>
              <a:gdLst/>
              <a:ahLst/>
              <a:cxnLst/>
              <a:rect r="r" b="b" t="t" l="l"/>
              <a:pathLst>
                <a:path h="34925" w="338201">
                  <a:moveTo>
                    <a:pt x="30226" y="0"/>
                  </a:moveTo>
                  <a:cubicBezTo>
                    <a:pt x="13970" y="0"/>
                    <a:pt x="0" y="13970"/>
                    <a:pt x="0" y="27940"/>
                  </a:cubicBezTo>
                  <a:lnTo>
                    <a:pt x="0" y="34925"/>
                  </a:lnTo>
                  <a:cubicBezTo>
                    <a:pt x="2286" y="18542"/>
                    <a:pt x="13970" y="4572"/>
                    <a:pt x="30226" y="4572"/>
                  </a:cubicBezTo>
                  <a:lnTo>
                    <a:pt x="310134" y="4572"/>
                  </a:lnTo>
                  <a:cubicBezTo>
                    <a:pt x="326517" y="4572"/>
                    <a:pt x="338201" y="18542"/>
                    <a:pt x="338201" y="34925"/>
                  </a:cubicBezTo>
                  <a:lnTo>
                    <a:pt x="338201" y="27940"/>
                  </a:lnTo>
                  <a:cubicBezTo>
                    <a:pt x="338201" y="13970"/>
                    <a:pt x="326517" y="0"/>
                    <a:pt x="310134" y="0"/>
                  </a:cubicBezTo>
                  <a:close/>
                </a:path>
              </a:pathLst>
            </a:custGeom>
            <a:solidFill>
              <a:srgbClr val="003284"/>
            </a:solidFill>
          </p:spPr>
        </p:sp>
      </p:grpSp>
      <p:grpSp>
        <p:nvGrpSpPr>
          <p:cNvPr name="Group 34" id="34"/>
          <p:cNvGrpSpPr/>
          <p:nvPr/>
        </p:nvGrpSpPr>
        <p:grpSpPr>
          <a:xfrm rot="0">
            <a:off x="13951542" y="6122128"/>
            <a:ext cx="253704" cy="26324"/>
            <a:chOff x="0" y="0"/>
            <a:chExt cx="338272" cy="35099"/>
          </a:xfrm>
        </p:grpSpPr>
        <p:sp>
          <p:nvSpPr>
            <p:cNvPr name="Freeform 35" id="35"/>
            <p:cNvSpPr/>
            <p:nvPr/>
          </p:nvSpPr>
          <p:spPr>
            <a:xfrm flipH="false" flipV="false" rot="0">
              <a:off x="127" y="0"/>
              <a:ext cx="338201" cy="34925"/>
            </a:xfrm>
            <a:custGeom>
              <a:avLst/>
              <a:gdLst/>
              <a:ahLst/>
              <a:cxnLst/>
              <a:rect r="r" b="b" t="t" l="l"/>
              <a:pathLst>
                <a:path h="34925" w="338201">
                  <a:moveTo>
                    <a:pt x="30226" y="127"/>
                  </a:moveTo>
                  <a:cubicBezTo>
                    <a:pt x="13970" y="127"/>
                    <a:pt x="0" y="14097"/>
                    <a:pt x="0" y="30353"/>
                  </a:cubicBezTo>
                  <a:lnTo>
                    <a:pt x="0" y="34925"/>
                  </a:lnTo>
                  <a:cubicBezTo>
                    <a:pt x="0" y="18669"/>
                    <a:pt x="13970" y="6985"/>
                    <a:pt x="30226" y="6985"/>
                  </a:cubicBezTo>
                  <a:lnTo>
                    <a:pt x="307848" y="6985"/>
                  </a:lnTo>
                  <a:cubicBezTo>
                    <a:pt x="324104" y="6985"/>
                    <a:pt x="338201" y="18669"/>
                    <a:pt x="338201" y="34925"/>
                  </a:cubicBezTo>
                  <a:lnTo>
                    <a:pt x="338201" y="30353"/>
                  </a:lnTo>
                  <a:cubicBezTo>
                    <a:pt x="338201" y="13970"/>
                    <a:pt x="324104" y="0"/>
                    <a:pt x="307848" y="0"/>
                  </a:cubicBezTo>
                  <a:close/>
                </a:path>
              </a:pathLst>
            </a:custGeom>
            <a:solidFill>
              <a:srgbClr val="003284"/>
            </a:solidFill>
          </p:spPr>
        </p:sp>
      </p:grpSp>
      <p:grpSp>
        <p:nvGrpSpPr>
          <p:cNvPr name="Group 36" id="36"/>
          <p:cNvGrpSpPr/>
          <p:nvPr/>
        </p:nvGrpSpPr>
        <p:grpSpPr>
          <a:xfrm rot="0">
            <a:off x="13951542" y="6409026"/>
            <a:ext cx="253704" cy="26272"/>
            <a:chOff x="0" y="0"/>
            <a:chExt cx="338272" cy="35029"/>
          </a:xfrm>
        </p:grpSpPr>
        <p:sp>
          <p:nvSpPr>
            <p:cNvPr name="Freeform 37" id="37"/>
            <p:cNvSpPr/>
            <p:nvPr/>
          </p:nvSpPr>
          <p:spPr>
            <a:xfrm flipH="false" flipV="false" rot="0">
              <a:off x="127" y="127"/>
              <a:ext cx="338201" cy="34925"/>
            </a:xfrm>
            <a:custGeom>
              <a:avLst/>
              <a:gdLst/>
              <a:ahLst/>
              <a:cxnLst/>
              <a:rect r="r" b="b" t="t" l="l"/>
              <a:pathLst>
                <a:path h="34925" w="338201">
                  <a:moveTo>
                    <a:pt x="30226" y="0"/>
                  </a:moveTo>
                  <a:cubicBezTo>
                    <a:pt x="13970" y="0"/>
                    <a:pt x="0" y="13970"/>
                    <a:pt x="0" y="27940"/>
                  </a:cubicBezTo>
                  <a:lnTo>
                    <a:pt x="0" y="34925"/>
                  </a:lnTo>
                  <a:cubicBezTo>
                    <a:pt x="0" y="18542"/>
                    <a:pt x="13970" y="4572"/>
                    <a:pt x="30226" y="4572"/>
                  </a:cubicBezTo>
                  <a:lnTo>
                    <a:pt x="307848" y="4572"/>
                  </a:lnTo>
                  <a:cubicBezTo>
                    <a:pt x="324104" y="4572"/>
                    <a:pt x="338201" y="18542"/>
                    <a:pt x="338201" y="34925"/>
                  </a:cubicBezTo>
                  <a:lnTo>
                    <a:pt x="338201" y="27940"/>
                  </a:lnTo>
                  <a:cubicBezTo>
                    <a:pt x="338201" y="13970"/>
                    <a:pt x="324104" y="0"/>
                    <a:pt x="307848" y="0"/>
                  </a:cubicBezTo>
                  <a:close/>
                </a:path>
              </a:pathLst>
            </a:custGeom>
            <a:solidFill>
              <a:srgbClr val="003284"/>
            </a:solidFill>
          </p:spPr>
        </p:sp>
      </p:grpSp>
      <p:grpSp>
        <p:nvGrpSpPr>
          <p:cNvPr name="Group 38" id="38"/>
          <p:cNvGrpSpPr/>
          <p:nvPr/>
        </p:nvGrpSpPr>
        <p:grpSpPr>
          <a:xfrm rot="0">
            <a:off x="13951542" y="6720414"/>
            <a:ext cx="253704" cy="24542"/>
            <a:chOff x="0" y="0"/>
            <a:chExt cx="338272" cy="32723"/>
          </a:xfrm>
        </p:grpSpPr>
        <p:sp>
          <p:nvSpPr>
            <p:cNvPr name="Freeform 39" id="39"/>
            <p:cNvSpPr/>
            <p:nvPr/>
          </p:nvSpPr>
          <p:spPr>
            <a:xfrm flipH="false" flipV="false" rot="0">
              <a:off x="127" y="0"/>
              <a:ext cx="338201" cy="32639"/>
            </a:xfrm>
            <a:custGeom>
              <a:avLst/>
              <a:gdLst/>
              <a:ahLst/>
              <a:cxnLst/>
              <a:rect r="r" b="b" t="t" l="l"/>
              <a:pathLst>
                <a:path h="32639" w="338201">
                  <a:moveTo>
                    <a:pt x="30226" y="0"/>
                  </a:moveTo>
                  <a:cubicBezTo>
                    <a:pt x="13970" y="0"/>
                    <a:pt x="0" y="11684"/>
                    <a:pt x="0" y="27940"/>
                  </a:cubicBezTo>
                  <a:lnTo>
                    <a:pt x="0" y="32639"/>
                  </a:lnTo>
                  <a:cubicBezTo>
                    <a:pt x="0" y="18669"/>
                    <a:pt x="13970" y="4699"/>
                    <a:pt x="30226" y="4699"/>
                  </a:cubicBezTo>
                  <a:lnTo>
                    <a:pt x="307848" y="4699"/>
                  </a:lnTo>
                  <a:cubicBezTo>
                    <a:pt x="324104" y="4699"/>
                    <a:pt x="338201" y="18669"/>
                    <a:pt x="338201" y="32639"/>
                  </a:cubicBezTo>
                  <a:lnTo>
                    <a:pt x="338201" y="27940"/>
                  </a:lnTo>
                  <a:cubicBezTo>
                    <a:pt x="338201" y="11684"/>
                    <a:pt x="324104" y="0"/>
                    <a:pt x="307848" y="0"/>
                  </a:cubicBezTo>
                  <a:close/>
                </a:path>
              </a:pathLst>
            </a:custGeom>
            <a:solidFill>
              <a:srgbClr val="003284"/>
            </a:solidFill>
          </p:spPr>
        </p:sp>
      </p:grpSp>
      <p:grpSp>
        <p:nvGrpSpPr>
          <p:cNvPr name="Group 40" id="40"/>
          <p:cNvGrpSpPr/>
          <p:nvPr/>
        </p:nvGrpSpPr>
        <p:grpSpPr>
          <a:xfrm rot="0">
            <a:off x="14294392" y="6720414"/>
            <a:ext cx="253704" cy="24542"/>
            <a:chOff x="0" y="0"/>
            <a:chExt cx="338272" cy="32723"/>
          </a:xfrm>
        </p:grpSpPr>
        <p:sp>
          <p:nvSpPr>
            <p:cNvPr name="Freeform 41" id="41"/>
            <p:cNvSpPr/>
            <p:nvPr/>
          </p:nvSpPr>
          <p:spPr>
            <a:xfrm flipH="false" flipV="false" rot="0">
              <a:off x="127" y="0"/>
              <a:ext cx="338201" cy="32639"/>
            </a:xfrm>
            <a:custGeom>
              <a:avLst/>
              <a:gdLst/>
              <a:ahLst/>
              <a:cxnLst/>
              <a:rect r="r" b="b" t="t" l="l"/>
              <a:pathLst>
                <a:path h="32639" w="338201">
                  <a:moveTo>
                    <a:pt x="30226" y="0"/>
                  </a:moveTo>
                  <a:cubicBezTo>
                    <a:pt x="13970" y="0"/>
                    <a:pt x="0" y="11684"/>
                    <a:pt x="0" y="27940"/>
                  </a:cubicBezTo>
                  <a:lnTo>
                    <a:pt x="0" y="32639"/>
                  </a:lnTo>
                  <a:cubicBezTo>
                    <a:pt x="2286" y="18669"/>
                    <a:pt x="13970" y="4699"/>
                    <a:pt x="30226" y="4699"/>
                  </a:cubicBezTo>
                  <a:lnTo>
                    <a:pt x="310134" y="4699"/>
                  </a:lnTo>
                  <a:cubicBezTo>
                    <a:pt x="326517" y="4699"/>
                    <a:pt x="338201" y="18669"/>
                    <a:pt x="338201" y="32639"/>
                  </a:cubicBezTo>
                  <a:lnTo>
                    <a:pt x="338201" y="27940"/>
                  </a:lnTo>
                  <a:cubicBezTo>
                    <a:pt x="338201" y="11684"/>
                    <a:pt x="326517" y="0"/>
                    <a:pt x="310134" y="0"/>
                  </a:cubicBezTo>
                  <a:close/>
                </a:path>
              </a:pathLst>
            </a:custGeom>
            <a:solidFill>
              <a:srgbClr val="003284"/>
            </a:solidFill>
          </p:spPr>
        </p:sp>
      </p:grpSp>
      <p:grpSp>
        <p:nvGrpSpPr>
          <p:cNvPr name="Group 42" id="42"/>
          <p:cNvGrpSpPr/>
          <p:nvPr/>
        </p:nvGrpSpPr>
        <p:grpSpPr>
          <a:xfrm rot="0">
            <a:off x="13951542" y="7031750"/>
            <a:ext cx="253704" cy="26324"/>
            <a:chOff x="0" y="0"/>
            <a:chExt cx="338272" cy="35099"/>
          </a:xfrm>
        </p:grpSpPr>
        <p:sp>
          <p:nvSpPr>
            <p:cNvPr name="Freeform 43" id="43"/>
            <p:cNvSpPr/>
            <p:nvPr/>
          </p:nvSpPr>
          <p:spPr>
            <a:xfrm flipH="false" flipV="false" rot="0">
              <a:off x="127" y="127"/>
              <a:ext cx="338201" cy="34925"/>
            </a:xfrm>
            <a:custGeom>
              <a:avLst/>
              <a:gdLst/>
              <a:ahLst/>
              <a:cxnLst/>
              <a:rect r="r" b="b" t="t" l="l"/>
              <a:pathLst>
                <a:path h="34925" w="338201">
                  <a:moveTo>
                    <a:pt x="30226" y="0"/>
                  </a:moveTo>
                  <a:cubicBezTo>
                    <a:pt x="13970" y="0"/>
                    <a:pt x="0" y="11557"/>
                    <a:pt x="0" y="27940"/>
                  </a:cubicBezTo>
                  <a:lnTo>
                    <a:pt x="0" y="34925"/>
                  </a:lnTo>
                  <a:cubicBezTo>
                    <a:pt x="0" y="18669"/>
                    <a:pt x="13970" y="4572"/>
                    <a:pt x="30226" y="4572"/>
                  </a:cubicBezTo>
                  <a:lnTo>
                    <a:pt x="307848" y="4572"/>
                  </a:lnTo>
                  <a:cubicBezTo>
                    <a:pt x="324104" y="4572"/>
                    <a:pt x="338201" y="18669"/>
                    <a:pt x="338201" y="34925"/>
                  </a:cubicBezTo>
                  <a:lnTo>
                    <a:pt x="338201" y="27940"/>
                  </a:lnTo>
                  <a:cubicBezTo>
                    <a:pt x="338201" y="11684"/>
                    <a:pt x="324104" y="0"/>
                    <a:pt x="307848" y="0"/>
                  </a:cubicBezTo>
                  <a:close/>
                </a:path>
              </a:pathLst>
            </a:custGeom>
            <a:solidFill>
              <a:srgbClr val="003284"/>
            </a:solidFill>
          </p:spPr>
        </p:sp>
      </p:grpSp>
      <p:grpSp>
        <p:nvGrpSpPr>
          <p:cNvPr name="Group 44" id="44"/>
          <p:cNvGrpSpPr/>
          <p:nvPr/>
        </p:nvGrpSpPr>
        <p:grpSpPr>
          <a:xfrm rot="0">
            <a:off x="13951542" y="5934970"/>
            <a:ext cx="253704" cy="26324"/>
            <a:chOff x="0" y="0"/>
            <a:chExt cx="338272" cy="35099"/>
          </a:xfrm>
        </p:grpSpPr>
        <p:sp>
          <p:nvSpPr>
            <p:cNvPr name="Freeform 45" id="45"/>
            <p:cNvSpPr/>
            <p:nvPr/>
          </p:nvSpPr>
          <p:spPr>
            <a:xfrm flipH="false" flipV="false" rot="0">
              <a:off x="127" y="127"/>
              <a:ext cx="338201" cy="34925"/>
            </a:xfrm>
            <a:custGeom>
              <a:avLst/>
              <a:gdLst/>
              <a:ahLst/>
              <a:cxnLst/>
              <a:rect r="r" b="b" t="t" l="l"/>
              <a:pathLst>
                <a:path h="34925" w="338201">
                  <a:moveTo>
                    <a:pt x="30226" y="0"/>
                  </a:moveTo>
                  <a:cubicBezTo>
                    <a:pt x="13970" y="0"/>
                    <a:pt x="0" y="13970"/>
                    <a:pt x="0" y="30226"/>
                  </a:cubicBezTo>
                  <a:lnTo>
                    <a:pt x="0" y="34925"/>
                  </a:lnTo>
                  <a:cubicBezTo>
                    <a:pt x="0" y="18669"/>
                    <a:pt x="13970" y="6985"/>
                    <a:pt x="30226" y="6985"/>
                  </a:cubicBezTo>
                  <a:lnTo>
                    <a:pt x="307848" y="6985"/>
                  </a:lnTo>
                  <a:cubicBezTo>
                    <a:pt x="324104" y="6985"/>
                    <a:pt x="338201" y="18669"/>
                    <a:pt x="338201" y="34925"/>
                  </a:cubicBezTo>
                  <a:lnTo>
                    <a:pt x="338201" y="30226"/>
                  </a:lnTo>
                  <a:cubicBezTo>
                    <a:pt x="338201" y="13970"/>
                    <a:pt x="324104" y="0"/>
                    <a:pt x="307848" y="0"/>
                  </a:cubicBezTo>
                  <a:close/>
                </a:path>
              </a:pathLst>
            </a:custGeom>
            <a:solidFill>
              <a:srgbClr val="003284"/>
            </a:solidFill>
          </p:spPr>
        </p:sp>
      </p:grpSp>
      <p:grpSp>
        <p:nvGrpSpPr>
          <p:cNvPr name="Group 46" id="46"/>
          <p:cNvGrpSpPr/>
          <p:nvPr/>
        </p:nvGrpSpPr>
        <p:grpSpPr>
          <a:xfrm rot="0">
            <a:off x="14294392" y="7031750"/>
            <a:ext cx="253704" cy="26324"/>
            <a:chOff x="0" y="0"/>
            <a:chExt cx="338272" cy="35099"/>
          </a:xfrm>
        </p:grpSpPr>
        <p:sp>
          <p:nvSpPr>
            <p:cNvPr name="Freeform 47" id="47"/>
            <p:cNvSpPr/>
            <p:nvPr/>
          </p:nvSpPr>
          <p:spPr>
            <a:xfrm flipH="false" flipV="false" rot="0">
              <a:off x="127" y="127"/>
              <a:ext cx="338201" cy="34925"/>
            </a:xfrm>
            <a:custGeom>
              <a:avLst/>
              <a:gdLst/>
              <a:ahLst/>
              <a:cxnLst/>
              <a:rect r="r" b="b" t="t" l="l"/>
              <a:pathLst>
                <a:path h="34925" w="338201">
                  <a:moveTo>
                    <a:pt x="30226" y="0"/>
                  </a:moveTo>
                  <a:cubicBezTo>
                    <a:pt x="13970" y="0"/>
                    <a:pt x="0" y="11557"/>
                    <a:pt x="0" y="27940"/>
                  </a:cubicBezTo>
                  <a:lnTo>
                    <a:pt x="0" y="34925"/>
                  </a:lnTo>
                  <a:cubicBezTo>
                    <a:pt x="2286" y="18669"/>
                    <a:pt x="13970" y="4572"/>
                    <a:pt x="30226" y="4572"/>
                  </a:cubicBezTo>
                  <a:lnTo>
                    <a:pt x="310134" y="4572"/>
                  </a:lnTo>
                  <a:cubicBezTo>
                    <a:pt x="326517" y="4572"/>
                    <a:pt x="338201" y="18669"/>
                    <a:pt x="338201" y="34925"/>
                  </a:cubicBezTo>
                  <a:lnTo>
                    <a:pt x="338201" y="27940"/>
                  </a:lnTo>
                  <a:cubicBezTo>
                    <a:pt x="338201" y="11684"/>
                    <a:pt x="326517" y="0"/>
                    <a:pt x="310134" y="0"/>
                  </a:cubicBezTo>
                  <a:close/>
                </a:path>
              </a:pathLst>
            </a:custGeom>
            <a:solidFill>
              <a:srgbClr val="003284"/>
            </a:solidFill>
          </p:spPr>
        </p:sp>
      </p:grpSp>
      <p:grpSp>
        <p:nvGrpSpPr>
          <p:cNvPr name="Group 48" id="48"/>
          <p:cNvGrpSpPr/>
          <p:nvPr/>
        </p:nvGrpSpPr>
        <p:grpSpPr>
          <a:xfrm rot="0">
            <a:off x="13608690" y="7343136"/>
            <a:ext cx="1628630" cy="26272"/>
            <a:chOff x="0" y="0"/>
            <a:chExt cx="2171507" cy="35029"/>
          </a:xfrm>
        </p:grpSpPr>
        <p:sp>
          <p:nvSpPr>
            <p:cNvPr name="Freeform 49" id="49"/>
            <p:cNvSpPr/>
            <p:nvPr/>
          </p:nvSpPr>
          <p:spPr>
            <a:xfrm flipH="false" flipV="false" rot="0">
              <a:off x="127" y="0"/>
              <a:ext cx="2171319" cy="35052"/>
            </a:xfrm>
            <a:custGeom>
              <a:avLst/>
              <a:gdLst/>
              <a:ahLst/>
              <a:cxnLst/>
              <a:rect r="r" b="b" t="t" l="l"/>
              <a:pathLst>
                <a:path h="35052" w="2171319">
                  <a:moveTo>
                    <a:pt x="27940" y="0"/>
                  </a:moveTo>
                  <a:cubicBezTo>
                    <a:pt x="11557" y="0"/>
                    <a:pt x="0" y="11684"/>
                    <a:pt x="0" y="28067"/>
                  </a:cubicBezTo>
                  <a:lnTo>
                    <a:pt x="0" y="35052"/>
                  </a:lnTo>
                  <a:cubicBezTo>
                    <a:pt x="0" y="18669"/>
                    <a:pt x="11557" y="4699"/>
                    <a:pt x="27940" y="4699"/>
                  </a:cubicBezTo>
                  <a:lnTo>
                    <a:pt x="2141093" y="4699"/>
                  </a:lnTo>
                  <a:cubicBezTo>
                    <a:pt x="2157349" y="4699"/>
                    <a:pt x="2171319" y="18669"/>
                    <a:pt x="2171319" y="35052"/>
                  </a:cubicBezTo>
                  <a:lnTo>
                    <a:pt x="2171319" y="28067"/>
                  </a:lnTo>
                  <a:cubicBezTo>
                    <a:pt x="2171319" y="11684"/>
                    <a:pt x="2157349" y="0"/>
                    <a:pt x="2141093" y="0"/>
                  </a:cubicBezTo>
                  <a:close/>
                </a:path>
              </a:pathLst>
            </a:custGeom>
            <a:solidFill>
              <a:srgbClr val="003284"/>
            </a:solidFill>
          </p:spPr>
        </p:sp>
      </p:grpSp>
      <p:grpSp>
        <p:nvGrpSpPr>
          <p:cNvPr name="Group 50" id="50"/>
          <p:cNvGrpSpPr/>
          <p:nvPr/>
        </p:nvGrpSpPr>
        <p:grpSpPr>
          <a:xfrm rot="0">
            <a:off x="13264108" y="7031750"/>
            <a:ext cx="253704" cy="26324"/>
            <a:chOff x="0" y="0"/>
            <a:chExt cx="338272" cy="35099"/>
          </a:xfrm>
        </p:grpSpPr>
        <p:sp>
          <p:nvSpPr>
            <p:cNvPr name="Freeform 51" id="51"/>
            <p:cNvSpPr/>
            <p:nvPr/>
          </p:nvSpPr>
          <p:spPr>
            <a:xfrm flipH="false" flipV="false" rot="0">
              <a:off x="0" y="127"/>
              <a:ext cx="338201" cy="34925"/>
            </a:xfrm>
            <a:custGeom>
              <a:avLst/>
              <a:gdLst/>
              <a:ahLst/>
              <a:cxnLst/>
              <a:rect r="r" b="b" t="t" l="l"/>
              <a:pathLst>
                <a:path h="34925" w="338201">
                  <a:moveTo>
                    <a:pt x="28067" y="0"/>
                  </a:moveTo>
                  <a:cubicBezTo>
                    <a:pt x="14097" y="0"/>
                    <a:pt x="0" y="11557"/>
                    <a:pt x="0" y="27940"/>
                  </a:cubicBezTo>
                  <a:lnTo>
                    <a:pt x="0" y="34925"/>
                  </a:lnTo>
                  <a:cubicBezTo>
                    <a:pt x="0" y="18669"/>
                    <a:pt x="14097" y="4572"/>
                    <a:pt x="28067" y="4572"/>
                  </a:cubicBezTo>
                  <a:lnTo>
                    <a:pt x="307975" y="4572"/>
                  </a:lnTo>
                  <a:cubicBezTo>
                    <a:pt x="324231" y="4572"/>
                    <a:pt x="338201" y="18669"/>
                    <a:pt x="338201" y="34925"/>
                  </a:cubicBezTo>
                  <a:lnTo>
                    <a:pt x="338201" y="27940"/>
                  </a:lnTo>
                  <a:cubicBezTo>
                    <a:pt x="338201" y="11684"/>
                    <a:pt x="324231" y="0"/>
                    <a:pt x="307975" y="0"/>
                  </a:cubicBezTo>
                  <a:close/>
                </a:path>
              </a:pathLst>
            </a:custGeom>
            <a:solidFill>
              <a:srgbClr val="003284"/>
            </a:solidFill>
          </p:spPr>
        </p:sp>
      </p:grpSp>
      <p:grpSp>
        <p:nvGrpSpPr>
          <p:cNvPr name="Group 52" id="52"/>
          <p:cNvGrpSpPr/>
          <p:nvPr/>
        </p:nvGrpSpPr>
        <p:grpSpPr>
          <a:xfrm rot="0">
            <a:off x="12919526" y="5934970"/>
            <a:ext cx="253652" cy="26324"/>
            <a:chOff x="0" y="0"/>
            <a:chExt cx="338203" cy="35099"/>
          </a:xfrm>
        </p:grpSpPr>
        <p:sp>
          <p:nvSpPr>
            <p:cNvPr name="Freeform 53" id="53"/>
            <p:cNvSpPr/>
            <p:nvPr/>
          </p:nvSpPr>
          <p:spPr>
            <a:xfrm flipH="false" flipV="false" rot="0">
              <a:off x="0" y="127"/>
              <a:ext cx="338201" cy="34925"/>
            </a:xfrm>
            <a:custGeom>
              <a:avLst/>
              <a:gdLst/>
              <a:ahLst/>
              <a:cxnLst/>
              <a:rect r="r" b="b" t="t" l="l"/>
              <a:pathLst>
                <a:path h="34925" w="338201">
                  <a:moveTo>
                    <a:pt x="30353" y="0"/>
                  </a:moveTo>
                  <a:cubicBezTo>
                    <a:pt x="13970" y="0"/>
                    <a:pt x="0" y="13970"/>
                    <a:pt x="0" y="30226"/>
                  </a:cubicBezTo>
                  <a:lnTo>
                    <a:pt x="0" y="34925"/>
                  </a:lnTo>
                  <a:cubicBezTo>
                    <a:pt x="0" y="18669"/>
                    <a:pt x="13970" y="6985"/>
                    <a:pt x="30353" y="6985"/>
                  </a:cubicBezTo>
                  <a:lnTo>
                    <a:pt x="310261" y="6985"/>
                  </a:lnTo>
                  <a:cubicBezTo>
                    <a:pt x="326517" y="6985"/>
                    <a:pt x="338201" y="18669"/>
                    <a:pt x="338201" y="34925"/>
                  </a:cubicBezTo>
                  <a:lnTo>
                    <a:pt x="338201" y="30226"/>
                  </a:lnTo>
                  <a:cubicBezTo>
                    <a:pt x="338201" y="13970"/>
                    <a:pt x="326517" y="0"/>
                    <a:pt x="310261" y="0"/>
                  </a:cubicBezTo>
                  <a:close/>
                </a:path>
              </a:pathLst>
            </a:custGeom>
            <a:solidFill>
              <a:srgbClr val="003284"/>
            </a:solidFill>
          </p:spPr>
        </p:sp>
      </p:grpSp>
      <p:grpSp>
        <p:nvGrpSpPr>
          <p:cNvPr name="Group 54" id="54"/>
          <p:cNvGrpSpPr/>
          <p:nvPr/>
        </p:nvGrpSpPr>
        <p:grpSpPr>
          <a:xfrm rot="0">
            <a:off x="13264108" y="7343136"/>
            <a:ext cx="253704" cy="26272"/>
            <a:chOff x="0" y="0"/>
            <a:chExt cx="338272" cy="35029"/>
          </a:xfrm>
        </p:grpSpPr>
        <p:sp>
          <p:nvSpPr>
            <p:cNvPr name="Freeform 55" id="55"/>
            <p:cNvSpPr/>
            <p:nvPr/>
          </p:nvSpPr>
          <p:spPr>
            <a:xfrm flipH="false" flipV="false" rot="0">
              <a:off x="0" y="0"/>
              <a:ext cx="338201" cy="35052"/>
            </a:xfrm>
            <a:custGeom>
              <a:avLst/>
              <a:gdLst/>
              <a:ahLst/>
              <a:cxnLst/>
              <a:rect r="r" b="b" t="t" l="l"/>
              <a:pathLst>
                <a:path h="35052" w="338201">
                  <a:moveTo>
                    <a:pt x="28067" y="0"/>
                  </a:moveTo>
                  <a:cubicBezTo>
                    <a:pt x="14097" y="0"/>
                    <a:pt x="0" y="11684"/>
                    <a:pt x="0" y="28067"/>
                  </a:cubicBezTo>
                  <a:lnTo>
                    <a:pt x="0" y="35052"/>
                  </a:lnTo>
                  <a:cubicBezTo>
                    <a:pt x="0" y="18669"/>
                    <a:pt x="14097" y="4699"/>
                    <a:pt x="28067" y="4699"/>
                  </a:cubicBezTo>
                  <a:lnTo>
                    <a:pt x="307975" y="4699"/>
                  </a:lnTo>
                  <a:cubicBezTo>
                    <a:pt x="324231" y="4699"/>
                    <a:pt x="338201" y="18669"/>
                    <a:pt x="338201" y="35052"/>
                  </a:cubicBezTo>
                  <a:lnTo>
                    <a:pt x="338201" y="28067"/>
                  </a:lnTo>
                  <a:cubicBezTo>
                    <a:pt x="338201" y="11684"/>
                    <a:pt x="324231" y="0"/>
                    <a:pt x="307975" y="0"/>
                  </a:cubicBezTo>
                  <a:close/>
                </a:path>
              </a:pathLst>
            </a:custGeom>
            <a:solidFill>
              <a:srgbClr val="003284"/>
            </a:solidFill>
          </p:spPr>
        </p:sp>
      </p:grpSp>
      <p:grpSp>
        <p:nvGrpSpPr>
          <p:cNvPr name="Group 56" id="56"/>
          <p:cNvGrpSpPr/>
          <p:nvPr/>
        </p:nvGrpSpPr>
        <p:grpSpPr>
          <a:xfrm rot="0">
            <a:off x="12919526" y="7343136"/>
            <a:ext cx="253652" cy="26272"/>
            <a:chOff x="0" y="0"/>
            <a:chExt cx="338203" cy="35029"/>
          </a:xfrm>
        </p:grpSpPr>
        <p:sp>
          <p:nvSpPr>
            <p:cNvPr name="Freeform 57" id="57"/>
            <p:cNvSpPr/>
            <p:nvPr/>
          </p:nvSpPr>
          <p:spPr>
            <a:xfrm flipH="false" flipV="false" rot="0">
              <a:off x="0" y="0"/>
              <a:ext cx="338201" cy="35052"/>
            </a:xfrm>
            <a:custGeom>
              <a:avLst/>
              <a:gdLst/>
              <a:ahLst/>
              <a:cxnLst/>
              <a:rect r="r" b="b" t="t" l="l"/>
              <a:pathLst>
                <a:path h="35052" w="338201">
                  <a:moveTo>
                    <a:pt x="30353" y="0"/>
                  </a:moveTo>
                  <a:cubicBezTo>
                    <a:pt x="13970" y="0"/>
                    <a:pt x="0" y="11684"/>
                    <a:pt x="0" y="28067"/>
                  </a:cubicBezTo>
                  <a:lnTo>
                    <a:pt x="0" y="35052"/>
                  </a:lnTo>
                  <a:cubicBezTo>
                    <a:pt x="0" y="18669"/>
                    <a:pt x="13970" y="4699"/>
                    <a:pt x="30353" y="4699"/>
                  </a:cubicBezTo>
                  <a:lnTo>
                    <a:pt x="310261" y="4699"/>
                  </a:lnTo>
                  <a:cubicBezTo>
                    <a:pt x="326517" y="4699"/>
                    <a:pt x="338201" y="18669"/>
                    <a:pt x="338201" y="35052"/>
                  </a:cubicBezTo>
                  <a:lnTo>
                    <a:pt x="338201" y="28067"/>
                  </a:lnTo>
                  <a:cubicBezTo>
                    <a:pt x="338201" y="11684"/>
                    <a:pt x="326517" y="0"/>
                    <a:pt x="310261" y="0"/>
                  </a:cubicBezTo>
                  <a:close/>
                </a:path>
              </a:pathLst>
            </a:custGeom>
            <a:solidFill>
              <a:srgbClr val="003284"/>
            </a:solidFill>
          </p:spPr>
        </p:sp>
      </p:grpSp>
      <p:grpSp>
        <p:nvGrpSpPr>
          <p:cNvPr name="Group 58" id="58"/>
          <p:cNvGrpSpPr/>
          <p:nvPr/>
        </p:nvGrpSpPr>
        <p:grpSpPr>
          <a:xfrm rot="0">
            <a:off x="12919526" y="6122128"/>
            <a:ext cx="253652" cy="26324"/>
            <a:chOff x="0" y="0"/>
            <a:chExt cx="338203" cy="35099"/>
          </a:xfrm>
        </p:grpSpPr>
        <p:sp>
          <p:nvSpPr>
            <p:cNvPr name="Freeform 59" id="59"/>
            <p:cNvSpPr/>
            <p:nvPr/>
          </p:nvSpPr>
          <p:spPr>
            <a:xfrm flipH="false" flipV="false" rot="0">
              <a:off x="0" y="0"/>
              <a:ext cx="338201" cy="35052"/>
            </a:xfrm>
            <a:custGeom>
              <a:avLst/>
              <a:gdLst/>
              <a:ahLst/>
              <a:cxnLst/>
              <a:rect r="r" b="b" t="t" l="l"/>
              <a:pathLst>
                <a:path h="35052" w="338201">
                  <a:moveTo>
                    <a:pt x="30353" y="127"/>
                  </a:moveTo>
                  <a:cubicBezTo>
                    <a:pt x="13970" y="127"/>
                    <a:pt x="0" y="14097"/>
                    <a:pt x="0" y="30353"/>
                  </a:cubicBezTo>
                  <a:lnTo>
                    <a:pt x="0" y="34925"/>
                  </a:lnTo>
                  <a:cubicBezTo>
                    <a:pt x="0" y="18796"/>
                    <a:pt x="13970" y="7112"/>
                    <a:pt x="30353" y="7112"/>
                  </a:cubicBezTo>
                  <a:lnTo>
                    <a:pt x="310261" y="7112"/>
                  </a:lnTo>
                  <a:cubicBezTo>
                    <a:pt x="326517" y="7112"/>
                    <a:pt x="338201" y="18796"/>
                    <a:pt x="338201" y="35052"/>
                  </a:cubicBezTo>
                  <a:lnTo>
                    <a:pt x="338201" y="30353"/>
                  </a:lnTo>
                  <a:cubicBezTo>
                    <a:pt x="338201" y="13970"/>
                    <a:pt x="326517" y="0"/>
                    <a:pt x="310261" y="0"/>
                  </a:cubicBezTo>
                  <a:close/>
                </a:path>
              </a:pathLst>
            </a:custGeom>
            <a:solidFill>
              <a:srgbClr val="003284"/>
            </a:solidFill>
          </p:spPr>
        </p:sp>
      </p:grpSp>
      <p:grpSp>
        <p:nvGrpSpPr>
          <p:cNvPr name="Group 60" id="60"/>
          <p:cNvGrpSpPr/>
          <p:nvPr/>
        </p:nvGrpSpPr>
        <p:grpSpPr>
          <a:xfrm rot="0">
            <a:off x="12919526" y="7031750"/>
            <a:ext cx="253652" cy="26324"/>
            <a:chOff x="0" y="0"/>
            <a:chExt cx="338203" cy="35099"/>
          </a:xfrm>
        </p:grpSpPr>
        <p:sp>
          <p:nvSpPr>
            <p:cNvPr name="Freeform 61" id="61"/>
            <p:cNvSpPr/>
            <p:nvPr/>
          </p:nvSpPr>
          <p:spPr>
            <a:xfrm flipH="false" flipV="false" rot="0">
              <a:off x="0" y="127"/>
              <a:ext cx="338201" cy="34925"/>
            </a:xfrm>
            <a:custGeom>
              <a:avLst/>
              <a:gdLst/>
              <a:ahLst/>
              <a:cxnLst/>
              <a:rect r="r" b="b" t="t" l="l"/>
              <a:pathLst>
                <a:path h="34925" w="338201">
                  <a:moveTo>
                    <a:pt x="30353" y="0"/>
                  </a:moveTo>
                  <a:cubicBezTo>
                    <a:pt x="13970" y="0"/>
                    <a:pt x="0" y="11557"/>
                    <a:pt x="0" y="27940"/>
                  </a:cubicBezTo>
                  <a:lnTo>
                    <a:pt x="0" y="34925"/>
                  </a:lnTo>
                  <a:cubicBezTo>
                    <a:pt x="0" y="18669"/>
                    <a:pt x="13970" y="4572"/>
                    <a:pt x="30353" y="4572"/>
                  </a:cubicBezTo>
                  <a:lnTo>
                    <a:pt x="310261" y="4572"/>
                  </a:lnTo>
                  <a:cubicBezTo>
                    <a:pt x="326517" y="4572"/>
                    <a:pt x="338201" y="18669"/>
                    <a:pt x="338201" y="34925"/>
                  </a:cubicBezTo>
                  <a:lnTo>
                    <a:pt x="338201" y="27940"/>
                  </a:lnTo>
                  <a:cubicBezTo>
                    <a:pt x="338201" y="11684"/>
                    <a:pt x="326517" y="0"/>
                    <a:pt x="310261" y="0"/>
                  </a:cubicBezTo>
                  <a:close/>
                </a:path>
              </a:pathLst>
            </a:custGeom>
            <a:solidFill>
              <a:srgbClr val="003284"/>
            </a:solidFill>
          </p:spPr>
        </p:sp>
      </p:grpSp>
      <p:grpSp>
        <p:nvGrpSpPr>
          <p:cNvPr name="Group 62" id="62"/>
          <p:cNvGrpSpPr/>
          <p:nvPr/>
        </p:nvGrpSpPr>
        <p:grpSpPr>
          <a:xfrm rot="0">
            <a:off x="12919526" y="6409026"/>
            <a:ext cx="253652" cy="26272"/>
            <a:chOff x="0" y="0"/>
            <a:chExt cx="338203" cy="35029"/>
          </a:xfrm>
        </p:grpSpPr>
        <p:sp>
          <p:nvSpPr>
            <p:cNvPr name="Freeform 63" id="63"/>
            <p:cNvSpPr/>
            <p:nvPr/>
          </p:nvSpPr>
          <p:spPr>
            <a:xfrm flipH="false" flipV="false" rot="0">
              <a:off x="0" y="127"/>
              <a:ext cx="338201" cy="34925"/>
            </a:xfrm>
            <a:custGeom>
              <a:avLst/>
              <a:gdLst/>
              <a:ahLst/>
              <a:cxnLst/>
              <a:rect r="r" b="b" t="t" l="l"/>
              <a:pathLst>
                <a:path h="34925" w="338201">
                  <a:moveTo>
                    <a:pt x="30353" y="0"/>
                  </a:moveTo>
                  <a:cubicBezTo>
                    <a:pt x="13970" y="0"/>
                    <a:pt x="0" y="11557"/>
                    <a:pt x="0" y="27940"/>
                  </a:cubicBezTo>
                  <a:lnTo>
                    <a:pt x="0" y="34925"/>
                  </a:lnTo>
                  <a:cubicBezTo>
                    <a:pt x="0" y="18542"/>
                    <a:pt x="13970" y="4572"/>
                    <a:pt x="30353" y="4572"/>
                  </a:cubicBezTo>
                  <a:lnTo>
                    <a:pt x="310261" y="4572"/>
                  </a:lnTo>
                  <a:cubicBezTo>
                    <a:pt x="326517" y="4572"/>
                    <a:pt x="338201" y="18542"/>
                    <a:pt x="338201" y="34925"/>
                  </a:cubicBezTo>
                  <a:lnTo>
                    <a:pt x="338201" y="27940"/>
                  </a:lnTo>
                  <a:cubicBezTo>
                    <a:pt x="338201" y="11557"/>
                    <a:pt x="326517" y="0"/>
                    <a:pt x="310261" y="0"/>
                  </a:cubicBezTo>
                  <a:close/>
                </a:path>
              </a:pathLst>
            </a:custGeom>
            <a:solidFill>
              <a:srgbClr val="003284"/>
            </a:solidFill>
          </p:spPr>
        </p:sp>
      </p:grpSp>
      <p:grpSp>
        <p:nvGrpSpPr>
          <p:cNvPr name="Group 64" id="64"/>
          <p:cNvGrpSpPr/>
          <p:nvPr/>
        </p:nvGrpSpPr>
        <p:grpSpPr>
          <a:xfrm rot="0">
            <a:off x="12919526" y="6720414"/>
            <a:ext cx="253652" cy="26272"/>
            <a:chOff x="0" y="0"/>
            <a:chExt cx="338203" cy="35029"/>
          </a:xfrm>
        </p:grpSpPr>
        <p:sp>
          <p:nvSpPr>
            <p:cNvPr name="Freeform 65" id="65"/>
            <p:cNvSpPr/>
            <p:nvPr/>
          </p:nvSpPr>
          <p:spPr>
            <a:xfrm flipH="false" flipV="false" rot="0">
              <a:off x="0" y="0"/>
              <a:ext cx="338201" cy="34925"/>
            </a:xfrm>
            <a:custGeom>
              <a:avLst/>
              <a:gdLst/>
              <a:ahLst/>
              <a:cxnLst/>
              <a:rect r="r" b="b" t="t" l="l"/>
              <a:pathLst>
                <a:path h="34925" w="338201">
                  <a:moveTo>
                    <a:pt x="30353" y="0"/>
                  </a:moveTo>
                  <a:cubicBezTo>
                    <a:pt x="13970" y="0"/>
                    <a:pt x="0" y="11684"/>
                    <a:pt x="0" y="27940"/>
                  </a:cubicBezTo>
                  <a:lnTo>
                    <a:pt x="0" y="34925"/>
                  </a:lnTo>
                  <a:cubicBezTo>
                    <a:pt x="0" y="18669"/>
                    <a:pt x="13970" y="4699"/>
                    <a:pt x="30353" y="4699"/>
                  </a:cubicBezTo>
                  <a:lnTo>
                    <a:pt x="310261" y="4699"/>
                  </a:lnTo>
                  <a:cubicBezTo>
                    <a:pt x="326517" y="4699"/>
                    <a:pt x="338201" y="18669"/>
                    <a:pt x="338201" y="34925"/>
                  </a:cubicBezTo>
                  <a:lnTo>
                    <a:pt x="338201" y="27940"/>
                  </a:lnTo>
                  <a:cubicBezTo>
                    <a:pt x="338201" y="11684"/>
                    <a:pt x="326517" y="0"/>
                    <a:pt x="310261" y="0"/>
                  </a:cubicBezTo>
                  <a:close/>
                </a:path>
              </a:pathLst>
            </a:custGeom>
            <a:solidFill>
              <a:srgbClr val="003284"/>
            </a:solidFill>
          </p:spPr>
        </p:sp>
      </p:grpSp>
      <p:grpSp>
        <p:nvGrpSpPr>
          <p:cNvPr name="Group 66" id="66"/>
          <p:cNvGrpSpPr/>
          <p:nvPr/>
        </p:nvGrpSpPr>
        <p:grpSpPr>
          <a:xfrm rot="0">
            <a:off x="13264108" y="5934970"/>
            <a:ext cx="253704" cy="26324"/>
            <a:chOff x="0" y="0"/>
            <a:chExt cx="338272" cy="35099"/>
          </a:xfrm>
        </p:grpSpPr>
        <p:sp>
          <p:nvSpPr>
            <p:cNvPr name="Freeform 67" id="67"/>
            <p:cNvSpPr/>
            <p:nvPr/>
          </p:nvSpPr>
          <p:spPr>
            <a:xfrm flipH="false" flipV="false" rot="0">
              <a:off x="0" y="127"/>
              <a:ext cx="338201" cy="34925"/>
            </a:xfrm>
            <a:custGeom>
              <a:avLst/>
              <a:gdLst/>
              <a:ahLst/>
              <a:cxnLst/>
              <a:rect r="r" b="b" t="t" l="l"/>
              <a:pathLst>
                <a:path h="34925" w="338201">
                  <a:moveTo>
                    <a:pt x="28067" y="0"/>
                  </a:moveTo>
                  <a:cubicBezTo>
                    <a:pt x="14097" y="0"/>
                    <a:pt x="0" y="13970"/>
                    <a:pt x="0" y="30226"/>
                  </a:cubicBezTo>
                  <a:lnTo>
                    <a:pt x="0" y="34925"/>
                  </a:lnTo>
                  <a:cubicBezTo>
                    <a:pt x="0" y="18669"/>
                    <a:pt x="14097" y="6985"/>
                    <a:pt x="28067" y="6985"/>
                  </a:cubicBezTo>
                  <a:lnTo>
                    <a:pt x="307975" y="6985"/>
                  </a:lnTo>
                  <a:cubicBezTo>
                    <a:pt x="324231" y="6985"/>
                    <a:pt x="338201" y="18669"/>
                    <a:pt x="338201" y="34925"/>
                  </a:cubicBezTo>
                  <a:lnTo>
                    <a:pt x="338201" y="30226"/>
                  </a:lnTo>
                  <a:cubicBezTo>
                    <a:pt x="338201" y="13970"/>
                    <a:pt x="324231" y="0"/>
                    <a:pt x="307975" y="0"/>
                  </a:cubicBezTo>
                  <a:close/>
                </a:path>
              </a:pathLst>
            </a:custGeom>
            <a:solidFill>
              <a:srgbClr val="003284"/>
            </a:solidFill>
          </p:spPr>
        </p:sp>
      </p:grpSp>
      <p:grpSp>
        <p:nvGrpSpPr>
          <p:cNvPr name="Group 68" id="68"/>
          <p:cNvGrpSpPr/>
          <p:nvPr/>
        </p:nvGrpSpPr>
        <p:grpSpPr>
          <a:xfrm rot="0">
            <a:off x="13264108" y="6409026"/>
            <a:ext cx="253704" cy="26272"/>
            <a:chOff x="0" y="0"/>
            <a:chExt cx="338272" cy="35029"/>
          </a:xfrm>
        </p:grpSpPr>
        <p:sp>
          <p:nvSpPr>
            <p:cNvPr name="Freeform 69" id="69"/>
            <p:cNvSpPr/>
            <p:nvPr/>
          </p:nvSpPr>
          <p:spPr>
            <a:xfrm flipH="false" flipV="false" rot="0">
              <a:off x="0" y="127"/>
              <a:ext cx="338201" cy="34925"/>
            </a:xfrm>
            <a:custGeom>
              <a:avLst/>
              <a:gdLst/>
              <a:ahLst/>
              <a:cxnLst/>
              <a:rect r="r" b="b" t="t" l="l"/>
              <a:pathLst>
                <a:path h="34925" w="338201">
                  <a:moveTo>
                    <a:pt x="28067" y="0"/>
                  </a:moveTo>
                  <a:cubicBezTo>
                    <a:pt x="14097" y="0"/>
                    <a:pt x="0" y="11557"/>
                    <a:pt x="0" y="27940"/>
                  </a:cubicBezTo>
                  <a:lnTo>
                    <a:pt x="0" y="34925"/>
                  </a:lnTo>
                  <a:cubicBezTo>
                    <a:pt x="0" y="18542"/>
                    <a:pt x="14097" y="4572"/>
                    <a:pt x="28067" y="4572"/>
                  </a:cubicBezTo>
                  <a:lnTo>
                    <a:pt x="307975" y="4572"/>
                  </a:lnTo>
                  <a:cubicBezTo>
                    <a:pt x="324231" y="4572"/>
                    <a:pt x="338201" y="18542"/>
                    <a:pt x="338201" y="34925"/>
                  </a:cubicBezTo>
                  <a:lnTo>
                    <a:pt x="338201" y="27940"/>
                  </a:lnTo>
                  <a:cubicBezTo>
                    <a:pt x="338201" y="11557"/>
                    <a:pt x="324231" y="0"/>
                    <a:pt x="307975" y="0"/>
                  </a:cubicBezTo>
                  <a:close/>
                </a:path>
              </a:pathLst>
            </a:custGeom>
            <a:solidFill>
              <a:srgbClr val="003284"/>
            </a:solidFill>
          </p:spPr>
        </p:sp>
      </p:grpSp>
      <p:grpSp>
        <p:nvGrpSpPr>
          <p:cNvPr name="Group 70" id="70"/>
          <p:cNvGrpSpPr/>
          <p:nvPr/>
        </p:nvGrpSpPr>
        <p:grpSpPr>
          <a:xfrm rot="0">
            <a:off x="13264108" y="6122128"/>
            <a:ext cx="253704" cy="26324"/>
            <a:chOff x="0" y="0"/>
            <a:chExt cx="338272" cy="35099"/>
          </a:xfrm>
        </p:grpSpPr>
        <p:sp>
          <p:nvSpPr>
            <p:cNvPr name="Freeform 71" id="71"/>
            <p:cNvSpPr/>
            <p:nvPr/>
          </p:nvSpPr>
          <p:spPr>
            <a:xfrm flipH="false" flipV="false" rot="0">
              <a:off x="0" y="0"/>
              <a:ext cx="338201" cy="35052"/>
            </a:xfrm>
            <a:custGeom>
              <a:avLst/>
              <a:gdLst/>
              <a:ahLst/>
              <a:cxnLst/>
              <a:rect r="r" b="b" t="t" l="l"/>
              <a:pathLst>
                <a:path h="35052" w="338201">
                  <a:moveTo>
                    <a:pt x="28067" y="127"/>
                  </a:moveTo>
                  <a:cubicBezTo>
                    <a:pt x="14097" y="127"/>
                    <a:pt x="0" y="14097"/>
                    <a:pt x="0" y="30353"/>
                  </a:cubicBezTo>
                  <a:lnTo>
                    <a:pt x="0" y="34925"/>
                  </a:lnTo>
                  <a:cubicBezTo>
                    <a:pt x="0" y="18796"/>
                    <a:pt x="14097" y="7112"/>
                    <a:pt x="28067" y="7112"/>
                  </a:cubicBezTo>
                  <a:lnTo>
                    <a:pt x="307975" y="7112"/>
                  </a:lnTo>
                  <a:cubicBezTo>
                    <a:pt x="324231" y="7112"/>
                    <a:pt x="338201" y="18796"/>
                    <a:pt x="338201" y="35052"/>
                  </a:cubicBezTo>
                  <a:lnTo>
                    <a:pt x="338201" y="30353"/>
                  </a:lnTo>
                  <a:cubicBezTo>
                    <a:pt x="338201" y="13970"/>
                    <a:pt x="324231" y="0"/>
                    <a:pt x="307975" y="0"/>
                  </a:cubicBezTo>
                  <a:close/>
                </a:path>
              </a:pathLst>
            </a:custGeom>
            <a:solidFill>
              <a:srgbClr val="003284"/>
            </a:solidFill>
          </p:spPr>
        </p:sp>
      </p:grpSp>
      <p:grpSp>
        <p:nvGrpSpPr>
          <p:cNvPr name="Group 72" id="72"/>
          <p:cNvGrpSpPr/>
          <p:nvPr/>
        </p:nvGrpSpPr>
        <p:grpSpPr>
          <a:xfrm rot="0">
            <a:off x="13264108" y="6720414"/>
            <a:ext cx="253704" cy="26272"/>
            <a:chOff x="0" y="0"/>
            <a:chExt cx="338272" cy="35029"/>
          </a:xfrm>
        </p:grpSpPr>
        <p:sp>
          <p:nvSpPr>
            <p:cNvPr name="Freeform 73" id="73"/>
            <p:cNvSpPr/>
            <p:nvPr/>
          </p:nvSpPr>
          <p:spPr>
            <a:xfrm flipH="false" flipV="false" rot="0">
              <a:off x="0" y="0"/>
              <a:ext cx="338201" cy="34925"/>
            </a:xfrm>
            <a:custGeom>
              <a:avLst/>
              <a:gdLst/>
              <a:ahLst/>
              <a:cxnLst/>
              <a:rect r="r" b="b" t="t" l="l"/>
              <a:pathLst>
                <a:path h="34925" w="338201">
                  <a:moveTo>
                    <a:pt x="28067" y="0"/>
                  </a:moveTo>
                  <a:cubicBezTo>
                    <a:pt x="14097" y="0"/>
                    <a:pt x="0" y="11684"/>
                    <a:pt x="0" y="27940"/>
                  </a:cubicBezTo>
                  <a:lnTo>
                    <a:pt x="0" y="34925"/>
                  </a:lnTo>
                  <a:cubicBezTo>
                    <a:pt x="0" y="18669"/>
                    <a:pt x="14097" y="4699"/>
                    <a:pt x="28067" y="4699"/>
                  </a:cubicBezTo>
                  <a:lnTo>
                    <a:pt x="307975" y="4699"/>
                  </a:lnTo>
                  <a:cubicBezTo>
                    <a:pt x="324231" y="4699"/>
                    <a:pt x="338201" y="18669"/>
                    <a:pt x="338201" y="34925"/>
                  </a:cubicBezTo>
                  <a:lnTo>
                    <a:pt x="338201" y="27940"/>
                  </a:lnTo>
                  <a:cubicBezTo>
                    <a:pt x="338201" y="11684"/>
                    <a:pt x="324231" y="0"/>
                    <a:pt x="307975" y="0"/>
                  </a:cubicBezTo>
                  <a:close/>
                </a:path>
              </a:pathLst>
            </a:custGeom>
            <a:solidFill>
              <a:srgbClr val="003284"/>
            </a:solidFill>
          </p:spPr>
        </p:sp>
      </p:grpSp>
      <p:grpSp>
        <p:nvGrpSpPr>
          <p:cNvPr name="Group 74" id="74"/>
          <p:cNvGrpSpPr/>
          <p:nvPr/>
        </p:nvGrpSpPr>
        <p:grpSpPr>
          <a:xfrm rot="0">
            <a:off x="13584200" y="7783946"/>
            <a:ext cx="1299778" cy="760956"/>
            <a:chOff x="0" y="0"/>
            <a:chExt cx="1733037" cy="1014608"/>
          </a:xfrm>
        </p:grpSpPr>
        <p:sp>
          <p:nvSpPr>
            <p:cNvPr name="Freeform 75" id="75"/>
            <p:cNvSpPr/>
            <p:nvPr/>
          </p:nvSpPr>
          <p:spPr>
            <a:xfrm flipH="false" flipV="false" rot="0">
              <a:off x="127" y="0"/>
              <a:ext cx="1732915" cy="1014603"/>
            </a:xfrm>
            <a:custGeom>
              <a:avLst/>
              <a:gdLst/>
              <a:ahLst/>
              <a:cxnLst/>
              <a:rect r="r" b="b" t="t" l="l"/>
              <a:pathLst>
                <a:path h="1014603" w="1732915">
                  <a:moveTo>
                    <a:pt x="139827" y="0"/>
                  </a:moveTo>
                  <a:cubicBezTo>
                    <a:pt x="62865" y="0"/>
                    <a:pt x="0" y="62992"/>
                    <a:pt x="0" y="139954"/>
                  </a:cubicBezTo>
                  <a:lnTo>
                    <a:pt x="0" y="874649"/>
                  </a:lnTo>
                  <a:cubicBezTo>
                    <a:pt x="0" y="951611"/>
                    <a:pt x="62865" y="1014603"/>
                    <a:pt x="139954" y="1014603"/>
                  </a:cubicBezTo>
                  <a:lnTo>
                    <a:pt x="1592961" y="1014603"/>
                  </a:lnTo>
                  <a:cubicBezTo>
                    <a:pt x="1669923" y="1014603"/>
                    <a:pt x="1732915" y="951611"/>
                    <a:pt x="1732915" y="874649"/>
                  </a:cubicBezTo>
                  <a:lnTo>
                    <a:pt x="1732915" y="139954"/>
                  </a:lnTo>
                  <a:cubicBezTo>
                    <a:pt x="1732788" y="62992"/>
                    <a:pt x="1669796" y="0"/>
                    <a:pt x="1592961" y="0"/>
                  </a:cubicBezTo>
                  <a:close/>
                </a:path>
              </a:pathLst>
            </a:custGeom>
            <a:solidFill>
              <a:srgbClr val="C1B7D3"/>
            </a:solidFill>
          </p:spPr>
        </p:sp>
      </p:grpSp>
      <p:sp>
        <p:nvSpPr>
          <p:cNvPr name="Freeform 76" id="76"/>
          <p:cNvSpPr/>
          <p:nvPr/>
        </p:nvSpPr>
        <p:spPr>
          <a:xfrm flipH="false" flipV="false" rot="0">
            <a:off x="12232040" y="5934970"/>
            <a:ext cx="4035572" cy="1644362"/>
          </a:xfrm>
          <a:custGeom>
            <a:avLst/>
            <a:gdLst/>
            <a:ahLst/>
            <a:cxnLst/>
            <a:rect r="r" b="b" t="t" l="l"/>
            <a:pathLst>
              <a:path h="1644362" w="4035572">
                <a:moveTo>
                  <a:pt x="0" y="0"/>
                </a:moveTo>
                <a:lnTo>
                  <a:pt x="4035572" y="0"/>
                </a:lnTo>
                <a:lnTo>
                  <a:pt x="4035572" y="1644362"/>
                </a:lnTo>
                <a:lnTo>
                  <a:pt x="0" y="16443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7" id="77"/>
          <p:cNvGrpSpPr/>
          <p:nvPr/>
        </p:nvGrpSpPr>
        <p:grpSpPr>
          <a:xfrm rot="0">
            <a:off x="12232040" y="6122128"/>
            <a:ext cx="253704" cy="26324"/>
            <a:chOff x="0" y="0"/>
            <a:chExt cx="338272" cy="35099"/>
          </a:xfrm>
        </p:grpSpPr>
        <p:sp>
          <p:nvSpPr>
            <p:cNvPr name="Freeform 78" id="78"/>
            <p:cNvSpPr/>
            <p:nvPr/>
          </p:nvSpPr>
          <p:spPr>
            <a:xfrm flipH="false" flipV="false" rot="0">
              <a:off x="127" y="0"/>
              <a:ext cx="338074" cy="34925"/>
            </a:xfrm>
            <a:custGeom>
              <a:avLst/>
              <a:gdLst/>
              <a:ahLst/>
              <a:cxnLst/>
              <a:rect r="r" b="b" t="t" l="l"/>
              <a:pathLst>
                <a:path h="34925" w="338074">
                  <a:moveTo>
                    <a:pt x="30226" y="127"/>
                  </a:moveTo>
                  <a:cubicBezTo>
                    <a:pt x="13970" y="127"/>
                    <a:pt x="0" y="14097"/>
                    <a:pt x="0" y="30353"/>
                  </a:cubicBezTo>
                  <a:lnTo>
                    <a:pt x="0" y="34925"/>
                  </a:lnTo>
                  <a:cubicBezTo>
                    <a:pt x="0" y="18669"/>
                    <a:pt x="13970" y="6985"/>
                    <a:pt x="30226" y="6985"/>
                  </a:cubicBezTo>
                  <a:lnTo>
                    <a:pt x="310134" y="6985"/>
                  </a:lnTo>
                  <a:cubicBezTo>
                    <a:pt x="326517" y="6985"/>
                    <a:pt x="338074" y="18669"/>
                    <a:pt x="338074" y="34925"/>
                  </a:cubicBezTo>
                  <a:lnTo>
                    <a:pt x="338074" y="30353"/>
                  </a:lnTo>
                  <a:cubicBezTo>
                    <a:pt x="338074" y="13970"/>
                    <a:pt x="326517" y="0"/>
                    <a:pt x="310134" y="0"/>
                  </a:cubicBezTo>
                  <a:close/>
                </a:path>
              </a:pathLst>
            </a:custGeom>
            <a:solidFill>
              <a:srgbClr val="003284"/>
            </a:solidFill>
          </p:spPr>
        </p:sp>
      </p:grpSp>
      <p:grpSp>
        <p:nvGrpSpPr>
          <p:cNvPr name="Group 79" id="79"/>
          <p:cNvGrpSpPr/>
          <p:nvPr/>
        </p:nvGrpSpPr>
        <p:grpSpPr>
          <a:xfrm rot="0">
            <a:off x="12232040" y="7343136"/>
            <a:ext cx="253704" cy="26272"/>
            <a:chOff x="0" y="0"/>
            <a:chExt cx="338272" cy="35029"/>
          </a:xfrm>
        </p:grpSpPr>
        <p:sp>
          <p:nvSpPr>
            <p:cNvPr name="Freeform 80" id="80"/>
            <p:cNvSpPr/>
            <p:nvPr/>
          </p:nvSpPr>
          <p:spPr>
            <a:xfrm flipH="false" flipV="false" rot="0">
              <a:off x="127" y="0"/>
              <a:ext cx="338074" cy="35052"/>
            </a:xfrm>
            <a:custGeom>
              <a:avLst/>
              <a:gdLst/>
              <a:ahLst/>
              <a:cxnLst/>
              <a:rect r="r" b="b" t="t" l="l"/>
              <a:pathLst>
                <a:path h="35052" w="338074">
                  <a:moveTo>
                    <a:pt x="30226" y="0"/>
                  </a:moveTo>
                  <a:cubicBezTo>
                    <a:pt x="13970" y="0"/>
                    <a:pt x="0" y="11684"/>
                    <a:pt x="0" y="28067"/>
                  </a:cubicBezTo>
                  <a:lnTo>
                    <a:pt x="0" y="35052"/>
                  </a:lnTo>
                  <a:cubicBezTo>
                    <a:pt x="0" y="18669"/>
                    <a:pt x="13970" y="4699"/>
                    <a:pt x="30226" y="4699"/>
                  </a:cubicBezTo>
                  <a:lnTo>
                    <a:pt x="310134" y="4699"/>
                  </a:lnTo>
                  <a:cubicBezTo>
                    <a:pt x="326517" y="4699"/>
                    <a:pt x="338074" y="18669"/>
                    <a:pt x="338074" y="35052"/>
                  </a:cubicBezTo>
                  <a:lnTo>
                    <a:pt x="338074" y="28067"/>
                  </a:lnTo>
                  <a:cubicBezTo>
                    <a:pt x="338074" y="11684"/>
                    <a:pt x="326517" y="0"/>
                    <a:pt x="310134" y="0"/>
                  </a:cubicBezTo>
                  <a:close/>
                </a:path>
              </a:pathLst>
            </a:custGeom>
            <a:solidFill>
              <a:srgbClr val="003284"/>
            </a:solidFill>
          </p:spPr>
        </p:sp>
      </p:grpSp>
      <p:grpSp>
        <p:nvGrpSpPr>
          <p:cNvPr name="Group 81" id="81"/>
          <p:cNvGrpSpPr/>
          <p:nvPr/>
        </p:nvGrpSpPr>
        <p:grpSpPr>
          <a:xfrm rot="0">
            <a:off x="12232040" y="7031750"/>
            <a:ext cx="253704" cy="26324"/>
            <a:chOff x="0" y="0"/>
            <a:chExt cx="338272" cy="35099"/>
          </a:xfrm>
        </p:grpSpPr>
        <p:sp>
          <p:nvSpPr>
            <p:cNvPr name="Freeform 82" id="82"/>
            <p:cNvSpPr/>
            <p:nvPr/>
          </p:nvSpPr>
          <p:spPr>
            <a:xfrm flipH="false" flipV="false" rot="0">
              <a:off x="127" y="127"/>
              <a:ext cx="338074" cy="34925"/>
            </a:xfrm>
            <a:custGeom>
              <a:avLst/>
              <a:gdLst/>
              <a:ahLst/>
              <a:cxnLst/>
              <a:rect r="r" b="b" t="t" l="l"/>
              <a:pathLst>
                <a:path h="34925" w="338074">
                  <a:moveTo>
                    <a:pt x="30226" y="0"/>
                  </a:moveTo>
                  <a:cubicBezTo>
                    <a:pt x="13970" y="0"/>
                    <a:pt x="0" y="11557"/>
                    <a:pt x="0" y="27940"/>
                  </a:cubicBezTo>
                  <a:lnTo>
                    <a:pt x="0" y="34925"/>
                  </a:lnTo>
                  <a:cubicBezTo>
                    <a:pt x="0" y="18669"/>
                    <a:pt x="13970" y="4572"/>
                    <a:pt x="30226" y="4572"/>
                  </a:cubicBezTo>
                  <a:lnTo>
                    <a:pt x="310134" y="4572"/>
                  </a:lnTo>
                  <a:cubicBezTo>
                    <a:pt x="326517" y="4572"/>
                    <a:pt x="338074" y="18669"/>
                    <a:pt x="338074" y="34925"/>
                  </a:cubicBezTo>
                  <a:lnTo>
                    <a:pt x="338074" y="27940"/>
                  </a:lnTo>
                  <a:cubicBezTo>
                    <a:pt x="338074" y="11684"/>
                    <a:pt x="326517" y="0"/>
                    <a:pt x="310134" y="0"/>
                  </a:cubicBezTo>
                  <a:close/>
                </a:path>
              </a:pathLst>
            </a:custGeom>
            <a:solidFill>
              <a:srgbClr val="003284"/>
            </a:solidFill>
          </p:spPr>
        </p:sp>
      </p:grpSp>
      <p:grpSp>
        <p:nvGrpSpPr>
          <p:cNvPr name="Group 83" id="83"/>
          <p:cNvGrpSpPr/>
          <p:nvPr/>
        </p:nvGrpSpPr>
        <p:grpSpPr>
          <a:xfrm rot="0">
            <a:off x="12232040" y="6720414"/>
            <a:ext cx="253704" cy="26272"/>
            <a:chOff x="0" y="0"/>
            <a:chExt cx="338272" cy="35029"/>
          </a:xfrm>
        </p:grpSpPr>
        <p:sp>
          <p:nvSpPr>
            <p:cNvPr name="Freeform 84" id="84"/>
            <p:cNvSpPr/>
            <p:nvPr/>
          </p:nvSpPr>
          <p:spPr>
            <a:xfrm flipH="false" flipV="false" rot="0">
              <a:off x="127" y="0"/>
              <a:ext cx="338074" cy="34925"/>
            </a:xfrm>
            <a:custGeom>
              <a:avLst/>
              <a:gdLst/>
              <a:ahLst/>
              <a:cxnLst/>
              <a:rect r="r" b="b" t="t" l="l"/>
              <a:pathLst>
                <a:path h="34925" w="338074">
                  <a:moveTo>
                    <a:pt x="30226" y="0"/>
                  </a:moveTo>
                  <a:cubicBezTo>
                    <a:pt x="13970" y="0"/>
                    <a:pt x="0" y="11684"/>
                    <a:pt x="0" y="27940"/>
                  </a:cubicBezTo>
                  <a:lnTo>
                    <a:pt x="0" y="34925"/>
                  </a:lnTo>
                  <a:cubicBezTo>
                    <a:pt x="0" y="18669"/>
                    <a:pt x="13970" y="4699"/>
                    <a:pt x="30226" y="4699"/>
                  </a:cubicBezTo>
                  <a:lnTo>
                    <a:pt x="310134" y="4699"/>
                  </a:lnTo>
                  <a:cubicBezTo>
                    <a:pt x="326517" y="4699"/>
                    <a:pt x="338074" y="18669"/>
                    <a:pt x="338074" y="34925"/>
                  </a:cubicBezTo>
                  <a:lnTo>
                    <a:pt x="338074" y="27940"/>
                  </a:lnTo>
                  <a:cubicBezTo>
                    <a:pt x="338074" y="11684"/>
                    <a:pt x="326517" y="0"/>
                    <a:pt x="310134" y="0"/>
                  </a:cubicBezTo>
                  <a:close/>
                </a:path>
              </a:pathLst>
            </a:custGeom>
            <a:solidFill>
              <a:srgbClr val="003284"/>
            </a:solidFill>
          </p:spPr>
        </p:sp>
      </p:grpSp>
      <p:grpSp>
        <p:nvGrpSpPr>
          <p:cNvPr name="Group 85" id="85"/>
          <p:cNvGrpSpPr/>
          <p:nvPr/>
        </p:nvGrpSpPr>
        <p:grpSpPr>
          <a:xfrm rot="0">
            <a:off x="14639028" y="7031750"/>
            <a:ext cx="253652" cy="26324"/>
            <a:chOff x="0" y="0"/>
            <a:chExt cx="338203" cy="35099"/>
          </a:xfrm>
        </p:grpSpPr>
        <p:sp>
          <p:nvSpPr>
            <p:cNvPr name="Freeform 86" id="86"/>
            <p:cNvSpPr/>
            <p:nvPr/>
          </p:nvSpPr>
          <p:spPr>
            <a:xfrm flipH="false" flipV="false" rot="0">
              <a:off x="0" y="127"/>
              <a:ext cx="338201" cy="34925"/>
            </a:xfrm>
            <a:custGeom>
              <a:avLst/>
              <a:gdLst/>
              <a:ahLst/>
              <a:cxnLst/>
              <a:rect r="r" b="b" t="t" l="l"/>
              <a:pathLst>
                <a:path h="34925" w="338201">
                  <a:moveTo>
                    <a:pt x="30353" y="0"/>
                  </a:moveTo>
                  <a:cubicBezTo>
                    <a:pt x="13970" y="0"/>
                    <a:pt x="0" y="11557"/>
                    <a:pt x="0" y="27940"/>
                  </a:cubicBezTo>
                  <a:lnTo>
                    <a:pt x="0" y="34925"/>
                  </a:lnTo>
                  <a:cubicBezTo>
                    <a:pt x="0" y="18669"/>
                    <a:pt x="13970" y="4572"/>
                    <a:pt x="30353" y="4572"/>
                  </a:cubicBezTo>
                  <a:lnTo>
                    <a:pt x="310261" y="4572"/>
                  </a:lnTo>
                  <a:cubicBezTo>
                    <a:pt x="324231" y="4572"/>
                    <a:pt x="338201" y="18669"/>
                    <a:pt x="338201" y="34925"/>
                  </a:cubicBezTo>
                  <a:lnTo>
                    <a:pt x="338201" y="27940"/>
                  </a:lnTo>
                  <a:cubicBezTo>
                    <a:pt x="338201" y="11684"/>
                    <a:pt x="324231" y="0"/>
                    <a:pt x="310261" y="0"/>
                  </a:cubicBezTo>
                  <a:close/>
                </a:path>
              </a:pathLst>
            </a:custGeom>
            <a:solidFill>
              <a:srgbClr val="003284"/>
            </a:solidFill>
          </p:spPr>
        </p:sp>
      </p:grpSp>
      <p:grpSp>
        <p:nvGrpSpPr>
          <p:cNvPr name="Group 87" id="87"/>
          <p:cNvGrpSpPr/>
          <p:nvPr/>
        </p:nvGrpSpPr>
        <p:grpSpPr>
          <a:xfrm rot="0">
            <a:off x="14639028" y="6409026"/>
            <a:ext cx="253652" cy="26272"/>
            <a:chOff x="0" y="0"/>
            <a:chExt cx="338203" cy="35029"/>
          </a:xfrm>
        </p:grpSpPr>
        <p:sp>
          <p:nvSpPr>
            <p:cNvPr name="Freeform 88" id="88"/>
            <p:cNvSpPr/>
            <p:nvPr/>
          </p:nvSpPr>
          <p:spPr>
            <a:xfrm flipH="false" flipV="false" rot="0">
              <a:off x="0" y="127"/>
              <a:ext cx="338201" cy="34925"/>
            </a:xfrm>
            <a:custGeom>
              <a:avLst/>
              <a:gdLst/>
              <a:ahLst/>
              <a:cxnLst/>
              <a:rect r="r" b="b" t="t" l="l"/>
              <a:pathLst>
                <a:path h="34925" w="338201">
                  <a:moveTo>
                    <a:pt x="30353" y="0"/>
                  </a:moveTo>
                  <a:cubicBezTo>
                    <a:pt x="13970" y="0"/>
                    <a:pt x="0" y="13970"/>
                    <a:pt x="0" y="27940"/>
                  </a:cubicBezTo>
                  <a:lnTo>
                    <a:pt x="0" y="34925"/>
                  </a:lnTo>
                  <a:cubicBezTo>
                    <a:pt x="0" y="18542"/>
                    <a:pt x="13970" y="4572"/>
                    <a:pt x="30353" y="4572"/>
                  </a:cubicBezTo>
                  <a:lnTo>
                    <a:pt x="310261" y="4572"/>
                  </a:lnTo>
                  <a:cubicBezTo>
                    <a:pt x="324231" y="4572"/>
                    <a:pt x="338201" y="18542"/>
                    <a:pt x="338201" y="34925"/>
                  </a:cubicBezTo>
                  <a:lnTo>
                    <a:pt x="338201" y="27940"/>
                  </a:lnTo>
                  <a:cubicBezTo>
                    <a:pt x="338201" y="13970"/>
                    <a:pt x="324231" y="0"/>
                    <a:pt x="310261" y="0"/>
                  </a:cubicBezTo>
                  <a:close/>
                </a:path>
              </a:pathLst>
            </a:custGeom>
            <a:solidFill>
              <a:srgbClr val="003284"/>
            </a:solidFill>
          </p:spPr>
        </p:sp>
      </p:grpSp>
      <p:grpSp>
        <p:nvGrpSpPr>
          <p:cNvPr name="Group 89" id="89"/>
          <p:cNvGrpSpPr/>
          <p:nvPr/>
        </p:nvGrpSpPr>
        <p:grpSpPr>
          <a:xfrm rot="0">
            <a:off x="14639028" y="6720414"/>
            <a:ext cx="253652" cy="24542"/>
            <a:chOff x="0" y="0"/>
            <a:chExt cx="338203" cy="32723"/>
          </a:xfrm>
        </p:grpSpPr>
        <p:sp>
          <p:nvSpPr>
            <p:cNvPr name="Freeform 90" id="90"/>
            <p:cNvSpPr/>
            <p:nvPr/>
          </p:nvSpPr>
          <p:spPr>
            <a:xfrm flipH="false" flipV="false" rot="0">
              <a:off x="0" y="0"/>
              <a:ext cx="338201" cy="32639"/>
            </a:xfrm>
            <a:custGeom>
              <a:avLst/>
              <a:gdLst/>
              <a:ahLst/>
              <a:cxnLst/>
              <a:rect r="r" b="b" t="t" l="l"/>
              <a:pathLst>
                <a:path h="32639" w="338201">
                  <a:moveTo>
                    <a:pt x="30353" y="0"/>
                  </a:moveTo>
                  <a:cubicBezTo>
                    <a:pt x="13970" y="0"/>
                    <a:pt x="0" y="11684"/>
                    <a:pt x="0" y="27940"/>
                  </a:cubicBezTo>
                  <a:lnTo>
                    <a:pt x="0" y="32639"/>
                  </a:lnTo>
                  <a:cubicBezTo>
                    <a:pt x="0" y="18669"/>
                    <a:pt x="13970" y="4699"/>
                    <a:pt x="30353" y="4699"/>
                  </a:cubicBezTo>
                  <a:lnTo>
                    <a:pt x="310261" y="4699"/>
                  </a:lnTo>
                  <a:cubicBezTo>
                    <a:pt x="324231" y="4699"/>
                    <a:pt x="338201" y="18669"/>
                    <a:pt x="338201" y="32639"/>
                  </a:cubicBezTo>
                  <a:lnTo>
                    <a:pt x="338201" y="27940"/>
                  </a:lnTo>
                  <a:cubicBezTo>
                    <a:pt x="338201" y="11684"/>
                    <a:pt x="324231" y="0"/>
                    <a:pt x="310261" y="0"/>
                  </a:cubicBezTo>
                  <a:close/>
                </a:path>
              </a:pathLst>
            </a:custGeom>
            <a:solidFill>
              <a:srgbClr val="003284"/>
            </a:solidFill>
          </p:spPr>
        </p:sp>
      </p:grpSp>
      <p:grpSp>
        <p:nvGrpSpPr>
          <p:cNvPr name="Group 91" id="91"/>
          <p:cNvGrpSpPr/>
          <p:nvPr/>
        </p:nvGrpSpPr>
        <p:grpSpPr>
          <a:xfrm rot="0">
            <a:off x="15671044" y="5934970"/>
            <a:ext cx="253704" cy="26324"/>
            <a:chOff x="0" y="0"/>
            <a:chExt cx="338272" cy="35099"/>
          </a:xfrm>
        </p:grpSpPr>
        <p:sp>
          <p:nvSpPr>
            <p:cNvPr name="Freeform 92" id="92"/>
            <p:cNvSpPr/>
            <p:nvPr/>
          </p:nvSpPr>
          <p:spPr>
            <a:xfrm flipH="false" flipV="false" rot="0">
              <a:off x="127" y="127"/>
              <a:ext cx="338201" cy="34925"/>
            </a:xfrm>
            <a:custGeom>
              <a:avLst/>
              <a:gdLst/>
              <a:ahLst/>
              <a:cxnLst/>
              <a:rect r="r" b="b" t="t" l="l"/>
              <a:pathLst>
                <a:path h="34925" w="338201">
                  <a:moveTo>
                    <a:pt x="27940" y="0"/>
                  </a:moveTo>
                  <a:cubicBezTo>
                    <a:pt x="11557" y="0"/>
                    <a:pt x="0" y="13970"/>
                    <a:pt x="0" y="30226"/>
                  </a:cubicBezTo>
                  <a:lnTo>
                    <a:pt x="0" y="34925"/>
                  </a:lnTo>
                  <a:cubicBezTo>
                    <a:pt x="0" y="18669"/>
                    <a:pt x="11684" y="6985"/>
                    <a:pt x="27940" y="6985"/>
                  </a:cubicBezTo>
                  <a:lnTo>
                    <a:pt x="307848" y="6985"/>
                  </a:lnTo>
                  <a:cubicBezTo>
                    <a:pt x="324104" y="6985"/>
                    <a:pt x="338201" y="18669"/>
                    <a:pt x="338201" y="34925"/>
                  </a:cubicBezTo>
                  <a:lnTo>
                    <a:pt x="338201" y="30226"/>
                  </a:lnTo>
                  <a:cubicBezTo>
                    <a:pt x="338201" y="13970"/>
                    <a:pt x="324104" y="0"/>
                    <a:pt x="307848" y="0"/>
                  </a:cubicBezTo>
                  <a:close/>
                </a:path>
              </a:pathLst>
            </a:custGeom>
            <a:solidFill>
              <a:srgbClr val="003284"/>
            </a:solidFill>
          </p:spPr>
        </p:sp>
      </p:grpSp>
      <p:grpSp>
        <p:nvGrpSpPr>
          <p:cNvPr name="Group 93" id="93"/>
          <p:cNvGrpSpPr/>
          <p:nvPr/>
        </p:nvGrpSpPr>
        <p:grpSpPr>
          <a:xfrm rot="0">
            <a:off x="14639028" y="6122128"/>
            <a:ext cx="253652" cy="26324"/>
            <a:chOff x="0" y="0"/>
            <a:chExt cx="338203" cy="35099"/>
          </a:xfrm>
        </p:grpSpPr>
        <p:sp>
          <p:nvSpPr>
            <p:cNvPr name="Freeform 94" id="94"/>
            <p:cNvSpPr/>
            <p:nvPr/>
          </p:nvSpPr>
          <p:spPr>
            <a:xfrm flipH="false" flipV="false" rot="0">
              <a:off x="0" y="0"/>
              <a:ext cx="338201" cy="35052"/>
            </a:xfrm>
            <a:custGeom>
              <a:avLst/>
              <a:gdLst/>
              <a:ahLst/>
              <a:cxnLst/>
              <a:rect r="r" b="b" t="t" l="l"/>
              <a:pathLst>
                <a:path h="35052" w="338201">
                  <a:moveTo>
                    <a:pt x="30353" y="127"/>
                  </a:moveTo>
                  <a:cubicBezTo>
                    <a:pt x="13970" y="127"/>
                    <a:pt x="0" y="14097"/>
                    <a:pt x="0" y="30353"/>
                  </a:cubicBezTo>
                  <a:lnTo>
                    <a:pt x="0" y="34925"/>
                  </a:lnTo>
                  <a:cubicBezTo>
                    <a:pt x="0" y="18796"/>
                    <a:pt x="13970" y="7112"/>
                    <a:pt x="30353" y="7112"/>
                  </a:cubicBezTo>
                  <a:lnTo>
                    <a:pt x="310261" y="7112"/>
                  </a:lnTo>
                  <a:cubicBezTo>
                    <a:pt x="324231" y="7112"/>
                    <a:pt x="338201" y="18796"/>
                    <a:pt x="338201" y="35052"/>
                  </a:cubicBezTo>
                  <a:lnTo>
                    <a:pt x="338201" y="30353"/>
                  </a:lnTo>
                  <a:cubicBezTo>
                    <a:pt x="338201" y="13970"/>
                    <a:pt x="324231" y="0"/>
                    <a:pt x="310261" y="0"/>
                  </a:cubicBezTo>
                  <a:close/>
                </a:path>
              </a:pathLst>
            </a:custGeom>
            <a:solidFill>
              <a:srgbClr val="003284"/>
            </a:solidFill>
          </p:spPr>
        </p:sp>
      </p:grpSp>
      <p:grpSp>
        <p:nvGrpSpPr>
          <p:cNvPr name="Group 95" id="95"/>
          <p:cNvGrpSpPr/>
          <p:nvPr/>
        </p:nvGrpSpPr>
        <p:grpSpPr>
          <a:xfrm rot="0">
            <a:off x="14639028" y="5934970"/>
            <a:ext cx="253652" cy="26324"/>
            <a:chOff x="0" y="0"/>
            <a:chExt cx="338203" cy="35099"/>
          </a:xfrm>
        </p:grpSpPr>
        <p:sp>
          <p:nvSpPr>
            <p:cNvPr name="Freeform 96" id="96"/>
            <p:cNvSpPr/>
            <p:nvPr/>
          </p:nvSpPr>
          <p:spPr>
            <a:xfrm flipH="false" flipV="false" rot="0">
              <a:off x="0" y="127"/>
              <a:ext cx="338201" cy="34925"/>
            </a:xfrm>
            <a:custGeom>
              <a:avLst/>
              <a:gdLst/>
              <a:ahLst/>
              <a:cxnLst/>
              <a:rect r="r" b="b" t="t" l="l"/>
              <a:pathLst>
                <a:path h="34925" w="338201">
                  <a:moveTo>
                    <a:pt x="30353" y="0"/>
                  </a:moveTo>
                  <a:cubicBezTo>
                    <a:pt x="13970" y="0"/>
                    <a:pt x="0" y="13970"/>
                    <a:pt x="0" y="30226"/>
                  </a:cubicBezTo>
                  <a:lnTo>
                    <a:pt x="0" y="34925"/>
                  </a:lnTo>
                  <a:cubicBezTo>
                    <a:pt x="0" y="18669"/>
                    <a:pt x="13970" y="6985"/>
                    <a:pt x="30353" y="6985"/>
                  </a:cubicBezTo>
                  <a:lnTo>
                    <a:pt x="310261" y="6985"/>
                  </a:lnTo>
                  <a:cubicBezTo>
                    <a:pt x="324231" y="6985"/>
                    <a:pt x="338201" y="18669"/>
                    <a:pt x="338201" y="34925"/>
                  </a:cubicBezTo>
                  <a:lnTo>
                    <a:pt x="338201" y="30226"/>
                  </a:lnTo>
                  <a:cubicBezTo>
                    <a:pt x="338201" y="13970"/>
                    <a:pt x="324231" y="0"/>
                    <a:pt x="310261" y="0"/>
                  </a:cubicBezTo>
                  <a:close/>
                </a:path>
              </a:pathLst>
            </a:custGeom>
            <a:solidFill>
              <a:srgbClr val="003284"/>
            </a:solidFill>
          </p:spPr>
        </p:sp>
      </p:grpSp>
      <p:grpSp>
        <p:nvGrpSpPr>
          <p:cNvPr name="Group 97" id="97"/>
          <p:cNvGrpSpPr/>
          <p:nvPr/>
        </p:nvGrpSpPr>
        <p:grpSpPr>
          <a:xfrm rot="0">
            <a:off x="15671044" y="7343136"/>
            <a:ext cx="253704" cy="26272"/>
            <a:chOff x="0" y="0"/>
            <a:chExt cx="338272" cy="35029"/>
          </a:xfrm>
        </p:grpSpPr>
        <p:sp>
          <p:nvSpPr>
            <p:cNvPr name="Freeform 98" id="98"/>
            <p:cNvSpPr/>
            <p:nvPr/>
          </p:nvSpPr>
          <p:spPr>
            <a:xfrm flipH="false" flipV="false" rot="0">
              <a:off x="127" y="0"/>
              <a:ext cx="338201" cy="35052"/>
            </a:xfrm>
            <a:custGeom>
              <a:avLst/>
              <a:gdLst/>
              <a:ahLst/>
              <a:cxnLst/>
              <a:rect r="r" b="b" t="t" l="l"/>
              <a:pathLst>
                <a:path h="35052" w="338201">
                  <a:moveTo>
                    <a:pt x="27940" y="0"/>
                  </a:moveTo>
                  <a:cubicBezTo>
                    <a:pt x="11557" y="0"/>
                    <a:pt x="0" y="11684"/>
                    <a:pt x="0" y="28067"/>
                  </a:cubicBezTo>
                  <a:lnTo>
                    <a:pt x="0" y="35052"/>
                  </a:lnTo>
                  <a:cubicBezTo>
                    <a:pt x="0" y="18669"/>
                    <a:pt x="11557" y="4699"/>
                    <a:pt x="27940" y="4699"/>
                  </a:cubicBezTo>
                  <a:lnTo>
                    <a:pt x="307848" y="4699"/>
                  </a:lnTo>
                  <a:cubicBezTo>
                    <a:pt x="324104" y="4699"/>
                    <a:pt x="338201" y="18669"/>
                    <a:pt x="338201" y="35052"/>
                  </a:cubicBezTo>
                  <a:lnTo>
                    <a:pt x="338201" y="28067"/>
                  </a:lnTo>
                  <a:cubicBezTo>
                    <a:pt x="338201" y="11684"/>
                    <a:pt x="324104" y="0"/>
                    <a:pt x="307848" y="0"/>
                  </a:cubicBezTo>
                  <a:close/>
                </a:path>
              </a:pathLst>
            </a:custGeom>
            <a:solidFill>
              <a:srgbClr val="003284"/>
            </a:solidFill>
          </p:spPr>
        </p:sp>
      </p:grpSp>
      <p:grpSp>
        <p:nvGrpSpPr>
          <p:cNvPr name="Group 99" id="99"/>
          <p:cNvGrpSpPr/>
          <p:nvPr/>
        </p:nvGrpSpPr>
        <p:grpSpPr>
          <a:xfrm rot="0">
            <a:off x="15326462" y="5934970"/>
            <a:ext cx="253704" cy="26324"/>
            <a:chOff x="0" y="0"/>
            <a:chExt cx="338272" cy="35099"/>
          </a:xfrm>
        </p:grpSpPr>
        <p:sp>
          <p:nvSpPr>
            <p:cNvPr name="Freeform 100" id="100"/>
            <p:cNvSpPr/>
            <p:nvPr/>
          </p:nvSpPr>
          <p:spPr>
            <a:xfrm flipH="false" flipV="false" rot="0">
              <a:off x="0" y="127"/>
              <a:ext cx="338201" cy="34925"/>
            </a:xfrm>
            <a:custGeom>
              <a:avLst/>
              <a:gdLst/>
              <a:ahLst/>
              <a:cxnLst/>
              <a:rect r="r" b="b" t="t" l="l"/>
              <a:pathLst>
                <a:path h="34925" w="338201">
                  <a:moveTo>
                    <a:pt x="30353" y="0"/>
                  </a:moveTo>
                  <a:cubicBezTo>
                    <a:pt x="14097" y="0"/>
                    <a:pt x="0" y="13970"/>
                    <a:pt x="0" y="30226"/>
                  </a:cubicBezTo>
                  <a:lnTo>
                    <a:pt x="0" y="34925"/>
                  </a:lnTo>
                  <a:cubicBezTo>
                    <a:pt x="0" y="18669"/>
                    <a:pt x="14097" y="6985"/>
                    <a:pt x="30353" y="6985"/>
                  </a:cubicBezTo>
                  <a:lnTo>
                    <a:pt x="310261" y="6985"/>
                  </a:lnTo>
                  <a:cubicBezTo>
                    <a:pt x="324231" y="6985"/>
                    <a:pt x="338201" y="18669"/>
                    <a:pt x="338201" y="34925"/>
                  </a:cubicBezTo>
                  <a:lnTo>
                    <a:pt x="338201" y="30226"/>
                  </a:lnTo>
                  <a:cubicBezTo>
                    <a:pt x="338201" y="13970"/>
                    <a:pt x="324231" y="0"/>
                    <a:pt x="310261" y="0"/>
                  </a:cubicBezTo>
                  <a:close/>
                </a:path>
              </a:pathLst>
            </a:custGeom>
            <a:solidFill>
              <a:srgbClr val="003284"/>
            </a:solidFill>
          </p:spPr>
        </p:sp>
      </p:grpSp>
      <p:grpSp>
        <p:nvGrpSpPr>
          <p:cNvPr name="Group 101" id="101"/>
          <p:cNvGrpSpPr/>
          <p:nvPr/>
        </p:nvGrpSpPr>
        <p:grpSpPr>
          <a:xfrm rot="0">
            <a:off x="15326462" y="6409026"/>
            <a:ext cx="253704" cy="26272"/>
            <a:chOff x="0" y="0"/>
            <a:chExt cx="338272" cy="35029"/>
          </a:xfrm>
        </p:grpSpPr>
        <p:sp>
          <p:nvSpPr>
            <p:cNvPr name="Freeform 102" id="102"/>
            <p:cNvSpPr/>
            <p:nvPr/>
          </p:nvSpPr>
          <p:spPr>
            <a:xfrm flipH="false" flipV="false" rot="0">
              <a:off x="0" y="127"/>
              <a:ext cx="338201" cy="34925"/>
            </a:xfrm>
            <a:custGeom>
              <a:avLst/>
              <a:gdLst/>
              <a:ahLst/>
              <a:cxnLst/>
              <a:rect r="r" b="b" t="t" l="l"/>
              <a:pathLst>
                <a:path h="34925" w="338201">
                  <a:moveTo>
                    <a:pt x="30353" y="0"/>
                  </a:moveTo>
                  <a:cubicBezTo>
                    <a:pt x="14097" y="0"/>
                    <a:pt x="0" y="11557"/>
                    <a:pt x="0" y="27940"/>
                  </a:cubicBezTo>
                  <a:lnTo>
                    <a:pt x="0" y="34925"/>
                  </a:lnTo>
                  <a:cubicBezTo>
                    <a:pt x="0" y="18542"/>
                    <a:pt x="14097" y="4572"/>
                    <a:pt x="30353" y="4572"/>
                  </a:cubicBezTo>
                  <a:lnTo>
                    <a:pt x="310261" y="4572"/>
                  </a:lnTo>
                  <a:cubicBezTo>
                    <a:pt x="324231" y="4572"/>
                    <a:pt x="338201" y="18542"/>
                    <a:pt x="338201" y="34925"/>
                  </a:cubicBezTo>
                  <a:lnTo>
                    <a:pt x="338201" y="27940"/>
                  </a:lnTo>
                  <a:cubicBezTo>
                    <a:pt x="338201" y="11557"/>
                    <a:pt x="324231" y="0"/>
                    <a:pt x="310261" y="0"/>
                  </a:cubicBezTo>
                  <a:close/>
                </a:path>
              </a:pathLst>
            </a:custGeom>
            <a:solidFill>
              <a:srgbClr val="003284"/>
            </a:solidFill>
          </p:spPr>
        </p:sp>
      </p:grpSp>
      <p:grpSp>
        <p:nvGrpSpPr>
          <p:cNvPr name="Group 103" id="103"/>
          <p:cNvGrpSpPr/>
          <p:nvPr/>
        </p:nvGrpSpPr>
        <p:grpSpPr>
          <a:xfrm rot="0">
            <a:off x="15326462" y="6122128"/>
            <a:ext cx="253704" cy="26324"/>
            <a:chOff x="0" y="0"/>
            <a:chExt cx="338272" cy="35099"/>
          </a:xfrm>
        </p:grpSpPr>
        <p:sp>
          <p:nvSpPr>
            <p:cNvPr name="Freeform 104" id="104"/>
            <p:cNvSpPr/>
            <p:nvPr/>
          </p:nvSpPr>
          <p:spPr>
            <a:xfrm flipH="false" flipV="false" rot="0">
              <a:off x="0" y="0"/>
              <a:ext cx="338201" cy="35052"/>
            </a:xfrm>
            <a:custGeom>
              <a:avLst/>
              <a:gdLst/>
              <a:ahLst/>
              <a:cxnLst/>
              <a:rect r="r" b="b" t="t" l="l"/>
              <a:pathLst>
                <a:path h="35052" w="338201">
                  <a:moveTo>
                    <a:pt x="30353" y="127"/>
                  </a:moveTo>
                  <a:cubicBezTo>
                    <a:pt x="14097" y="127"/>
                    <a:pt x="0" y="14097"/>
                    <a:pt x="0" y="30353"/>
                  </a:cubicBezTo>
                  <a:lnTo>
                    <a:pt x="0" y="34925"/>
                  </a:lnTo>
                  <a:cubicBezTo>
                    <a:pt x="0" y="18796"/>
                    <a:pt x="14097" y="7112"/>
                    <a:pt x="30353" y="7112"/>
                  </a:cubicBezTo>
                  <a:lnTo>
                    <a:pt x="310261" y="7112"/>
                  </a:lnTo>
                  <a:cubicBezTo>
                    <a:pt x="324231" y="7112"/>
                    <a:pt x="338201" y="18796"/>
                    <a:pt x="338201" y="35052"/>
                  </a:cubicBezTo>
                  <a:lnTo>
                    <a:pt x="338201" y="30353"/>
                  </a:lnTo>
                  <a:cubicBezTo>
                    <a:pt x="338201" y="13970"/>
                    <a:pt x="324231" y="0"/>
                    <a:pt x="310261" y="0"/>
                  </a:cubicBezTo>
                  <a:close/>
                </a:path>
              </a:pathLst>
            </a:custGeom>
            <a:solidFill>
              <a:srgbClr val="003284"/>
            </a:solidFill>
          </p:spPr>
        </p:sp>
      </p:grpSp>
      <p:grpSp>
        <p:nvGrpSpPr>
          <p:cNvPr name="Group 105" id="105"/>
          <p:cNvGrpSpPr/>
          <p:nvPr/>
        </p:nvGrpSpPr>
        <p:grpSpPr>
          <a:xfrm rot="0">
            <a:off x="15326462" y="6720414"/>
            <a:ext cx="253704" cy="26272"/>
            <a:chOff x="0" y="0"/>
            <a:chExt cx="338272" cy="35029"/>
          </a:xfrm>
        </p:grpSpPr>
        <p:sp>
          <p:nvSpPr>
            <p:cNvPr name="Freeform 106" id="106"/>
            <p:cNvSpPr/>
            <p:nvPr/>
          </p:nvSpPr>
          <p:spPr>
            <a:xfrm flipH="false" flipV="false" rot="0">
              <a:off x="0" y="0"/>
              <a:ext cx="338201" cy="34925"/>
            </a:xfrm>
            <a:custGeom>
              <a:avLst/>
              <a:gdLst/>
              <a:ahLst/>
              <a:cxnLst/>
              <a:rect r="r" b="b" t="t" l="l"/>
              <a:pathLst>
                <a:path h="34925" w="338201">
                  <a:moveTo>
                    <a:pt x="30353" y="0"/>
                  </a:moveTo>
                  <a:cubicBezTo>
                    <a:pt x="14097" y="0"/>
                    <a:pt x="0" y="11684"/>
                    <a:pt x="0" y="27940"/>
                  </a:cubicBezTo>
                  <a:lnTo>
                    <a:pt x="0" y="34925"/>
                  </a:lnTo>
                  <a:cubicBezTo>
                    <a:pt x="0" y="18669"/>
                    <a:pt x="14097" y="4699"/>
                    <a:pt x="30353" y="4699"/>
                  </a:cubicBezTo>
                  <a:lnTo>
                    <a:pt x="310261" y="4699"/>
                  </a:lnTo>
                  <a:cubicBezTo>
                    <a:pt x="324231" y="4699"/>
                    <a:pt x="338201" y="18669"/>
                    <a:pt x="338201" y="34925"/>
                  </a:cubicBezTo>
                  <a:lnTo>
                    <a:pt x="338201" y="27940"/>
                  </a:lnTo>
                  <a:cubicBezTo>
                    <a:pt x="338201" y="11684"/>
                    <a:pt x="324231" y="0"/>
                    <a:pt x="310261" y="0"/>
                  </a:cubicBezTo>
                  <a:close/>
                </a:path>
              </a:pathLst>
            </a:custGeom>
            <a:solidFill>
              <a:srgbClr val="003284"/>
            </a:solidFill>
          </p:spPr>
        </p:sp>
      </p:grpSp>
      <p:grpSp>
        <p:nvGrpSpPr>
          <p:cNvPr name="Group 107" id="107"/>
          <p:cNvGrpSpPr/>
          <p:nvPr/>
        </p:nvGrpSpPr>
        <p:grpSpPr>
          <a:xfrm rot="0">
            <a:off x="15326462" y="7343136"/>
            <a:ext cx="253704" cy="26272"/>
            <a:chOff x="0" y="0"/>
            <a:chExt cx="338272" cy="35029"/>
          </a:xfrm>
        </p:grpSpPr>
        <p:sp>
          <p:nvSpPr>
            <p:cNvPr name="Freeform 108" id="108"/>
            <p:cNvSpPr/>
            <p:nvPr/>
          </p:nvSpPr>
          <p:spPr>
            <a:xfrm flipH="false" flipV="false" rot="0">
              <a:off x="0" y="0"/>
              <a:ext cx="338201" cy="35052"/>
            </a:xfrm>
            <a:custGeom>
              <a:avLst/>
              <a:gdLst/>
              <a:ahLst/>
              <a:cxnLst/>
              <a:rect r="r" b="b" t="t" l="l"/>
              <a:pathLst>
                <a:path h="35052" w="338201">
                  <a:moveTo>
                    <a:pt x="30353" y="0"/>
                  </a:moveTo>
                  <a:cubicBezTo>
                    <a:pt x="14097" y="0"/>
                    <a:pt x="0" y="11684"/>
                    <a:pt x="0" y="28067"/>
                  </a:cubicBezTo>
                  <a:lnTo>
                    <a:pt x="0" y="35052"/>
                  </a:lnTo>
                  <a:cubicBezTo>
                    <a:pt x="0" y="18669"/>
                    <a:pt x="14097" y="4699"/>
                    <a:pt x="30353" y="4699"/>
                  </a:cubicBezTo>
                  <a:lnTo>
                    <a:pt x="310261" y="4699"/>
                  </a:lnTo>
                  <a:cubicBezTo>
                    <a:pt x="324231" y="4699"/>
                    <a:pt x="338201" y="18669"/>
                    <a:pt x="338201" y="35052"/>
                  </a:cubicBezTo>
                  <a:lnTo>
                    <a:pt x="338201" y="28067"/>
                  </a:lnTo>
                  <a:cubicBezTo>
                    <a:pt x="338201" y="11684"/>
                    <a:pt x="324231" y="0"/>
                    <a:pt x="310261" y="0"/>
                  </a:cubicBezTo>
                  <a:close/>
                </a:path>
              </a:pathLst>
            </a:custGeom>
            <a:solidFill>
              <a:srgbClr val="003284"/>
            </a:solidFill>
          </p:spPr>
        </p:sp>
      </p:grpSp>
      <p:grpSp>
        <p:nvGrpSpPr>
          <p:cNvPr name="Group 109" id="109"/>
          <p:cNvGrpSpPr/>
          <p:nvPr/>
        </p:nvGrpSpPr>
        <p:grpSpPr>
          <a:xfrm rot="0">
            <a:off x="15326462" y="7031750"/>
            <a:ext cx="253704" cy="26324"/>
            <a:chOff x="0" y="0"/>
            <a:chExt cx="338272" cy="35099"/>
          </a:xfrm>
        </p:grpSpPr>
        <p:sp>
          <p:nvSpPr>
            <p:cNvPr name="Freeform 110" id="110"/>
            <p:cNvSpPr/>
            <p:nvPr/>
          </p:nvSpPr>
          <p:spPr>
            <a:xfrm flipH="false" flipV="false" rot="0">
              <a:off x="0" y="127"/>
              <a:ext cx="338201" cy="34925"/>
            </a:xfrm>
            <a:custGeom>
              <a:avLst/>
              <a:gdLst/>
              <a:ahLst/>
              <a:cxnLst/>
              <a:rect r="r" b="b" t="t" l="l"/>
              <a:pathLst>
                <a:path h="34925" w="338201">
                  <a:moveTo>
                    <a:pt x="30353" y="0"/>
                  </a:moveTo>
                  <a:cubicBezTo>
                    <a:pt x="14097" y="0"/>
                    <a:pt x="0" y="11557"/>
                    <a:pt x="0" y="27940"/>
                  </a:cubicBezTo>
                  <a:lnTo>
                    <a:pt x="0" y="34925"/>
                  </a:lnTo>
                  <a:cubicBezTo>
                    <a:pt x="0" y="18669"/>
                    <a:pt x="14097" y="4572"/>
                    <a:pt x="30353" y="4572"/>
                  </a:cubicBezTo>
                  <a:lnTo>
                    <a:pt x="310261" y="4572"/>
                  </a:lnTo>
                  <a:cubicBezTo>
                    <a:pt x="324231" y="4572"/>
                    <a:pt x="338201" y="18669"/>
                    <a:pt x="338201" y="34925"/>
                  </a:cubicBezTo>
                  <a:lnTo>
                    <a:pt x="338201" y="27940"/>
                  </a:lnTo>
                  <a:cubicBezTo>
                    <a:pt x="338201" y="11684"/>
                    <a:pt x="324231" y="0"/>
                    <a:pt x="310261" y="0"/>
                  </a:cubicBezTo>
                  <a:close/>
                </a:path>
              </a:pathLst>
            </a:custGeom>
            <a:solidFill>
              <a:srgbClr val="003284"/>
            </a:solidFill>
          </p:spPr>
        </p:sp>
      </p:grpSp>
      <p:grpSp>
        <p:nvGrpSpPr>
          <p:cNvPr name="Group 111" id="111"/>
          <p:cNvGrpSpPr/>
          <p:nvPr/>
        </p:nvGrpSpPr>
        <p:grpSpPr>
          <a:xfrm rot="0">
            <a:off x="16013894" y="5934970"/>
            <a:ext cx="253704" cy="26324"/>
            <a:chOff x="0" y="0"/>
            <a:chExt cx="338272" cy="35099"/>
          </a:xfrm>
        </p:grpSpPr>
        <p:sp>
          <p:nvSpPr>
            <p:cNvPr name="Freeform 112" id="112"/>
            <p:cNvSpPr/>
            <p:nvPr/>
          </p:nvSpPr>
          <p:spPr>
            <a:xfrm flipH="false" flipV="false" rot="0">
              <a:off x="127" y="127"/>
              <a:ext cx="338201" cy="34925"/>
            </a:xfrm>
            <a:custGeom>
              <a:avLst/>
              <a:gdLst/>
              <a:ahLst/>
              <a:cxnLst/>
              <a:rect r="r" b="b" t="t" l="l"/>
              <a:pathLst>
                <a:path h="34925" w="338201">
                  <a:moveTo>
                    <a:pt x="30226" y="0"/>
                  </a:moveTo>
                  <a:cubicBezTo>
                    <a:pt x="13970" y="0"/>
                    <a:pt x="0" y="13970"/>
                    <a:pt x="0" y="30226"/>
                  </a:cubicBezTo>
                  <a:lnTo>
                    <a:pt x="0" y="34925"/>
                  </a:lnTo>
                  <a:cubicBezTo>
                    <a:pt x="0" y="18669"/>
                    <a:pt x="13970" y="6985"/>
                    <a:pt x="30226" y="6985"/>
                  </a:cubicBezTo>
                  <a:lnTo>
                    <a:pt x="310134" y="6985"/>
                  </a:lnTo>
                  <a:cubicBezTo>
                    <a:pt x="326517" y="6985"/>
                    <a:pt x="338201" y="18669"/>
                    <a:pt x="338201" y="34925"/>
                  </a:cubicBezTo>
                  <a:lnTo>
                    <a:pt x="338201" y="30226"/>
                  </a:lnTo>
                  <a:cubicBezTo>
                    <a:pt x="338201" y="13970"/>
                    <a:pt x="326517" y="0"/>
                    <a:pt x="310134" y="0"/>
                  </a:cubicBezTo>
                  <a:close/>
                </a:path>
              </a:pathLst>
            </a:custGeom>
            <a:solidFill>
              <a:srgbClr val="003284"/>
            </a:solidFill>
          </p:spPr>
        </p:sp>
      </p:grpSp>
      <p:grpSp>
        <p:nvGrpSpPr>
          <p:cNvPr name="Group 113" id="113"/>
          <p:cNvGrpSpPr/>
          <p:nvPr/>
        </p:nvGrpSpPr>
        <p:grpSpPr>
          <a:xfrm rot="0">
            <a:off x="15671044" y="7031750"/>
            <a:ext cx="253704" cy="26324"/>
            <a:chOff x="0" y="0"/>
            <a:chExt cx="338272" cy="35099"/>
          </a:xfrm>
        </p:grpSpPr>
        <p:sp>
          <p:nvSpPr>
            <p:cNvPr name="Freeform 114" id="114"/>
            <p:cNvSpPr/>
            <p:nvPr/>
          </p:nvSpPr>
          <p:spPr>
            <a:xfrm flipH="false" flipV="false" rot="0">
              <a:off x="127" y="127"/>
              <a:ext cx="338201" cy="34925"/>
            </a:xfrm>
            <a:custGeom>
              <a:avLst/>
              <a:gdLst/>
              <a:ahLst/>
              <a:cxnLst/>
              <a:rect r="r" b="b" t="t" l="l"/>
              <a:pathLst>
                <a:path h="34925" w="338201">
                  <a:moveTo>
                    <a:pt x="27940" y="0"/>
                  </a:moveTo>
                  <a:cubicBezTo>
                    <a:pt x="11557" y="0"/>
                    <a:pt x="0" y="11557"/>
                    <a:pt x="0" y="27940"/>
                  </a:cubicBezTo>
                  <a:lnTo>
                    <a:pt x="0" y="34925"/>
                  </a:lnTo>
                  <a:cubicBezTo>
                    <a:pt x="0" y="18669"/>
                    <a:pt x="11557" y="4572"/>
                    <a:pt x="27940" y="4572"/>
                  </a:cubicBezTo>
                  <a:lnTo>
                    <a:pt x="307848" y="4572"/>
                  </a:lnTo>
                  <a:cubicBezTo>
                    <a:pt x="324104" y="4572"/>
                    <a:pt x="338201" y="18669"/>
                    <a:pt x="338201" y="34925"/>
                  </a:cubicBezTo>
                  <a:lnTo>
                    <a:pt x="338201" y="27940"/>
                  </a:lnTo>
                  <a:cubicBezTo>
                    <a:pt x="338201" y="11684"/>
                    <a:pt x="324104" y="0"/>
                    <a:pt x="307848" y="0"/>
                  </a:cubicBezTo>
                  <a:close/>
                </a:path>
              </a:pathLst>
            </a:custGeom>
            <a:solidFill>
              <a:srgbClr val="003284"/>
            </a:solidFill>
          </p:spPr>
        </p:sp>
      </p:grpSp>
      <p:grpSp>
        <p:nvGrpSpPr>
          <p:cNvPr name="Group 115" id="115"/>
          <p:cNvGrpSpPr/>
          <p:nvPr/>
        </p:nvGrpSpPr>
        <p:grpSpPr>
          <a:xfrm rot="0">
            <a:off x="14983610" y="5934970"/>
            <a:ext cx="253704" cy="26324"/>
            <a:chOff x="0" y="0"/>
            <a:chExt cx="338272" cy="35099"/>
          </a:xfrm>
        </p:grpSpPr>
        <p:sp>
          <p:nvSpPr>
            <p:cNvPr name="Freeform 116" id="116"/>
            <p:cNvSpPr/>
            <p:nvPr/>
          </p:nvSpPr>
          <p:spPr>
            <a:xfrm flipH="false" flipV="false" rot="0">
              <a:off x="0" y="127"/>
              <a:ext cx="338201" cy="34925"/>
            </a:xfrm>
            <a:custGeom>
              <a:avLst/>
              <a:gdLst/>
              <a:ahLst/>
              <a:cxnLst/>
              <a:rect r="r" b="b" t="t" l="l"/>
              <a:pathLst>
                <a:path h="34925" w="338201">
                  <a:moveTo>
                    <a:pt x="28067" y="0"/>
                  </a:moveTo>
                  <a:cubicBezTo>
                    <a:pt x="11684" y="0"/>
                    <a:pt x="0" y="13970"/>
                    <a:pt x="0" y="30226"/>
                  </a:cubicBezTo>
                  <a:lnTo>
                    <a:pt x="0" y="34925"/>
                  </a:lnTo>
                  <a:cubicBezTo>
                    <a:pt x="0" y="18669"/>
                    <a:pt x="11684" y="6985"/>
                    <a:pt x="28067" y="6985"/>
                  </a:cubicBezTo>
                  <a:lnTo>
                    <a:pt x="307975" y="6985"/>
                  </a:lnTo>
                  <a:cubicBezTo>
                    <a:pt x="324231" y="6985"/>
                    <a:pt x="338201" y="18669"/>
                    <a:pt x="338201" y="34925"/>
                  </a:cubicBezTo>
                  <a:lnTo>
                    <a:pt x="338201" y="30226"/>
                  </a:lnTo>
                  <a:cubicBezTo>
                    <a:pt x="338201" y="13970"/>
                    <a:pt x="324231" y="0"/>
                    <a:pt x="307975" y="0"/>
                  </a:cubicBezTo>
                  <a:close/>
                </a:path>
              </a:pathLst>
            </a:custGeom>
            <a:solidFill>
              <a:srgbClr val="003284"/>
            </a:solidFill>
          </p:spPr>
        </p:sp>
      </p:grpSp>
      <p:grpSp>
        <p:nvGrpSpPr>
          <p:cNvPr name="Group 117" id="117"/>
          <p:cNvGrpSpPr/>
          <p:nvPr/>
        </p:nvGrpSpPr>
        <p:grpSpPr>
          <a:xfrm rot="0">
            <a:off x="15671044" y="6409026"/>
            <a:ext cx="596558" cy="26272"/>
            <a:chOff x="0" y="0"/>
            <a:chExt cx="795411" cy="35029"/>
          </a:xfrm>
        </p:grpSpPr>
        <p:sp>
          <p:nvSpPr>
            <p:cNvPr name="Freeform 118" id="118"/>
            <p:cNvSpPr/>
            <p:nvPr/>
          </p:nvSpPr>
          <p:spPr>
            <a:xfrm flipH="false" flipV="false" rot="0">
              <a:off x="127" y="127"/>
              <a:ext cx="795274" cy="34925"/>
            </a:xfrm>
            <a:custGeom>
              <a:avLst/>
              <a:gdLst/>
              <a:ahLst/>
              <a:cxnLst/>
              <a:rect r="r" b="b" t="t" l="l"/>
              <a:pathLst>
                <a:path h="34925" w="795274">
                  <a:moveTo>
                    <a:pt x="27940" y="0"/>
                  </a:moveTo>
                  <a:cubicBezTo>
                    <a:pt x="11557" y="0"/>
                    <a:pt x="0" y="11557"/>
                    <a:pt x="0" y="27940"/>
                  </a:cubicBezTo>
                  <a:lnTo>
                    <a:pt x="0" y="34925"/>
                  </a:lnTo>
                  <a:cubicBezTo>
                    <a:pt x="0" y="18542"/>
                    <a:pt x="11557" y="4572"/>
                    <a:pt x="27940" y="4572"/>
                  </a:cubicBezTo>
                  <a:lnTo>
                    <a:pt x="767207" y="4572"/>
                  </a:lnTo>
                  <a:cubicBezTo>
                    <a:pt x="783590" y="4572"/>
                    <a:pt x="795274" y="18542"/>
                    <a:pt x="795274" y="34925"/>
                  </a:cubicBezTo>
                  <a:lnTo>
                    <a:pt x="795274" y="27940"/>
                  </a:lnTo>
                  <a:cubicBezTo>
                    <a:pt x="795274" y="11557"/>
                    <a:pt x="783590" y="0"/>
                    <a:pt x="767207" y="0"/>
                  </a:cubicBezTo>
                  <a:close/>
                </a:path>
              </a:pathLst>
            </a:custGeom>
            <a:solidFill>
              <a:srgbClr val="003284"/>
            </a:solidFill>
          </p:spPr>
        </p:sp>
      </p:grpSp>
      <p:grpSp>
        <p:nvGrpSpPr>
          <p:cNvPr name="Group 119" id="119"/>
          <p:cNvGrpSpPr/>
          <p:nvPr/>
        </p:nvGrpSpPr>
        <p:grpSpPr>
          <a:xfrm rot="0">
            <a:off x="15671044" y="6122128"/>
            <a:ext cx="596558" cy="26324"/>
            <a:chOff x="0" y="0"/>
            <a:chExt cx="795411" cy="35099"/>
          </a:xfrm>
        </p:grpSpPr>
        <p:sp>
          <p:nvSpPr>
            <p:cNvPr name="Freeform 120" id="120"/>
            <p:cNvSpPr/>
            <p:nvPr/>
          </p:nvSpPr>
          <p:spPr>
            <a:xfrm flipH="false" flipV="false" rot="0">
              <a:off x="127" y="0"/>
              <a:ext cx="795274" cy="34925"/>
            </a:xfrm>
            <a:custGeom>
              <a:avLst/>
              <a:gdLst/>
              <a:ahLst/>
              <a:cxnLst/>
              <a:rect r="r" b="b" t="t" l="l"/>
              <a:pathLst>
                <a:path h="34925" w="795274">
                  <a:moveTo>
                    <a:pt x="27940" y="127"/>
                  </a:moveTo>
                  <a:cubicBezTo>
                    <a:pt x="11557" y="127"/>
                    <a:pt x="0" y="14097"/>
                    <a:pt x="0" y="30353"/>
                  </a:cubicBezTo>
                  <a:lnTo>
                    <a:pt x="0" y="34925"/>
                  </a:lnTo>
                  <a:cubicBezTo>
                    <a:pt x="0" y="18669"/>
                    <a:pt x="11684" y="6985"/>
                    <a:pt x="27940" y="6985"/>
                  </a:cubicBezTo>
                  <a:lnTo>
                    <a:pt x="767207" y="6985"/>
                  </a:lnTo>
                  <a:cubicBezTo>
                    <a:pt x="783590" y="6985"/>
                    <a:pt x="795274" y="18669"/>
                    <a:pt x="795274" y="34925"/>
                  </a:cubicBezTo>
                  <a:lnTo>
                    <a:pt x="795274" y="30353"/>
                  </a:lnTo>
                  <a:cubicBezTo>
                    <a:pt x="795274" y="13970"/>
                    <a:pt x="783590" y="0"/>
                    <a:pt x="767207" y="0"/>
                  </a:cubicBezTo>
                  <a:close/>
                </a:path>
              </a:pathLst>
            </a:custGeom>
            <a:solidFill>
              <a:srgbClr val="003284"/>
            </a:solidFill>
          </p:spPr>
        </p:sp>
      </p:grpSp>
      <p:grpSp>
        <p:nvGrpSpPr>
          <p:cNvPr name="Group 121" id="121"/>
          <p:cNvGrpSpPr/>
          <p:nvPr/>
        </p:nvGrpSpPr>
        <p:grpSpPr>
          <a:xfrm rot="0">
            <a:off x="16013894" y="7031750"/>
            <a:ext cx="253704" cy="26324"/>
            <a:chOff x="0" y="0"/>
            <a:chExt cx="338272" cy="35099"/>
          </a:xfrm>
        </p:grpSpPr>
        <p:sp>
          <p:nvSpPr>
            <p:cNvPr name="Freeform 122" id="122"/>
            <p:cNvSpPr/>
            <p:nvPr/>
          </p:nvSpPr>
          <p:spPr>
            <a:xfrm flipH="false" flipV="false" rot="0">
              <a:off x="127" y="127"/>
              <a:ext cx="338201" cy="34925"/>
            </a:xfrm>
            <a:custGeom>
              <a:avLst/>
              <a:gdLst/>
              <a:ahLst/>
              <a:cxnLst/>
              <a:rect r="r" b="b" t="t" l="l"/>
              <a:pathLst>
                <a:path h="34925" w="338201">
                  <a:moveTo>
                    <a:pt x="30226" y="0"/>
                  </a:moveTo>
                  <a:cubicBezTo>
                    <a:pt x="13970" y="0"/>
                    <a:pt x="0" y="11557"/>
                    <a:pt x="0" y="27940"/>
                  </a:cubicBezTo>
                  <a:lnTo>
                    <a:pt x="0" y="34925"/>
                  </a:lnTo>
                  <a:cubicBezTo>
                    <a:pt x="0" y="18669"/>
                    <a:pt x="13970" y="4572"/>
                    <a:pt x="30226" y="4572"/>
                  </a:cubicBezTo>
                  <a:lnTo>
                    <a:pt x="310134" y="4572"/>
                  </a:lnTo>
                  <a:cubicBezTo>
                    <a:pt x="326517" y="4572"/>
                    <a:pt x="338201" y="18669"/>
                    <a:pt x="338201" y="34925"/>
                  </a:cubicBezTo>
                  <a:lnTo>
                    <a:pt x="338201" y="27940"/>
                  </a:lnTo>
                  <a:cubicBezTo>
                    <a:pt x="338201" y="11684"/>
                    <a:pt x="326517" y="0"/>
                    <a:pt x="310134" y="0"/>
                  </a:cubicBezTo>
                  <a:close/>
                </a:path>
              </a:pathLst>
            </a:custGeom>
            <a:solidFill>
              <a:srgbClr val="003284"/>
            </a:solidFill>
          </p:spPr>
        </p:sp>
      </p:grpSp>
      <p:grpSp>
        <p:nvGrpSpPr>
          <p:cNvPr name="Group 123" id="123"/>
          <p:cNvGrpSpPr/>
          <p:nvPr/>
        </p:nvGrpSpPr>
        <p:grpSpPr>
          <a:xfrm rot="0">
            <a:off x="15671044" y="6720414"/>
            <a:ext cx="253704" cy="26272"/>
            <a:chOff x="0" y="0"/>
            <a:chExt cx="338272" cy="35029"/>
          </a:xfrm>
        </p:grpSpPr>
        <p:sp>
          <p:nvSpPr>
            <p:cNvPr name="Freeform 124" id="124"/>
            <p:cNvSpPr/>
            <p:nvPr/>
          </p:nvSpPr>
          <p:spPr>
            <a:xfrm flipH="false" flipV="false" rot="0">
              <a:off x="127" y="0"/>
              <a:ext cx="338201" cy="34925"/>
            </a:xfrm>
            <a:custGeom>
              <a:avLst/>
              <a:gdLst/>
              <a:ahLst/>
              <a:cxnLst/>
              <a:rect r="r" b="b" t="t" l="l"/>
              <a:pathLst>
                <a:path h="34925" w="338201">
                  <a:moveTo>
                    <a:pt x="27940" y="0"/>
                  </a:moveTo>
                  <a:cubicBezTo>
                    <a:pt x="11557" y="0"/>
                    <a:pt x="0" y="11684"/>
                    <a:pt x="0" y="27940"/>
                  </a:cubicBezTo>
                  <a:lnTo>
                    <a:pt x="0" y="34925"/>
                  </a:lnTo>
                  <a:cubicBezTo>
                    <a:pt x="0" y="18669"/>
                    <a:pt x="11557" y="4699"/>
                    <a:pt x="27940" y="4699"/>
                  </a:cubicBezTo>
                  <a:lnTo>
                    <a:pt x="307848" y="4699"/>
                  </a:lnTo>
                  <a:cubicBezTo>
                    <a:pt x="324104" y="4699"/>
                    <a:pt x="338201" y="18669"/>
                    <a:pt x="338201" y="34925"/>
                  </a:cubicBezTo>
                  <a:lnTo>
                    <a:pt x="338201" y="27940"/>
                  </a:lnTo>
                  <a:cubicBezTo>
                    <a:pt x="338201" y="11684"/>
                    <a:pt x="324104" y="0"/>
                    <a:pt x="307848" y="0"/>
                  </a:cubicBezTo>
                  <a:close/>
                </a:path>
              </a:pathLst>
            </a:custGeom>
            <a:solidFill>
              <a:srgbClr val="003284"/>
            </a:solidFill>
          </p:spPr>
        </p:sp>
      </p:grpSp>
      <p:grpSp>
        <p:nvGrpSpPr>
          <p:cNvPr name="Group 125" id="125"/>
          <p:cNvGrpSpPr/>
          <p:nvPr/>
        </p:nvGrpSpPr>
        <p:grpSpPr>
          <a:xfrm rot="0">
            <a:off x="16013894" y="7343136"/>
            <a:ext cx="253704" cy="26272"/>
            <a:chOff x="0" y="0"/>
            <a:chExt cx="338272" cy="35029"/>
          </a:xfrm>
        </p:grpSpPr>
        <p:sp>
          <p:nvSpPr>
            <p:cNvPr name="Freeform 126" id="126"/>
            <p:cNvSpPr/>
            <p:nvPr/>
          </p:nvSpPr>
          <p:spPr>
            <a:xfrm flipH="false" flipV="false" rot="0">
              <a:off x="127" y="0"/>
              <a:ext cx="338201" cy="35052"/>
            </a:xfrm>
            <a:custGeom>
              <a:avLst/>
              <a:gdLst/>
              <a:ahLst/>
              <a:cxnLst/>
              <a:rect r="r" b="b" t="t" l="l"/>
              <a:pathLst>
                <a:path h="35052" w="338201">
                  <a:moveTo>
                    <a:pt x="30226" y="0"/>
                  </a:moveTo>
                  <a:cubicBezTo>
                    <a:pt x="13970" y="0"/>
                    <a:pt x="0" y="11684"/>
                    <a:pt x="0" y="28067"/>
                  </a:cubicBezTo>
                  <a:lnTo>
                    <a:pt x="0" y="35052"/>
                  </a:lnTo>
                  <a:cubicBezTo>
                    <a:pt x="0" y="18669"/>
                    <a:pt x="13970" y="4699"/>
                    <a:pt x="30226" y="4699"/>
                  </a:cubicBezTo>
                  <a:lnTo>
                    <a:pt x="310134" y="4699"/>
                  </a:lnTo>
                  <a:cubicBezTo>
                    <a:pt x="326517" y="4699"/>
                    <a:pt x="338201" y="18669"/>
                    <a:pt x="338201" y="35052"/>
                  </a:cubicBezTo>
                  <a:lnTo>
                    <a:pt x="338201" y="28067"/>
                  </a:lnTo>
                  <a:cubicBezTo>
                    <a:pt x="338201" y="11684"/>
                    <a:pt x="326517" y="0"/>
                    <a:pt x="310134" y="0"/>
                  </a:cubicBezTo>
                  <a:close/>
                </a:path>
              </a:pathLst>
            </a:custGeom>
            <a:solidFill>
              <a:srgbClr val="003284"/>
            </a:solidFill>
          </p:spPr>
        </p:sp>
      </p:grpSp>
      <p:grpSp>
        <p:nvGrpSpPr>
          <p:cNvPr name="Group 127" id="127"/>
          <p:cNvGrpSpPr/>
          <p:nvPr/>
        </p:nvGrpSpPr>
        <p:grpSpPr>
          <a:xfrm rot="0">
            <a:off x="14983610" y="6720414"/>
            <a:ext cx="253704" cy="26272"/>
            <a:chOff x="0" y="0"/>
            <a:chExt cx="338272" cy="35029"/>
          </a:xfrm>
        </p:grpSpPr>
        <p:sp>
          <p:nvSpPr>
            <p:cNvPr name="Freeform 128" id="128"/>
            <p:cNvSpPr/>
            <p:nvPr/>
          </p:nvSpPr>
          <p:spPr>
            <a:xfrm flipH="false" flipV="false" rot="0">
              <a:off x="0" y="0"/>
              <a:ext cx="338201" cy="34925"/>
            </a:xfrm>
            <a:custGeom>
              <a:avLst/>
              <a:gdLst/>
              <a:ahLst/>
              <a:cxnLst/>
              <a:rect r="r" b="b" t="t" l="l"/>
              <a:pathLst>
                <a:path h="34925" w="338201">
                  <a:moveTo>
                    <a:pt x="28067" y="0"/>
                  </a:moveTo>
                  <a:cubicBezTo>
                    <a:pt x="11684" y="0"/>
                    <a:pt x="0" y="11684"/>
                    <a:pt x="0" y="27940"/>
                  </a:cubicBezTo>
                  <a:lnTo>
                    <a:pt x="0" y="34925"/>
                  </a:lnTo>
                  <a:cubicBezTo>
                    <a:pt x="0" y="18669"/>
                    <a:pt x="11684" y="4699"/>
                    <a:pt x="28067" y="4699"/>
                  </a:cubicBezTo>
                  <a:lnTo>
                    <a:pt x="307975" y="4699"/>
                  </a:lnTo>
                  <a:cubicBezTo>
                    <a:pt x="324231" y="4699"/>
                    <a:pt x="338201" y="18669"/>
                    <a:pt x="338201" y="34925"/>
                  </a:cubicBezTo>
                  <a:lnTo>
                    <a:pt x="338201" y="27940"/>
                  </a:lnTo>
                  <a:cubicBezTo>
                    <a:pt x="338201" y="11684"/>
                    <a:pt x="324231" y="0"/>
                    <a:pt x="307975" y="0"/>
                  </a:cubicBezTo>
                  <a:close/>
                </a:path>
              </a:pathLst>
            </a:custGeom>
            <a:solidFill>
              <a:srgbClr val="003284"/>
            </a:solidFill>
          </p:spPr>
        </p:sp>
      </p:grpSp>
      <p:grpSp>
        <p:nvGrpSpPr>
          <p:cNvPr name="Group 129" id="129"/>
          <p:cNvGrpSpPr/>
          <p:nvPr/>
        </p:nvGrpSpPr>
        <p:grpSpPr>
          <a:xfrm rot="0">
            <a:off x="14983610" y="7031750"/>
            <a:ext cx="253704" cy="26324"/>
            <a:chOff x="0" y="0"/>
            <a:chExt cx="338272" cy="35099"/>
          </a:xfrm>
        </p:grpSpPr>
        <p:sp>
          <p:nvSpPr>
            <p:cNvPr name="Freeform 130" id="130"/>
            <p:cNvSpPr/>
            <p:nvPr/>
          </p:nvSpPr>
          <p:spPr>
            <a:xfrm flipH="false" flipV="false" rot="0">
              <a:off x="0" y="127"/>
              <a:ext cx="338201" cy="34925"/>
            </a:xfrm>
            <a:custGeom>
              <a:avLst/>
              <a:gdLst/>
              <a:ahLst/>
              <a:cxnLst/>
              <a:rect r="r" b="b" t="t" l="l"/>
              <a:pathLst>
                <a:path h="34925" w="338201">
                  <a:moveTo>
                    <a:pt x="28067" y="0"/>
                  </a:moveTo>
                  <a:cubicBezTo>
                    <a:pt x="11684" y="0"/>
                    <a:pt x="0" y="11557"/>
                    <a:pt x="0" y="27940"/>
                  </a:cubicBezTo>
                  <a:lnTo>
                    <a:pt x="0" y="34925"/>
                  </a:lnTo>
                  <a:cubicBezTo>
                    <a:pt x="0" y="18669"/>
                    <a:pt x="11684" y="4572"/>
                    <a:pt x="28067" y="4572"/>
                  </a:cubicBezTo>
                  <a:lnTo>
                    <a:pt x="307975" y="4572"/>
                  </a:lnTo>
                  <a:cubicBezTo>
                    <a:pt x="324231" y="4572"/>
                    <a:pt x="338201" y="18669"/>
                    <a:pt x="338201" y="34925"/>
                  </a:cubicBezTo>
                  <a:lnTo>
                    <a:pt x="338201" y="27940"/>
                  </a:lnTo>
                  <a:cubicBezTo>
                    <a:pt x="338201" y="11684"/>
                    <a:pt x="324231" y="0"/>
                    <a:pt x="307975" y="0"/>
                  </a:cubicBezTo>
                  <a:close/>
                </a:path>
              </a:pathLst>
            </a:custGeom>
            <a:solidFill>
              <a:srgbClr val="003284"/>
            </a:solidFill>
          </p:spPr>
        </p:sp>
      </p:grpSp>
      <p:grpSp>
        <p:nvGrpSpPr>
          <p:cNvPr name="Group 131" id="131"/>
          <p:cNvGrpSpPr/>
          <p:nvPr/>
        </p:nvGrpSpPr>
        <p:grpSpPr>
          <a:xfrm rot="0">
            <a:off x="14983610" y="6122128"/>
            <a:ext cx="253704" cy="26324"/>
            <a:chOff x="0" y="0"/>
            <a:chExt cx="338272" cy="35099"/>
          </a:xfrm>
        </p:grpSpPr>
        <p:sp>
          <p:nvSpPr>
            <p:cNvPr name="Freeform 132" id="132"/>
            <p:cNvSpPr/>
            <p:nvPr/>
          </p:nvSpPr>
          <p:spPr>
            <a:xfrm flipH="false" flipV="false" rot="0">
              <a:off x="0" y="0"/>
              <a:ext cx="338201" cy="35052"/>
            </a:xfrm>
            <a:custGeom>
              <a:avLst/>
              <a:gdLst/>
              <a:ahLst/>
              <a:cxnLst/>
              <a:rect r="r" b="b" t="t" l="l"/>
              <a:pathLst>
                <a:path h="35052" w="338201">
                  <a:moveTo>
                    <a:pt x="28067" y="127"/>
                  </a:moveTo>
                  <a:cubicBezTo>
                    <a:pt x="11684" y="127"/>
                    <a:pt x="0" y="14097"/>
                    <a:pt x="0" y="30353"/>
                  </a:cubicBezTo>
                  <a:lnTo>
                    <a:pt x="0" y="34925"/>
                  </a:lnTo>
                  <a:cubicBezTo>
                    <a:pt x="0" y="18796"/>
                    <a:pt x="11684" y="7112"/>
                    <a:pt x="28067" y="7112"/>
                  </a:cubicBezTo>
                  <a:lnTo>
                    <a:pt x="307975" y="7112"/>
                  </a:lnTo>
                  <a:cubicBezTo>
                    <a:pt x="324231" y="7112"/>
                    <a:pt x="338201" y="18796"/>
                    <a:pt x="338201" y="35052"/>
                  </a:cubicBezTo>
                  <a:lnTo>
                    <a:pt x="338201" y="30353"/>
                  </a:lnTo>
                  <a:cubicBezTo>
                    <a:pt x="338201" y="13970"/>
                    <a:pt x="324231" y="0"/>
                    <a:pt x="307975" y="0"/>
                  </a:cubicBezTo>
                  <a:close/>
                </a:path>
              </a:pathLst>
            </a:custGeom>
            <a:solidFill>
              <a:srgbClr val="003284"/>
            </a:solidFill>
          </p:spPr>
        </p:sp>
      </p:grpSp>
      <p:grpSp>
        <p:nvGrpSpPr>
          <p:cNvPr name="Group 133" id="133"/>
          <p:cNvGrpSpPr/>
          <p:nvPr/>
        </p:nvGrpSpPr>
        <p:grpSpPr>
          <a:xfrm rot="0">
            <a:off x="14983610" y="6409026"/>
            <a:ext cx="253704" cy="26272"/>
            <a:chOff x="0" y="0"/>
            <a:chExt cx="338272" cy="35029"/>
          </a:xfrm>
        </p:grpSpPr>
        <p:sp>
          <p:nvSpPr>
            <p:cNvPr name="Freeform 134" id="134"/>
            <p:cNvSpPr/>
            <p:nvPr/>
          </p:nvSpPr>
          <p:spPr>
            <a:xfrm flipH="false" flipV="false" rot="0">
              <a:off x="0" y="127"/>
              <a:ext cx="338201" cy="34925"/>
            </a:xfrm>
            <a:custGeom>
              <a:avLst/>
              <a:gdLst/>
              <a:ahLst/>
              <a:cxnLst/>
              <a:rect r="r" b="b" t="t" l="l"/>
              <a:pathLst>
                <a:path h="34925" w="338201">
                  <a:moveTo>
                    <a:pt x="28067" y="0"/>
                  </a:moveTo>
                  <a:cubicBezTo>
                    <a:pt x="11684" y="0"/>
                    <a:pt x="0" y="11557"/>
                    <a:pt x="0" y="27940"/>
                  </a:cubicBezTo>
                  <a:lnTo>
                    <a:pt x="0" y="34925"/>
                  </a:lnTo>
                  <a:cubicBezTo>
                    <a:pt x="0" y="18542"/>
                    <a:pt x="11684" y="4572"/>
                    <a:pt x="28067" y="4572"/>
                  </a:cubicBezTo>
                  <a:lnTo>
                    <a:pt x="307975" y="4572"/>
                  </a:lnTo>
                  <a:cubicBezTo>
                    <a:pt x="324231" y="4572"/>
                    <a:pt x="338201" y="18542"/>
                    <a:pt x="338201" y="34925"/>
                  </a:cubicBezTo>
                  <a:lnTo>
                    <a:pt x="338201" y="27940"/>
                  </a:lnTo>
                  <a:cubicBezTo>
                    <a:pt x="338201" y="11557"/>
                    <a:pt x="324231" y="0"/>
                    <a:pt x="307975" y="0"/>
                  </a:cubicBezTo>
                  <a:close/>
                </a:path>
              </a:pathLst>
            </a:custGeom>
            <a:solidFill>
              <a:srgbClr val="003284"/>
            </a:solidFill>
          </p:spPr>
        </p:sp>
      </p:grpSp>
      <p:grpSp>
        <p:nvGrpSpPr>
          <p:cNvPr name="Group 135" id="135"/>
          <p:cNvGrpSpPr/>
          <p:nvPr/>
        </p:nvGrpSpPr>
        <p:grpSpPr>
          <a:xfrm rot="0">
            <a:off x="16325282" y="5544922"/>
            <a:ext cx="223972" cy="229162"/>
            <a:chOff x="0" y="0"/>
            <a:chExt cx="298629" cy="305549"/>
          </a:xfrm>
        </p:grpSpPr>
        <p:sp>
          <p:nvSpPr>
            <p:cNvPr name="Freeform 136" id="136"/>
            <p:cNvSpPr/>
            <p:nvPr/>
          </p:nvSpPr>
          <p:spPr>
            <a:xfrm flipH="false" flipV="false" rot="0">
              <a:off x="0" y="0"/>
              <a:ext cx="298450" cy="305562"/>
            </a:xfrm>
            <a:custGeom>
              <a:avLst/>
              <a:gdLst/>
              <a:ahLst/>
              <a:cxnLst/>
              <a:rect r="r" b="b" t="t" l="l"/>
              <a:pathLst>
                <a:path h="305562" w="298450">
                  <a:moveTo>
                    <a:pt x="149225" y="0"/>
                  </a:moveTo>
                  <a:cubicBezTo>
                    <a:pt x="67691" y="0"/>
                    <a:pt x="0" y="67564"/>
                    <a:pt x="0" y="151638"/>
                  </a:cubicBezTo>
                  <a:cubicBezTo>
                    <a:pt x="0" y="237998"/>
                    <a:pt x="67691" y="305562"/>
                    <a:pt x="149225" y="305562"/>
                  </a:cubicBezTo>
                  <a:cubicBezTo>
                    <a:pt x="233172" y="305562"/>
                    <a:pt x="298450" y="237998"/>
                    <a:pt x="298450" y="151638"/>
                  </a:cubicBezTo>
                  <a:cubicBezTo>
                    <a:pt x="298577" y="67564"/>
                    <a:pt x="233299" y="0"/>
                    <a:pt x="149225" y="0"/>
                  </a:cubicBezTo>
                  <a:close/>
                </a:path>
              </a:pathLst>
            </a:custGeom>
            <a:solidFill>
              <a:srgbClr val="E0F3FF"/>
            </a:solidFill>
          </p:spPr>
        </p:sp>
      </p:grpSp>
      <p:grpSp>
        <p:nvGrpSpPr>
          <p:cNvPr name="Group 137" id="137"/>
          <p:cNvGrpSpPr/>
          <p:nvPr/>
        </p:nvGrpSpPr>
        <p:grpSpPr>
          <a:xfrm rot="0">
            <a:off x="16325282" y="5544922"/>
            <a:ext cx="223972" cy="223918"/>
            <a:chOff x="0" y="0"/>
            <a:chExt cx="298629" cy="298557"/>
          </a:xfrm>
        </p:grpSpPr>
        <p:sp>
          <p:nvSpPr>
            <p:cNvPr name="Freeform 138" id="138"/>
            <p:cNvSpPr/>
            <p:nvPr/>
          </p:nvSpPr>
          <p:spPr>
            <a:xfrm flipH="false" flipV="false" rot="0">
              <a:off x="0" y="0"/>
              <a:ext cx="298450" cy="298450"/>
            </a:xfrm>
            <a:custGeom>
              <a:avLst/>
              <a:gdLst/>
              <a:ahLst/>
              <a:cxnLst/>
              <a:rect r="r" b="b" t="t" l="l"/>
              <a:pathLst>
                <a:path h="298450" w="298450">
                  <a:moveTo>
                    <a:pt x="149225" y="0"/>
                  </a:moveTo>
                  <a:cubicBezTo>
                    <a:pt x="67691" y="0"/>
                    <a:pt x="0" y="65278"/>
                    <a:pt x="0" y="149225"/>
                  </a:cubicBezTo>
                  <a:cubicBezTo>
                    <a:pt x="0" y="230759"/>
                    <a:pt x="67691" y="298450"/>
                    <a:pt x="149225" y="298450"/>
                  </a:cubicBezTo>
                  <a:cubicBezTo>
                    <a:pt x="233172" y="298450"/>
                    <a:pt x="298450" y="230759"/>
                    <a:pt x="298450" y="149225"/>
                  </a:cubicBezTo>
                  <a:cubicBezTo>
                    <a:pt x="298577" y="65278"/>
                    <a:pt x="233299" y="0"/>
                    <a:pt x="149225" y="0"/>
                  </a:cubicBezTo>
                  <a:close/>
                </a:path>
              </a:pathLst>
            </a:custGeom>
            <a:solidFill>
              <a:srgbClr val="B6BAD7"/>
            </a:solidFill>
          </p:spPr>
        </p:sp>
      </p:grpSp>
      <p:grpSp>
        <p:nvGrpSpPr>
          <p:cNvPr name="Group 139" id="139"/>
          <p:cNvGrpSpPr/>
          <p:nvPr/>
        </p:nvGrpSpPr>
        <p:grpSpPr>
          <a:xfrm rot="0">
            <a:off x="16346258" y="5564168"/>
            <a:ext cx="183750" cy="185428"/>
            <a:chOff x="0" y="0"/>
            <a:chExt cx="245000" cy="247237"/>
          </a:xfrm>
        </p:grpSpPr>
        <p:sp>
          <p:nvSpPr>
            <p:cNvPr name="Freeform 140" id="140"/>
            <p:cNvSpPr/>
            <p:nvPr/>
          </p:nvSpPr>
          <p:spPr>
            <a:xfrm flipH="false" flipV="false" rot="0">
              <a:off x="127" y="0"/>
              <a:ext cx="244856" cy="247142"/>
            </a:xfrm>
            <a:custGeom>
              <a:avLst/>
              <a:gdLst/>
              <a:ahLst/>
              <a:cxnLst/>
              <a:rect r="r" b="b" t="t" l="l"/>
              <a:pathLst>
                <a:path h="247142" w="244856">
                  <a:moveTo>
                    <a:pt x="121158" y="0"/>
                  </a:moveTo>
                  <a:cubicBezTo>
                    <a:pt x="53594" y="0"/>
                    <a:pt x="0" y="56007"/>
                    <a:pt x="0" y="123571"/>
                  </a:cubicBezTo>
                  <a:cubicBezTo>
                    <a:pt x="0" y="191135"/>
                    <a:pt x="53594" y="247142"/>
                    <a:pt x="121285" y="247142"/>
                  </a:cubicBezTo>
                  <a:cubicBezTo>
                    <a:pt x="188976" y="247142"/>
                    <a:pt x="244856" y="191135"/>
                    <a:pt x="244856" y="123571"/>
                  </a:cubicBezTo>
                  <a:cubicBezTo>
                    <a:pt x="244856" y="56007"/>
                    <a:pt x="188849" y="0"/>
                    <a:pt x="121158" y="0"/>
                  </a:cubicBezTo>
                  <a:close/>
                </a:path>
              </a:pathLst>
            </a:custGeom>
            <a:solidFill>
              <a:srgbClr val="D0DDFF"/>
            </a:solidFill>
          </p:spPr>
        </p:sp>
      </p:grpSp>
      <p:grpSp>
        <p:nvGrpSpPr>
          <p:cNvPr name="Group 141" id="141"/>
          <p:cNvGrpSpPr/>
          <p:nvPr/>
        </p:nvGrpSpPr>
        <p:grpSpPr>
          <a:xfrm rot="0">
            <a:off x="16346258" y="5655098"/>
            <a:ext cx="183750" cy="94496"/>
            <a:chOff x="0" y="0"/>
            <a:chExt cx="245000" cy="125995"/>
          </a:xfrm>
        </p:grpSpPr>
        <p:sp>
          <p:nvSpPr>
            <p:cNvPr name="Freeform 142" id="142"/>
            <p:cNvSpPr/>
            <p:nvPr/>
          </p:nvSpPr>
          <p:spPr>
            <a:xfrm flipH="false" flipV="false" rot="0">
              <a:off x="127" y="127"/>
              <a:ext cx="244856" cy="125857"/>
            </a:xfrm>
            <a:custGeom>
              <a:avLst/>
              <a:gdLst/>
              <a:ahLst/>
              <a:cxnLst/>
              <a:rect r="r" b="b" t="t" l="l"/>
              <a:pathLst>
                <a:path h="125857" w="244856">
                  <a:moveTo>
                    <a:pt x="0" y="0"/>
                  </a:moveTo>
                  <a:cubicBezTo>
                    <a:pt x="0" y="0"/>
                    <a:pt x="0" y="2286"/>
                    <a:pt x="0" y="2286"/>
                  </a:cubicBezTo>
                  <a:cubicBezTo>
                    <a:pt x="0" y="69850"/>
                    <a:pt x="53594" y="125857"/>
                    <a:pt x="121285" y="125857"/>
                  </a:cubicBezTo>
                  <a:cubicBezTo>
                    <a:pt x="188976" y="125857"/>
                    <a:pt x="244856" y="69850"/>
                    <a:pt x="244856" y="2286"/>
                  </a:cubicBezTo>
                  <a:cubicBezTo>
                    <a:pt x="244856" y="2286"/>
                    <a:pt x="244856" y="2286"/>
                    <a:pt x="244856" y="0"/>
                  </a:cubicBezTo>
                  <a:cubicBezTo>
                    <a:pt x="244856" y="67564"/>
                    <a:pt x="188976" y="121285"/>
                    <a:pt x="121285" y="121285"/>
                  </a:cubicBezTo>
                  <a:cubicBezTo>
                    <a:pt x="53594" y="121285"/>
                    <a:pt x="0" y="67564"/>
                    <a:pt x="0" y="0"/>
                  </a:cubicBezTo>
                  <a:close/>
                </a:path>
              </a:pathLst>
            </a:custGeom>
            <a:solidFill>
              <a:srgbClr val="E0F3FF"/>
            </a:solidFill>
          </p:spPr>
        </p:sp>
      </p:grpSp>
      <p:grpSp>
        <p:nvGrpSpPr>
          <p:cNvPr name="Group 143" id="143"/>
          <p:cNvGrpSpPr/>
          <p:nvPr/>
        </p:nvGrpSpPr>
        <p:grpSpPr>
          <a:xfrm rot="0">
            <a:off x="11292294" y="5403342"/>
            <a:ext cx="137832" cy="63150"/>
            <a:chOff x="0" y="0"/>
            <a:chExt cx="183776" cy="84200"/>
          </a:xfrm>
        </p:grpSpPr>
        <p:sp>
          <p:nvSpPr>
            <p:cNvPr name="Freeform 144" id="144"/>
            <p:cNvSpPr/>
            <p:nvPr/>
          </p:nvSpPr>
          <p:spPr>
            <a:xfrm flipH="false" flipV="false" rot="0">
              <a:off x="8056" y="127"/>
              <a:ext cx="175713" cy="84074"/>
            </a:xfrm>
            <a:custGeom>
              <a:avLst/>
              <a:gdLst/>
              <a:ahLst/>
              <a:cxnLst/>
              <a:rect r="r" b="b" t="t" l="l"/>
              <a:pathLst>
                <a:path h="84074" w="175713">
                  <a:moveTo>
                    <a:pt x="2104" y="73025"/>
                  </a:moveTo>
                  <a:cubicBezTo>
                    <a:pt x="2612" y="76581"/>
                    <a:pt x="3501" y="80391"/>
                    <a:pt x="4644" y="84074"/>
                  </a:cubicBezTo>
                  <a:cubicBezTo>
                    <a:pt x="4644" y="81280"/>
                    <a:pt x="4644" y="81280"/>
                    <a:pt x="4644" y="81280"/>
                  </a:cubicBezTo>
                  <a:cubicBezTo>
                    <a:pt x="3628" y="78486"/>
                    <a:pt x="2739" y="75692"/>
                    <a:pt x="2104" y="73025"/>
                  </a:cubicBezTo>
                  <a:close/>
                  <a:moveTo>
                    <a:pt x="64461" y="0"/>
                  </a:moveTo>
                  <a:cubicBezTo>
                    <a:pt x="18741" y="0"/>
                    <a:pt x="-7929" y="33147"/>
                    <a:pt x="2104" y="73025"/>
                  </a:cubicBezTo>
                  <a:cubicBezTo>
                    <a:pt x="-4119" y="34798"/>
                    <a:pt x="22297" y="5334"/>
                    <a:pt x="64461" y="5334"/>
                  </a:cubicBezTo>
                  <a:cubicBezTo>
                    <a:pt x="113229" y="5334"/>
                    <a:pt x="162124" y="40640"/>
                    <a:pt x="175713" y="84074"/>
                  </a:cubicBezTo>
                  <a:cubicBezTo>
                    <a:pt x="175713" y="81280"/>
                    <a:pt x="175713" y="81280"/>
                    <a:pt x="175713" y="81280"/>
                  </a:cubicBezTo>
                  <a:cubicBezTo>
                    <a:pt x="161997" y="37973"/>
                    <a:pt x="110562" y="0"/>
                    <a:pt x="64461" y="0"/>
                  </a:cubicBezTo>
                  <a:close/>
                </a:path>
              </a:pathLst>
            </a:custGeom>
            <a:solidFill>
              <a:srgbClr val="FFFF4E"/>
            </a:solidFill>
          </p:spPr>
        </p:sp>
      </p:grpSp>
      <p:grpSp>
        <p:nvGrpSpPr>
          <p:cNvPr name="Group 145" id="145"/>
          <p:cNvGrpSpPr/>
          <p:nvPr/>
        </p:nvGrpSpPr>
        <p:grpSpPr>
          <a:xfrm rot="0">
            <a:off x="11528410" y="5403342"/>
            <a:ext cx="137772" cy="63150"/>
            <a:chOff x="0" y="0"/>
            <a:chExt cx="183696" cy="84200"/>
          </a:xfrm>
        </p:grpSpPr>
        <p:sp>
          <p:nvSpPr>
            <p:cNvPr name="Freeform 146" id="146"/>
            <p:cNvSpPr/>
            <p:nvPr/>
          </p:nvSpPr>
          <p:spPr>
            <a:xfrm flipH="false" flipV="false" rot="0">
              <a:off x="7929" y="127"/>
              <a:ext cx="175713" cy="84074"/>
            </a:xfrm>
            <a:custGeom>
              <a:avLst/>
              <a:gdLst/>
              <a:ahLst/>
              <a:cxnLst/>
              <a:rect r="r" b="b" t="t" l="l"/>
              <a:pathLst>
                <a:path h="84074" w="175713">
                  <a:moveTo>
                    <a:pt x="2104" y="73025"/>
                  </a:moveTo>
                  <a:cubicBezTo>
                    <a:pt x="2612" y="76581"/>
                    <a:pt x="3628" y="80391"/>
                    <a:pt x="4644" y="84074"/>
                  </a:cubicBezTo>
                  <a:cubicBezTo>
                    <a:pt x="4644" y="81280"/>
                    <a:pt x="4644" y="81280"/>
                    <a:pt x="4644" y="81280"/>
                  </a:cubicBezTo>
                  <a:cubicBezTo>
                    <a:pt x="3628" y="78486"/>
                    <a:pt x="2739" y="75692"/>
                    <a:pt x="2104" y="73025"/>
                  </a:cubicBezTo>
                  <a:close/>
                  <a:moveTo>
                    <a:pt x="64461" y="0"/>
                  </a:moveTo>
                  <a:cubicBezTo>
                    <a:pt x="18741" y="0"/>
                    <a:pt x="-7929" y="33147"/>
                    <a:pt x="2104" y="73025"/>
                  </a:cubicBezTo>
                  <a:cubicBezTo>
                    <a:pt x="-3992" y="34798"/>
                    <a:pt x="22297" y="5334"/>
                    <a:pt x="64461" y="5334"/>
                  </a:cubicBezTo>
                  <a:cubicBezTo>
                    <a:pt x="113229" y="5334"/>
                    <a:pt x="162124" y="40640"/>
                    <a:pt x="175713" y="84074"/>
                  </a:cubicBezTo>
                  <a:cubicBezTo>
                    <a:pt x="175713" y="81280"/>
                    <a:pt x="175713" y="81280"/>
                    <a:pt x="175713" y="81280"/>
                  </a:cubicBezTo>
                  <a:cubicBezTo>
                    <a:pt x="162124" y="37973"/>
                    <a:pt x="110562" y="0"/>
                    <a:pt x="64461" y="0"/>
                  </a:cubicBezTo>
                  <a:close/>
                </a:path>
              </a:pathLst>
            </a:custGeom>
            <a:solidFill>
              <a:srgbClr val="FF528A"/>
            </a:solidFill>
          </p:spPr>
        </p:sp>
      </p:grpSp>
      <p:grpSp>
        <p:nvGrpSpPr>
          <p:cNvPr name="Group 147" id="147"/>
          <p:cNvGrpSpPr/>
          <p:nvPr/>
        </p:nvGrpSpPr>
        <p:grpSpPr>
          <a:xfrm rot="0">
            <a:off x="11764464" y="5403342"/>
            <a:ext cx="137832" cy="63150"/>
            <a:chOff x="0" y="0"/>
            <a:chExt cx="183776" cy="84200"/>
          </a:xfrm>
        </p:grpSpPr>
        <p:sp>
          <p:nvSpPr>
            <p:cNvPr name="Freeform 148" id="148"/>
            <p:cNvSpPr/>
            <p:nvPr/>
          </p:nvSpPr>
          <p:spPr>
            <a:xfrm flipH="false" flipV="false" rot="0">
              <a:off x="7975" y="127"/>
              <a:ext cx="175667" cy="84074"/>
            </a:xfrm>
            <a:custGeom>
              <a:avLst/>
              <a:gdLst/>
              <a:ahLst/>
              <a:cxnLst/>
              <a:rect r="r" b="b" t="t" l="l"/>
              <a:pathLst>
                <a:path h="84074" w="175667">
                  <a:moveTo>
                    <a:pt x="2058" y="73025"/>
                  </a:moveTo>
                  <a:cubicBezTo>
                    <a:pt x="2566" y="76581"/>
                    <a:pt x="3582" y="80391"/>
                    <a:pt x="4725" y="84074"/>
                  </a:cubicBezTo>
                  <a:cubicBezTo>
                    <a:pt x="4725" y="81280"/>
                    <a:pt x="4725" y="81280"/>
                    <a:pt x="4725" y="81280"/>
                  </a:cubicBezTo>
                  <a:cubicBezTo>
                    <a:pt x="3709" y="78486"/>
                    <a:pt x="2820" y="75692"/>
                    <a:pt x="2058" y="73025"/>
                  </a:cubicBezTo>
                  <a:close/>
                  <a:moveTo>
                    <a:pt x="64415" y="0"/>
                  </a:moveTo>
                  <a:cubicBezTo>
                    <a:pt x="18822" y="0"/>
                    <a:pt x="-7848" y="33147"/>
                    <a:pt x="2058" y="73025"/>
                  </a:cubicBezTo>
                  <a:cubicBezTo>
                    <a:pt x="-4038" y="34798"/>
                    <a:pt x="22251" y="5334"/>
                    <a:pt x="64415" y="5334"/>
                  </a:cubicBezTo>
                  <a:cubicBezTo>
                    <a:pt x="113310" y="5334"/>
                    <a:pt x="162078" y="40640"/>
                    <a:pt x="175667" y="84074"/>
                  </a:cubicBezTo>
                  <a:cubicBezTo>
                    <a:pt x="175667" y="81280"/>
                    <a:pt x="175667" y="81280"/>
                    <a:pt x="175667" y="81280"/>
                  </a:cubicBezTo>
                  <a:cubicBezTo>
                    <a:pt x="162078" y="37973"/>
                    <a:pt x="113310" y="0"/>
                    <a:pt x="64415" y="0"/>
                  </a:cubicBezTo>
                  <a:close/>
                </a:path>
              </a:pathLst>
            </a:custGeom>
            <a:solidFill>
              <a:srgbClr val="45FFC6"/>
            </a:solidFill>
          </p:spPr>
        </p:sp>
      </p:grpSp>
      <p:grpSp>
        <p:nvGrpSpPr>
          <p:cNvPr name="Group 149" id="149"/>
          <p:cNvGrpSpPr/>
          <p:nvPr/>
        </p:nvGrpSpPr>
        <p:grpSpPr>
          <a:xfrm rot="0">
            <a:off x="14317152" y="4654546"/>
            <a:ext cx="52" cy="104984"/>
            <a:chOff x="0" y="0"/>
            <a:chExt cx="69" cy="139979"/>
          </a:xfrm>
        </p:grpSpPr>
        <p:sp>
          <p:nvSpPr>
            <p:cNvPr name="Freeform 150" id="150"/>
            <p:cNvSpPr/>
            <p:nvPr/>
          </p:nvSpPr>
          <p:spPr>
            <a:xfrm flipH="false" flipV="false" rot="0">
              <a:off x="0" y="0"/>
              <a:ext cx="0" cy="139954"/>
            </a:xfrm>
            <a:custGeom>
              <a:avLst/>
              <a:gdLst/>
              <a:ahLst/>
              <a:cxnLst/>
              <a:rect r="r" b="b" t="t" l="l"/>
              <a:pathLst>
                <a:path h="139954" w="0">
                  <a:moveTo>
                    <a:pt x="0" y="139954"/>
                  </a:moveTo>
                  <a:lnTo>
                    <a:pt x="0" y="0"/>
                  </a:lnTo>
                </a:path>
              </a:pathLst>
            </a:custGeom>
            <a:solidFill>
              <a:srgbClr val="1FFFC6"/>
            </a:solidFill>
          </p:spPr>
        </p:sp>
      </p:grpSp>
      <p:grpSp>
        <p:nvGrpSpPr>
          <p:cNvPr name="Group 151" id="151"/>
          <p:cNvGrpSpPr/>
          <p:nvPr/>
        </p:nvGrpSpPr>
        <p:grpSpPr>
          <a:xfrm rot="0">
            <a:off x="15615090" y="4669090"/>
            <a:ext cx="215214" cy="64816"/>
            <a:chOff x="0" y="0"/>
            <a:chExt cx="286952" cy="86421"/>
          </a:xfrm>
        </p:grpSpPr>
        <p:sp>
          <p:nvSpPr>
            <p:cNvPr name="Freeform 152" id="152"/>
            <p:cNvSpPr/>
            <p:nvPr/>
          </p:nvSpPr>
          <p:spPr>
            <a:xfrm flipH="false" flipV="false" rot="0">
              <a:off x="0" y="127"/>
              <a:ext cx="286766" cy="86233"/>
            </a:xfrm>
            <a:custGeom>
              <a:avLst/>
              <a:gdLst/>
              <a:ahLst/>
              <a:cxnLst/>
              <a:rect r="r" b="b" t="t" l="l"/>
              <a:pathLst>
                <a:path h="86233" w="286766">
                  <a:moveTo>
                    <a:pt x="44323" y="0"/>
                  </a:moveTo>
                  <a:cubicBezTo>
                    <a:pt x="21082" y="0"/>
                    <a:pt x="0" y="18669"/>
                    <a:pt x="0" y="41910"/>
                  </a:cubicBezTo>
                  <a:cubicBezTo>
                    <a:pt x="0" y="67564"/>
                    <a:pt x="21082" y="86233"/>
                    <a:pt x="44323" y="86233"/>
                  </a:cubicBezTo>
                  <a:lnTo>
                    <a:pt x="242570" y="86233"/>
                  </a:lnTo>
                  <a:cubicBezTo>
                    <a:pt x="265811" y="86233"/>
                    <a:pt x="286766" y="67564"/>
                    <a:pt x="286766" y="41910"/>
                  </a:cubicBezTo>
                  <a:cubicBezTo>
                    <a:pt x="286766" y="18669"/>
                    <a:pt x="265811" y="0"/>
                    <a:pt x="242570" y="0"/>
                  </a:cubicBezTo>
                  <a:close/>
                </a:path>
              </a:pathLst>
            </a:custGeom>
            <a:solidFill>
              <a:srgbClr val="FF3EDD"/>
            </a:solidFill>
          </p:spPr>
        </p:sp>
      </p:grpSp>
      <p:grpSp>
        <p:nvGrpSpPr>
          <p:cNvPr name="Group 153" id="153"/>
          <p:cNvGrpSpPr/>
          <p:nvPr/>
        </p:nvGrpSpPr>
        <p:grpSpPr>
          <a:xfrm rot="0">
            <a:off x="15870472" y="4669090"/>
            <a:ext cx="215214" cy="64816"/>
            <a:chOff x="0" y="0"/>
            <a:chExt cx="286952" cy="86421"/>
          </a:xfrm>
        </p:grpSpPr>
        <p:sp>
          <p:nvSpPr>
            <p:cNvPr name="Freeform 154" id="154"/>
            <p:cNvSpPr/>
            <p:nvPr/>
          </p:nvSpPr>
          <p:spPr>
            <a:xfrm flipH="false" flipV="false" rot="0">
              <a:off x="127" y="127"/>
              <a:ext cx="286639" cy="86233"/>
            </a:xfrm>
            <a:custGeom>
              <a:avLst/>
              <a:gdLst/>
              <a:ahLst/>
              <a:cxnLst/>
              <a:rect r="r" b="b" t="t" l="l"/>
              <a:pathLst>
                <a:path h="86233" w="286639">
                  <a:moveTo>
                    <a:pt x="44196" y="0"/>
                  </a:moveTo>
                  <a:cubicBezTo>
                    <a:pt x="20955" y="0"/>
                    <a:pt x="0" y="18669"/>
                    <a:pt x="0" y="41910"/>
                  </a:cubicBezTo>
                  <a:cubicBezTo>
                    <a:pt x="0" y="67564"/>
                    <a:pt x="20955" y="86233"/>
                    <a:pt x="44196" y="86233"/>
                  </a:cubicBezTo>
                  <a:lnTo>
                    <a:pt x="242443" y="86233"/>
                  </a:lnTo>
                  <a:cubicBezTo>
                    <a:pt x="265684" y="86233"/>
                    <a:pt x="286639" y="67564"/>
                    <a:pt x="286639" y="41910"/>
                  </a:cubicBezTo>
                  <a:cubicBezTo>
                    <a:pt x="286639" y="18669"/>
                    <a:pt x="265684" y="0"/>
                    <a:pt x="242443" y="0"/>
                  </a:cubicBezTo>
                  <a:close/>
                </a:path>
              </a:pathLst>
            </a:custGeom>
            <a:solidFill>
              <a:srgbClr val="FF3EDD"/>
            </a:solidFill>
          </p:spPr>
        </p:sp>
      </p:grpSp>
      <p:grpSp>
        <p:nvGrpSpPr>
          <p:cNvPr name="Group 155" id="155"/>
          <p:cNvGrpSpPr/>
          <p:nvPr/>
        </p:nvGrpSpPr>
        <p:grpSpPr>
          <a:xfrm rot="0">
            <a:off x="15293214" y="5046920"/>
            <a:ext cx="1394222" cy="64816"/>
            <a:chOff x="0" y="0"/>
            <a:chExt cx="1858963" cy="86421"/>
          </a:xfrm>
        </p:grpSpPr>
        <p:sp>
          <p:nvSpPr>
            <p:cNvPr name="Freeform 156" id="156"/>
            <p:cNvSpPr/>
            <p:nvPr/>
          </p:nvSpPr>
          <p:spPr>
            <a:xfrm flipH="false" flipV="false" rot="0">
              <a:off x="127" y="127"/>
              <a:ext cx="1858645" cy="86233"/>
            </a:xfrm>
            <a:custGeom>
              <a:avLst/>
              <a:gdLst/>
              <a:ahLst/>
              <a:cxnLst/>
              <a:rect r="r" b="b" t="t" l="l"/>
              <a:pathLst>
                <a:path h="86233" w="1858645">
                  <a:moveTo>
                    <a:pt x="44196" y="0"/>
                  </a:moveTo>
                  <a:cubicBezTo>
                    <a:pt x="20955" y="0"/>
                    <a:pt x="0" y="18669"/>
                    <a:pt x="0" y="41910"/>
                  </a:cubicBezTo>
                  <a:cubicBezTo>
                    <a:pt x="0" y="67564"/>
                    <a:pt x="20955" y="86233"/>
                    <a:pt x="44196" y="86233"/>
                  </a:cubicBezTo>
                  <a:lnTo>
                    <a:pt x="1814449" y="86233"/>
                  </a:lnTo>
                  <a:cubicBezTo>
                    <a:pt x="1837690" y="86233"/>
                    <a:pt x="1858645" y="67564"/>
                    <a:pt x="1858645" y="41910"/>
                  </a:cubicBezTo>
                  <a:cubicBezTo>
                    <a:pt x="1858645" y="18669"/>
                    <a:pt x="1837690" y="0"/>
                    <a:pt x="1814449" y="0"/>
                  </a:cubicBezTo>
                  <a:close/>
                </a:path>
              </a:pathLst>
            </a:custGeom>
            <a:solidFill>
              <a:srgbClr val="FFC400"/>
            </a:solidFill>
          </p:spPr>
        </p:sp>
      </p:grpSp>
      <p:grpSp>
        <p:nvGrpSpPr>
          <p:cNvPr name="Group 157" id="157"/>
          <p:cNvGrpSpPr/>
          <p:nvPr/>
        </p:nvGrpSpPr>
        <p:grpSpPr>
          <a:xfrm rot="0">
            <a:off x="16341014" y="5179908"/>
            <a:ext cx="272950" cy="66494"/>
            <a:chOff x="0" y="0"/>
            <a:chExt cx="363933" cy="88659"/>
          </a:xfrm>
        </p:grpSpPr>
        <p:sp>
          <p:nvSpPr>
            <p:cNvPr name="Freeform 158" id="158"/>
            <p:cNvSpPr/>
            <p:nvPr/>
          </p:nvSpPr>
          <p:spPr>
            <a:xfrm flipH="false" flipV="false" rot="0">
              <a:off x="127" y="0"/>
              <a:ext cx="363728" cy="88646"/>
            </a:xfrm>
            <a:custGeom>
              <a:avLst/>
              <a:gdLst/>
              <a:ahLst/>
              <a:cxnLst/>
              <a:rect r="r" b="b" t="t" l="l"/>
              <a:pathLst>
                <a:path h="88646" w="363728">
                  <a:moveTo>
                    <a:pt x="44196" y="0"/>
                  </a:moveTo>
                  <a:cubicBezTo>
                    <a:pt x="18542" y="0"/>
                    <a:pt x="0" y="20955"/>
                    <a:pt x="0" y="44323"/>
                  </a:cubicBezTo>
                  <a:cubicBezTo>
                    <a:pt x="0" y="69977"/>
                    <a:pt x="18542" y="88646"/>
                    <a:pt x="44196" y="88646"/>
                  </a:cubicBezTo>
                  <a:lnTo>
                    <a:pt x="319532" y="88646"/>
                  </a:lnTo>
                  <a:cubicBezTo>
                    <a:pt x="345186" y="88646"/>
                    <a:pt x="363728" y="69977"/>
                    <a:pt x="363728" y="44323"/>
                  </a:cubicBezTo>
                  <a:cubicBezTo>
                    <a:pt x="363728" y="20955"/>
                    <a:pt x="345059" y="0"/>
                    <a:pt x="319532" y="0"/>
                  </a:cubicBezTo>
                  <a:close/>
                </a:path>
              </a:pathLst>
            </a:custGeom>
            <a:solidFill>
              <a:srgbClr val="FFC400"/>
            </a:solidFill>
          </p:spPr>
        </p:sp>
      </p:grpSp>
      <p:grpSp>
        <p:nvGrpSpPr>
          <p:cNvPr name="Group 159" id="159"/>
          <p:cNvGrpSpPr/>
          <p:nvPr/>
        </p:nvGrpSpPr>
        <p:grpSpPr>
          <a:xfrm rot="0">
            <a:off x="16054168" y="5179908"/>
            <a:ext cx="246678" cy="66494"/>
            <a:chOff x="0" y="0"/>
            <a:chExt cx="328904" cy="88659"/>
          </a:xfrm>
        </p:grpSpPr>
        <p:sp>
          <p:nvSpPr>
            <p:cNvPr name="Freeform 160" id="160"/>
            <p:cNvSpPr/>
            <p:nvPr/>
          </p:nvSpPr>
          <p:spPr>
            <a:xfrm flipH="false" flipV="false" rot="0">
              <a:off x="0" y="0"/>
              <a:ext cx="328803" cy="88646"/>
            </a:xfrm>
            <a:custGeom>
              <a:avLst/>
              <a:gdLst/>
              <a:ahLst/>
              <a:cxnLst/>
              <a:rect r="r" b="b" t="t" l="l"/>
              <a:pathLst>
                <a:path h="88646" w="328803">
                  <a:moveTo>
                    <a:pt x="44323" y="0"/>
                  </a:moveTo>
                  <a:cubicBezTo>
                    <a:pt x="20955" y="0"/>
                    <a:pt x="0" y="20955"/>
                    <a:pt x="0" y="44323"/>
                  </a:cubicBezTo>
                  <a:cubicBezTo>
                    <a:pt x="0" y="69977"/>
                    <a:pt x="20955" y="88646"/>
                    <a:pt x="44323" y="88646"/>
                  </a:cubicBezTo>
                  <a:lnTo>
                    <a:pt x="284607" y="88646"/>
                  </a:lnTo>
                  <a:cubicBezTo>
                    <a:pt x="310261" y="88646"/>
                    <a:pt x="328803" y="69977"/>
                    <a:pt x="328803" y="44323"/>
                  </a:cubicBezTo>
                  <a:cubicBezTo>
                    <a:pt x="328803" y="20955"/>
                    <a:pt x="307848" y="0"/>
                    <a:pt x="284607" y="0"/>
                  </a:cubicBezTo>
                  <a:close/>
                </a:path>
              </a:pathLst>
            </a:custGeom>
            <a:solidFill>
              <a:srgbClr val="FFC400"/>
            </a:solidFill>
          </p:spPr>
        </p:sp>
      </p:grpSp>
      <p:grpSp>
        <p:nvGrpSpPr>
          <p:cNvPr name="Group 161" id="161"/>
          <p:cNvGrpSpPr/>
          <p:nvPr/>
        </p:nvGrpSpPr>
        <p:grpSpPr>
          <a:xfrm rot="0">
            <a:off x="15833764" y="4245796"/>
            <a:ext cx="1299726" cy="1091592"/>
            <a:chOff x="0" y="0"/>
            <a:chExt cx="1732968" cy="1455456"/>
          </a:xfrm>
        </p:grpSpPr>
        <p:sp>
          <p:nvSpPr>
            <p:cNvPr name="Freeform 162" id="162"/>
            <p:cNvSpPr/>
            <p:nvPr/>
          </p:nvSpPr>
          <p:spPr>
            <a:xfrm flipH="false" flipV="false" rot="0">
              <a:off x="0" y="0"/>
              <a:ext cx="1732915" cy="1455420"/>
            </a:xfrm>
            <a:custGeom>
              <a:avLst/>
              <a:gdLst/>
              <a:ahLst/>
              <a:cxnLst/>
              <a:rect r="r" b="b" t="t" l="l"/>
              <a:pathLst>
                <a:path h="1455420" w="1732915">
                  <a:moveTo>
                    <a:pt x="1455420" y="0"/>
                  </a:moveTo>
                  <a:lnTo>
                    <a:pt x="0" y="1455420"/>
                  </a:lnTo>
                  <a:lnTo>
                    <a:pt x="300863" y="1455420"/>
                  </a:lnTo>
                  <a:lnTo>
                    <a:pt x="1718945" y="37338"/>
                  </a:lnTo>
                  <a:lnTo>
                    <a:pt x="1732915" y="0"/>
                  </a:lnTo>
                  <a:close/>
                </a:path>
              </a:pathLst>
            </a:custGeom>
            <a:solidFill>
              <a:srgbClr val="E1F1FF"/>
            </a:solidFill>
          </p:spPr>
        </p:sp>
      </p:grpSp>
      <p:grpSp>
        <p:nvGrpSpPr>
          <p:cNvPr name="Group 163" id="163"/>
          <p:cNvGrpSpPr/>
          <p:nvPr/>
        </p:nvGrpSpPr>
        <p:grpSpPr>
          <a:xfrm rot="0">
            <a:off x="9985050" y="2094124"/>
            <a:ext cx="5249060" cy="3407138"/>
            <a:chOff x="0" y="0"/>
            <a:chExt cx="6998747" cy="4542851"/>
          </a:xfrm>
        </p:grpSpPr>
        <p:sp>
          <p:nvSpPr>
            <p:cNvPr name="Freeform 164" id="164"/>
            <p:cNvSpPr/>
            <p:nvPr/>
          </p:nvSpPr>
          <p:spPr>
            <a:xfrm flipH="false" flipV="false" rot="0">
              <a:off x="127" y="0"/>
              <a:ext cx="6998716" cy="4542790"/>
            </a:xfrm>
            <a:custGeom>
              <a:avLst/>
              <a:gdLst/>
              <a:ahLst/>
              <a:cxnLst/>
              <a:rect r="r" b="b" t="t" l="l"/>
              <a:pathLst>
                <a:path h="4542790" w="6998716">
                  <a:moveTo>
                    <a:pt x="170815" y="127"/>
                  </a:moveTo>
                  <a:cubicBezTo>
                    <a:pt x="75946" y="127"/>
                    <a:pt x="0" y="76073"/>
                    <a:pt x="0" y="170942"/>
                  </a:cubicBezTo>
                  <a:lnTo>
                    <a:pt x="0" y="4371848"/>
                  </a:lnTo>
                  <a:cubicBezTo>
                    <a:pt x="0" y="4466844"/>
                    <a:pt x="75946" y="4542790"/>
                    <a:pt x="170942" y="4542790"/>
                  </a:cubicBezTo>
                  <a:lnTo>
                    <a:pt x="6824980" y="4542790"/>
                  </a:lnTo>
                  <a:cubicBezTo>
                    <a:pt x="6919975" y="4542790"/>
                    <a:pt x="6998716" y="4466844"/>
                    <a:pt x="6998716" y="4371848"/>
                  </a:cubicBezTo>
                  <a:lnTo>
                    <a:pt x="6998716" y="170942"/>
                  </a:lnTo>
                  <a:cubicBezTo>
                    <a:pt x="6998716" y="75946"/>
                    <a:pt x="6920103" y="0"/>
                    <a:pt x="6824980" y="0"/>
                  </a:cubicBezTo>
                  <a:close/>
                </a:path>
              </a:pathLst>
            </a:custGeom>
            <a:solidFill>
              <a:srgbClr val="B8BDFF"/>
            </a:solidFill>
          </p:spPr>
        </p:sp>
      </p:grpSp>
      <p:grpSp>
        <p:nvGrpSpPr>
          <p:cNvPr name="Group 165" id="165"/>
          <p:cNvGrpSpPr/>
          <p:nvPr/>
        </p:nvGrpSpPr>
        <p:grpSpPr>
          <a:xfrm rot="0">
            <a:off x="9985050" y="2094124"/>
            <a:ext cx="5249060" cy="549624"/>
            <a:chOff x="0" y="0"/>
            <a:chExt cx="6998747" cy="732832"/>
          </a:xfrm>
        </p:grpSpPr>
        <p:sp>
          <p:nvSpPr>
            <p:cNvPr name="Freeform 166" id="166"/>
            <p:cNvSpPr/>
            <p:nvPr/>
          </p:nvSpPr>
          <p:spPr>
            <a:xfrm flipH="false" flipV="false" rot="0">
              <a:off x="127" y="0"/>
              <a:ext cx="6998589" cy="732790"/>
            </a:xfrm>
            <a:custGeom>
              <a:avLst/>
              <a:gdLst/>
              <a:ahLst/>
              <a:cxnLst/>
              <a:rect r="r" b="b" t="t" l="l"/>
              <a:pathLst>
                <a:path h="732790" w="6998589">
                  <a:moveTo>
                    <a:pt x="197993" y="127"/>
                  </a:moveTo>
                  <a:cubicBezTo>
                    <a:pt x="89535" y="127"/>
                    <a:pt x="0" y="86868"/>
                    <a:pt x="0" y="198120"/>
                  </a:cubicBezTo>
                  <a:lnTo>
                    <a:pt x="0" y="732790"/>
                  </a:lnTo>
                  <a:lnTo>
                    <a:pt x="6998589" y="732790"/>
                  </a:lnTo>
                  <a:lnTo>
                    <a:pt x="6998589" y="198120"/>
                  </a:lnTo>
                  <a:cubicBezTo>
                    <a:pt x="6998589" y="89535"/>
                    <a:pt x="6909054" y="0"/>
                    <a:pt x="6800470" y="0"/>
                  </a:cubicBezTo>
                  <a:close/>
                </a:path>
              </a:pathLst>
            </a:custGeom>
            <a:solidFill>
              <a:srgbClr val="35C2DF"/>
            </a:solidFill>
          </p:spPr>
        </p:sp>
      </p:grpSp>
      <p:grpSp>
        <p:nvGrpSpPr>
          <p:cNvPr name="Group 167" id="167"/>
          <p:cNvGrpSpPr/>
          <p:nvPr/>
        </p:nvGrpSpPr>
        <p:grpSpPr>
          <a:xfrm rot="0">
            <a:off x="10196760" y="2808510"/>
            <a:ext cx="4835866" cy="2513634"/>
            <a:chOff x="0" y="0"/>
            <a:chExt cx="6447821" cy="3351512"/>
          </a:xfrm>
        </p:grpSpPr>
        <p:sp>
          <p:nvSpPr>
            <p:cNvPr name="Freeform 168" id="168"/>
            <p:cNvSpPr/>
            <p:nvPr/>
          </p:nvSpPr>
          <p:spPr>
            <a:xfrm flipH="false" flipV="false" rot="0">
              <a:off x="0" y="0"/>
              <a:ext cx="6447790" cy="3351403"/>
            </a:xfrm>
            <a:custGeom>
              <a:avLst/>
              <a:gdLst/>
              <a:ahLst/>
              <a:cxnLst/>
              <a:rect r="r" b="b" t="t" l="l"/>
              <a:pathLst>
                <a:path h="3351403" w="6447790">
                  <a:moveTo>
                    <a:pt x="6306693" y="3351403"/>
                  </a:moveTo>
                  <a:lnTo>
                    <a:pt x="141097" y="3351403"/>
                  </a:lnTo>
                  <a:cubicBezTo>
                    <a:pt x="62357" y="3351403"/>
                    <a:pt x="0" y="3289046"/>
                    <a:pt x="0" y="3210306"/>
                  </a:cubicBezTo>
                  <a:lnTo>
                    <a:pt x="0" y="141097"/>
                  </a:lnTo>
                  <a:cubicBezTo>
                    <a:pt x="0" y="62484"/>
                    <a:pt x="62357" y="0"/>
                    <a:pt x="141097" y="0"/>
                  </a:cubicBezTo>
                  <a:lnTo>
                    <a:pt x="6306693" y="0"/>
                  </a:lnTo>
                  <a:cubicBezTo>
                    <a:pt x="6385306" y="0"/>
                    <a:pt x="6447790" y="62484"/>
                    <a:pt x="6447790" y="141097"/>
                  </a:cubicBezTo>
                  <a:lnTo>
                    <a:pt x="6447790" y="3210306"/>
                  </a:lnTo>
                  <a:cubicBezTo>
                    <a:pt x="6447790" y="3288919"/>
                    <a:pt x="6385306" y="3351403"/>
                    <a:pt x="6306693" y="3351403"/>
                  </a:cubicBezTo>
                  <a:close/>
                </a:path>
              </a:pathLst>
            </a:custGeom>
            <a:solidFill>
              <a:srgbClr val="240860"/>
            </a:solidFill>
          </p:spPr>
        </p:sp>
      </p:grpSp>
      <p:grpSp>
        <p:nvGrpSpPr>
          <p:cNvPr name="Group 169" id="169"/>
          <p:cNvGrpSpPr/>
          <p:nvPr/>
        </p:nvGrpSpPr>
        <p:grpSpPr>
          <a:xfrm rot="0">
            <a:off x="10316298" y="2934210"/>
            <a:ext cx="155738" cy="273740"/>
            <a:chOff x="0" y="0"/>
            <a:chExt cx="207651" cy="364987"/>
          </a:xfrm>
        </p:grpSpPr>
        <p:sp>
          <p:nvSpPr>
            <p:cNvPr name="Freeform 170" id="170"/>
            <p:cNvSpPr/>
            <p:nvPr/>
          </p:nvSpPr>
          <p:spPr>
            <a:xfrm flipH="false" flipV="false" rot="0">
              <a:off x="0" y="-33"/>
              <a:ext cx="207725" cy="365112"/>
            </a:xfrm>
            <a:custGeom>
              <a:avLst/>
              <a:gdLst/>
              <a:ahLst/>
              <a:cxnLst/>
              <a:rect r="r" b="b" t="t" l="l"/>
              <a:pathLst>
                <a:path h="365112" w="207725">
                  <a:moveTo>
                    <a:pt x="199644" y="47277"/>
                  </a:moveTo>
                  <a:lnTo>
                    <a:pt x="47752" y="201963"/>
                  </a:lnTo>
                  <a:lnTo>
                    <a:pt x="27940" y="182532"/>
                  </a:lnTo>
                  <a:lnTo>
                    <a:pt x="47752" y="163101"/>
                  </a:lnTo>
                  <a:lnTo>
                    <a:pt x="199644" y="317787"/>
                  </a:lnTo>
                  <a:cubicBezTo>
                    <a:pt x="210439" y="328709"/>
                    <a:pt x="210185" y="346362"/>
                    <a:pt x="199263" y="357157"/>
                  </a:cubicBezTo>
                  <a:cubicBezTo>
                    <a:pt x="188341" y="367952"/>
                    <a:pt x="170688" y="367698"/>
                    <a:pt x="159893" y="356776"/>
                  </a:cubicBezTo>
                  <a:lnTo>
                    <a:pt x="8001" y="201963"/>
                  </a:lnTo>
                  <a:cubicBezTo>
                    <a:pt x="-2667" y="191168"/>
                    <a:pt x="-2667" y="173769"/>
                    <a:pt x="8001" y="162974"/>
                  </a:cubicBezTo>
                  <a:lnTo>
                    <a:pt x="160020" y="8288"/>
                  </a:lnTo>
                  <a:cubicBezTo>
                    <a:pt x="170815" y="-2634"/>
                    <a:pt x="188341" y="-2761"/>
                    <a:pt x="199390" y="7907"/>
                  </a:cubicBezTo>
                  <a:cubicBezTo>
                    <a:pt x="210439" y="18575"/>
                    <a:pt x="210439" y="36228"/>
                    <a:pt x="199771" y="47277"/>
                  </a:cubicBezTo>
                  <a:close/>
                </a:path>
              </a:pathLst>
            </a:custGeom>
            <a:solidFill>
              <a:srgbClr val="12D77E"/>
            </a:solidFill>
          </p:spPr>
        </p:sp>
      </p:grpSp>
      <p:grpSp>
        <p:nvGrpSpPr>
          <p:cNvPr name="Group 171" id="171"/>
          <p:cNvGrpSpPr/>
          <p:nvPr/>
        </p:nvGrpSpPr>
        <p:grpSpPr>
          <a:xfrm rot="0">
            <a:off x="10721294" y="2934210"/>
            <a:ext cx="157812" cy="273740"/>
            <a:chOff x="0" y="0"/>
            <a:chExt cx="210416" cy="364987"/>
          </a:xfrm>
        </p:grpSpPr>
        <p:sp>
          <p:nvSpPr>
            <p:cNvPr name="Freeform 172" id="172"/>
            <p:cNvSpPr/>
            <p:nvPr/>
          </p:nvSpPr>
          <p:spPr>
            <a:xfrm flipH="false" flipV="false" rot="0">
              <a:off x="-63" y="-16"/>
              <a:ext cx="210344" cy="365077"/>
            </a:xfrm>
            <a:custGeom>
              <a:avLst/>
              <a:gdLst/>
              <a:ahLst/>
              <a:cxnLst/>
              <a:rect r="r" b="b" t="t" l="l"/>
              <a:pathLst>
                <a:path h="365077" w="210344">
                  <a:moveTo>
                    <a:pt x="47561" y="8144"/>
                  </a:moveTo>
                  <a:lnTo>
                    <a:pt x="202247" y="162830"/>
                  </a:lnTo>
                  <a:cubicBezTo>
                    <a:pt x="213042" y="173625"/>
                    <a:pt x="213042" y="191278"/>
                    <a:pt x="202247" y="202200"/>
                  </a:cubicBezTo>
                  <a:lnTo>
                    <a:pt x="47561" y="356886"/>
                  </a:lnTo>
                  <a:cubicBezTo>
                    <a:pt x="36766" y="367808"/>
                    <a:pt x="19113" y="367808"/>
                    <a:pt x="8191" y="356886"/>
                  </a:cubicBezTo>
                  <a:cubicBezTo>
                    <a:pt x="-2731" y="345964"/>
                    <a:pt x="-2731" y="328438"/>
                    <a:pt x="8191" y="317516"/>
                  </a:cubicBezTo>
                  <a:lnTo>
                    <a:pt x="162877" y="162830"/>
                  </a:lnTo>
                  <a:lnTo>
                    <a:pt x="182562" y="182515"/>
                  </a:lnTo>
                  <a:lnTo>
                    <a:pt x="162877" y="202200"/>
                  </a:lnTo>
                  <a:lnTo>
                    <a:pt x="8318" y="47514"/>
                  </a:lnTo>
                  <a:cubicBezTo>
                    <a:pt x="-2604" y="36592"/>
                    <a:pt x="-2604" y="19066"/>
                    <a:pt x="8318" y="8144"/>
                  </a:cubicBezTo>
                  <a:cubicBezTo>
                    <a:pt x="19240" y="-2778"/>
                    <a:pt x="36766" y="-2651"/>
                    <a:pt x="47688" y="8144"/>
                  </a:cubicBezTo>
                  <a:close/>
                </a:path>
              </a:pathLst>
            </a:custGeom>
            <a:solidFill>
              <a:srgbClr val="12D77E"/>
            </a:solidFill>
          </p:spPr>
        </p:sp>
      </p:grpSp>
      <p:grpSp>
        <p:nvGrpSpPr>
          <p:cNvPr name="Group 173" id="173"/>
          <p:cNvGrpSpPr/>
          <p:nvPr/>
        </p:nvGrpSpPr>
        <p:grpSpPr>
          <a:xfrm rot="0">
            <a:off x="10527948" y="2934210"/>
            <a:ext cx="133344" cy="294120"/>
            <a:chOff x="0" y="0"/>
            <a:chExt cx="177792" cy="392160"/>
          </a:xfrm>
        </p:grpSpPr>
        <p:sp>
          <p:nvSpPr>
            <p:cNvPr name="Freeform 174" id="174"/>
            <p:cNvSpPr/>
            <p:nvPr/>
          </p:nvSpPr>
          <p:spPr>
            <a:xfrm flipH="false" flipV="false" rot="0">
              <a:off x="123" y="-4"/>
              <a:ext cx="177696" cy="392072"/>
            </a:xfrm>
            <a:custGeom>
              <a:avLst/>
              <a:gdLst/>
              <a:ahLst/>
              <a:cxnLst/>
              <a:rect r="r" b="b" t="t" l="l"/>
              <a:pathLst>
                <a:path h="392072" w="177696">
                  <a:moveTo>
                    <a:pt x="1655" y="354842"/>
                  </a:moveTo>
                  <a:lnTo>
                    <a:pt x="123702" y="18292"/>
                  </a:lnTo>
                  <a:cubicBezTo>
                    <a:pt x="129036" y="3941"/>
                    <a:pt x="144911" y="-3552"/>
                    <a:pt x="159389" y="1655"/>
                  </a:cubicBezTo>
                  <a:cubicBezTo>
                    <a:pt x="173867" y="6862"/>
                    <a:pt x="181233" y="22864"/>
                    <a:pt x="176026" y="37215"/>
                  </a:cubicBezTo>
                  <a:lnTo>
                    <a:pt x="53852" y="373765"/>
                  </a:lnTo>
                  <a:cubicBezTo>
                    <a:pt x="48645" y="388243"/>
                    <a:pt x="32643" y="395609"/>
                    <a:pt x="18292" y="390402"/>
                  </a:cubicBezTo>
                  <a:cubicBezTo>
                    <a:pt x="3941" y="385195"/>
                    <a:pt x="-3552" y="369193"/>
                    <a:pt x="1655" y="354842"/>
                  </a:cubicBezTo>
                  <a:close/>
                </a:path>
              </a:pathLst>
            </a:custGeom>
            <a:solidFill>
              <a:srgbClr val="12D77E"/>
            </a:solidFill>
          </p:spPr>
        </p:sp>
      </p:grpSp>
      <p:grpSp>
        <p:nvGrpSpPr>
          <p:cNvPr name="Group 175" id="175"/>
          <p:cNvGrpSpPr/>
          <p:nvPr/>
        </p:nvGrpSpPr>
        <p:grpSpPr>
          <a:xfrm rot="0">
            <a:off x="10947694" y="3176838"/>
            <a:ext cx="65226" cy="65226"/>
            <a:chOff x="0" y="0"/>
            <a:chExt cx="86968" cy="86968"/>
          </a:xfrm>
        </p:grpSpPr>
        <p:sp>
          <p:nvSpPr>
            <p:cNvPr name="Freeform 176" id="176"/>
            <p:cNvSpPr/>
            <p:nvPr/>
          </p:nvSpPr>
          <p:spPr>
            <a:xfrm flipH="false" flipV="false" rot="0">
              <a:off x="127" y="127"/>
              <a:ext cx="86741" cy="86741"/>
            </a:xfrm>
            <a:custGeom>
              <a:avLst/>
              <a:gdLst/>
              <a:ahLst/>
              <a:cxnLst/>
              <a:rect r="r" b="b" t="t" l="l"/>
              <a:pathLst>
                <a:path h="86741" w="86741">
                  <a:moveTo>
                    <a:pt x="43434" y="0"/>
                  </a:moveTo>
                  <a:cubicBezTo>
                    <a:pt x="18923" y="0"/>
                    <a:pt x="0" y="18923"/>
                    <a:pt x="0" y="43434"/>
                  </a:cubicBezTo>
                  <a:cubicBezTo>
                    <a:pt x="0" y="65151"/>
                    <a:pt x="18923" y="86741"/>
                    <a:pt x="43434" y="86741"/>
                  </a:cubicBezTo>
                  <a:cubicBezTo>
                    <a:pt x="67945" y="86741"/>
                    <a:pt x="86741" y="65151"/>
                    <a:pt x="86741" y="43434"/>
                  </a:cubicBezTo>
                  <a:cubicBezTo>
                    <a:pt x="86741" y="18923"/>
                    <a:pt x="67818" y="0"/>
                    <a:pt x="43434" y="0"/>
                  </a:cubicBezTo>
                  <a:close/>
                </a:path>
              </a:pathLst>
            </a:custGeom>
            <a:solidFill>
              <a:srgbClr val="12D77E"/>
            </a:solidFill>
          </p:spPr>
        </p:sp>
      </p:grpSp>
      <p:grpSp>
        <p:nvGrpSpPr>
          <p:cNvPr name="Group 177" id="177"/>
          <p:cNvGrpSpPr/>
          <p:nvPr/>
        </p:nvGrpSpPr>
        <p:grpSpPr>
          <a:xfrm rot="0">
            <a:off x="11043368" y="3176838"/>
            <a:ext cx="65164" cy="65226"/>
            <a:chOff x="0" y="0"/>
            <a:chExt cx="86885" cy="86968"/>
          </a:xfrm>
        </p:grpSpPr>
        <p:sp>
          <p:nvSpPr>
            <p:cNvPr name="Freeform 178" id="178"/>
            <p:cNvSpPr/>
            <p:nvPr/>
          </p:nvSpPr>
          <p:spPr>
            <a:xfrm flipH="false" flipV="false" rot="0">
              <a:off x="0" y="127"/>
              <a:ext cx="86868" cy="86741"/>
            </a:xfrm>
            <a:custGeom>
              <a:avLst/>
              <a:gdLst/>
              <a:ahLst/>
              <a:cxnLst/>
              <a:rect r="r" b="b" t="t" l="l"/>
              <a:pathLst>
                <a:path h="86741" w="86868">
                  <a:moveTo>
                    <a:pt x="43434" y="0"/>
                  </a:moveTo>
                  <a:cubicBezTo>
                    <a:pt x="21717" y="0"/>
                    <a:pt x="0" y="18923"/>
                    <a:pt x="0" y="43434"/>
                  </a:cubicBezTo>
                  <a:cubicBezTo>
                    <a:pt x="0" y="65151"/>
                    <a:pt x="21717" y="86741"/>
                    <a:pt x="43434" y="86741"/>
                  </a:cubicBezTo>
                  <a:cubicBezTo>
                    <a:pt x="67818" y="86741"/>
                    <a:pt x="86868" y="65151"/>
                    <a:pt x="86868" y="43434"/>
                  </a:cubicBezTo>
                  <a:cubicBezTo>
                    <a:pt x="86868" y="18923"/>
                    <a:pt x="67818" y="0"/>
                    <a:pt x="43434" y="0"/>
                  </a:cubicBezTo>
                  <a:close/>
                </a:path>
              </a:pathLst>
            </a:custGeom>
            <a:solidFill>
              <a:srgbClr val="12D77E"/>
            </a:solidFill>
          </p:spPr>
        </p:sp>
      </p:grpSp>
      <p:grpSp>
        <p:nvGrpSpPr>
          <p:cNvPr name="Group 179" id="179"/>
          <p:cNvGrpSpPr/>
          <p:nvPr/>
        </p:nvGrpSpPr>
        <p:grpSpPr>
          <a:xfrm rot="0">
            <a:off x="11179728" y="3176838"/>
            <a:ext cx="65164" cy="65226"/>
            <a:chOff x="0" y="0"/>
            <a:chExt cx="86885" cy="86968"/>
          </a:xfrm>
        </p:grpSpPr>
        <p:sp>
          <p:nvSpPr>
            <p:cNvPr name="Freeform 180" id="180"/>
            <p:cNvSpPr/>
            <p:nvPr/>
          </p:nvSpPr>
          <p:spPr>
            <a:xfrm flipH="false" flipV="false" rot="0">
              <a:off x="0" y="127"/>
              <a:ext cx="86868" cy="86741"/>
            </a:xfrm>
            <a:custGeom>
              <a:avLst/>
              <a:gdLst/>
              <a:ahLst/>
              <a:cxnLst/>
              <a:rect r="r" b="b" t="t" l="l"/>
              <a:pathLst>
                <a:path h="86741" w="86868">
                  <a:moveTo>
                    <a:pt x="43434" y="0"/>
                  </a:moveTo>
                  <a:cubicBezTo>
                    <a:pt x="19050" y="0"/>
                    <a:pt x="0" y="18923"/>
                    <a:pt x="0" y="43434"/>
                  </a:cubicBezTo>
                  <a:cubicBezTo>
                    <a:pt x="0" y="65151"/>
                    <a:pt x="19050" y="86741"/>
                    <a:pt x="43434" y="86741"/>
                  </a:cubicBezTo>
                  <a:cubicBezTo>
                    <a:pt x="67818" y="86741"/>
                    <a:pt x="86868" y="65151"/>
                    <a:pt x="86868" y="43434"/>
                  </a:cubicBezTo>
                  <a:cubicBezTo>
                    <a:pt x="86868" y="18923"/>
                    <a:pt x="67818" y="0"/>
                    <a:pt x="43434" y="0"/>
                  </a:cubicBezTo>
                  <a:close/>
                </a:path>
              </a:pathLst>
            </a:custGeom>
            <a:solidFill>
              <a:srgbClr val="12D77E"/>
            </a:solidFill>
          </p:spPr>
        </p:sp>
      </p:grpSp>
      <p:grpSp>
        <p:nvGrpSpPr>
          <p:cNvPr name="Group 181" id="181"/>
          <p:cNvGrpSpPr/>
          <p:nvPr/>
        </p:nvGrpSpPr>
        <p:grpSpPr>
          <a:xfrm rot="0">
            <a:off x="10373284" y="3422610"/>
            <a:ext cx="3516016" cy="41762"/>
            <a:chOff x="0" y="0"/>
            <a:chExt cx="4688021" cy="55683"/>
          </a:xfrm>
        </p:grpSpPr>
        <p:sp>
          <p:nvSpPr>
            <p:cNvPr name="Freeform 182" id="182"/>
            <p:cNvSpPr/>
            <p:nvPr/>
          </p:nvSpPr>
          <p:spPr>
            <a:xfrm flipH="false" flipV="false" rot="0">
              <a:off x="127" y="127"/>
              <a:ext cx="4687824" cy="55626"/>
            </a:xfrm>
            <a:custGeom>
              <a:avLst/>
              <a:gdLst/>
              <a:ahLst/>
              <a:cxnLst/>
              <a:rect r="r" b="b" t="t" l="l"/>
              <a:pathLst>
                <a:path h="55626" w="4687824">
                  <a:moveTo>
                    <a:pt x="27813" y="0"/>
                  </a:moveTo>
                  <a:lnTo>
                    <a:pt x="4660011" y="0"/>
                  </a:lnTo>
                  <a:cubicBezTo>
                    <a:pt x="4675378" y="0"/>
                    <a:pt x="4687824" y="12446"/>
                    <a:pt x="4687824" y="27813"/>
                  </a:cubicBezTo>
                  <a:cubicBezTo>
                    <a:pt x="4687824" y="43180"/>
                    <a:pt x="4675378" y="55626"/>
                    <a:pt x="4660011" y="55626"/>
                  </a:cubicBezTo>
                  <a:lnTo>
                    <a:pt x="27813" y="55626"/>
                  </a:lnTo>
                  <a:cubicBezTo>
                    <a:pt x="12446" y="55499"/>
                    <a:pt x="0" y="43053"/>
                    <a:pt x="0" y="27813"/>
                  </a:cubicBezTo>
                  <a:cubicBezTo>
                    <a:pt x="0" y="12573"/>
                    <a:pt x="12446" y="0"/>
                    <a:pt x="27813" y="0"/>
                  </a:cubicBezTo>
                  <a:close/>
                </a:path>
              </a:pathLst>
            </a:custGeom>
            <a:solidFill>
              <a:srgbClr val="12D77E"/>
            </a:solidFill>
          </p:spPr>
        </p:sp>
      </p:grpSp>
      <p:grpSp>
        <p:nvGrpSpPr>
          <p:cNvPr name="Group 183" id="183"/>
          <p:cNvGrpSpPr/>
          <p:nvPr/>
        </p:nvGrpSpPr>
        <p:grpSpPr>
          <a:xfrm rot="0">
            <a:off x="14056990" y="3422610"/>
            <a:ext cx="310410" cy="41762"/>
            <a:chOff x="0" y="0"/>
            <a:chExt cx="413880" cy="55683"/>
          </a:xfrm>
        </p:grpSpPr>
        <p:sp>
          <p:nvSpPr>
            <p:cNvPr name="Freeform 184" id="184"/>
            <p:cNvSpPr/>
            <p:nvPr/>
          </p:nvSpPr>
          <p:spPr>
            <a:xfrm flipH="false" flipV="false" rot="0">
              <a:off x="0" y="127"/>
              <a:ext cx="413766" cy="55626"/>
            </a:xfrm>
            <a:custGeom>
              <a:avLst/>
              <a:gdLst/>
              <a:ahLst/>
              <a:cxnLst/>
              <a:rect r="r" b="b" t="t" l="l"/>
              <a:pathLst>
                <a:path h="55626" w="413766">
                  <a:moveTo>
                    <a:pt x="27813" y="0"/>
                  </a:moveTo>
                  <a:lnTo>
                    <a:pt x="385953" y="0"/>
                  </a:lnTo>
                  <a:cubicBezTo>
                    <a:pt x="401320" y="0"/>
                    <a:pt x="413766" y="12446"/>
                    <a:pt x="413766" y="27813"/>
                  </a:cubicBezTo>
                  <a:cubicBezTo>
                    <a:pt x="413766" y="43180"/>
                    <a:pt x="401320" y="55626"/>
                    <a:pt x="385953" y="55626"/>
                  </a:cubicBezTo>
                  <a:lnTo>
                    <a:pt x="27813" y="55626"/>
                  </a:lnTo>
                  <a:cubicBezTo>
                    <a:pt x="12446" y="55499"/>
                    <a:pt x="0" y="43053"/>
                    <a:pt x="0" y="27813"/>
                  </a:cubicBezTo>
                  <a:cubicBezTo>
                    <a:pt x="0" y="12573"/>
                    <a:pt x="12446" y="0"/>
                    <a:pt x="27813" y="0"/>
                  </a:cubicBezTo>
                  <a:close/>
                </a:path>
              </a:pathLst>
            </a:custGeom>
            <a:solidFill>
              <a:srgbClr val="12D77E"/>
            </a:solidFill>
          </p:spPr>
        </p:sp>
      </p:grpSp>
      <p:grpSp>
        <p:nvGrpSpPr>
          <p:cNvPr name="Group 185" id="185"/>
          <p:cNvGrpSpPr/>
          <p:nvPr/>
        </p:nvGrpSpPr>
        <p:grpSpPr>
          <a:xfrm rot="0">
            <a:off x="14474190" y="3422610"/>
            <a:ext cx="383690" cy="41762"/>
            <a:chOff x="0" y="0"/>
            <a:chExt cx="511587" cy="55683"/>
          </a:xfrm>
        </p:grpSpPr>
        <p:sp>
          <p:nvSpPr>
            <p:cNvPr name="Freeform 186" id="186"/>
            <p:cNvSpPr/>
            <p:nvPr/>
          </p:nvSpPr>
          <p:spPr>
            <a:xfrm flipH="false" flipV="false" rot="0">
              <a:off x="0" y="127"/>
              <a:ext cx="511556" cy="55626"/>
            </a:xfrm>
            <a:custGeom>
              <a:avLst/>
              <a:gdLst/>
              <a:ahLst/>
              <a:cxnLst/>
              <a:rect r="r" b="b" t="t" l="l"/>
              <a:pathLst>
                <a:path h="55626" w="511556">
                  <a:moveTo>
                    <a:pt x="27813" y="0"/>
                  </a:moveTo>
                  <a:lnTo>
                    <a:pt x="483743" y="0"/>
                  </a:lnTo>
                  <a:cubicBezTo>
                    <a:pt x="499110" y="0"/>
                    <a:pt x="511556" y="12446"/>
                    <a:pt x="511556" y="27813"/>
                  </a:cubicBezTo>
                  <a:cubicBezTo>
                    <a:pt x="511556" y="43180"/>
                    <a:pt x="499110" y="55626"/>
                    <a:pt x="483743" y="55626"/>
                  </a:cubicBezTo>
                  <a:lnTo>
                    <a:pt x="27813" y="55626"/>
                  </a:lnTo>
                  <a:cubicBezTo>
                    <a:pt x="12446" y="55499"/>
                    <a:pt x="0" y="43053"/>
                    <a:pt x="0" y="27813"/>
                  </a:cubicBezTo>
                  <a:cubicBezTo>
                    <a:pt x="0" y="12573"/>
                    <a:pt x="12446" y="0"/>
                    <a:pt x="27813" y="0"/>
                  </a:cubicBezTo>
                  <a:close/>
                </a:path>
              </a:pathLst>
            </a:custGeom>
            <a:solidFill>
              <a:srgbClr val="12D77E"/>
            </a:solidFill>
          </p:spPr>
        </p:sp>
      </p:grpSp>
      <p:grpSp>
        <p:nvGrpSpPr>
          <p:cNvPr name="Group 187" id="187"/>
          <p:cNvGrpSpPr/>
          <p:nvPr/>
        </p:nvGrpSpPr>
        <p:grpSpPr>
          <a:xfrm rot="0">
            <a:off x="10373284" y="3695332"/>
            <a:ext cx="2215482" cy="41762"/>
            <a:chOff x="0" y="0"/>
            <a:chExt cx="2953976" cy="55683"/>
          </a:xfrm>
        </p:grpSpPr>
        <p:sp>
          <p:nvSpPr>
            <p:cNvPr name="Freeform 188" id="188"/>
            <p:cNvSpPr/>
            <p:nvPr/>
          </p:nvSpPr>
          <p:spPr>
            <a:xfrm flipH="false" flipV="false" rot="0">
              <a:off x="127" y="127"/>
              <a:ext cx="2953766" cy="55626"/>
            </a:xfrm>
            <a:custGeom>
              <a:avLst/>
              <a:gdLst/>
              <a:ahLst/>
              <a:cxnLst/>
              <a:rect r="r" b="b" t="t" l="l"/>
              <a:pathLst>
                <a:path h="55626" w="2953766">
                  <a:moveTo>
                    <a:pt x="27813" y="0"/>
                  </a:moveTo>
                  <a:lnTo>
                    <a:pt x="2925953" y="0"/>
                  </a:lnTo>
                  <a:cubicBezTo>
                    <a:pt x="2941320" y="0"/>
                    <a:pt x="2953766" y="12446"/>
                    <a:pt x="2953766" y="27813"/>
                  </a:cubicBezTo>
                  <a:cubicBezTo>
                    <a:pt x="2953766" y="43180"/>
                    <a:pt x="2941320" y="55626"/>
                    <a:pt x="2925953" y="55626"/>
                  </a:cubicBezTo>
                  <a:lnTo>
                    <a:pt x="27813" y="55626"/>
                  </a:lnTo>
                  <a:cubicBezTo>
                    <a:pt x="12446" y="55499"/>
                    <a:pt x="0" y="43053"/>
                    <a:pt x="0" y="27813"/>
                  </a:cubicBezTo>
                  <a:cubicBezTo>
                    <a:pt x="0" y="12573"/>
                    <a:pt x="12446" y="0"/>
                    <a:pt x="27813" y="0"/>
                  </a:cubicBezTo>
                  <a:close/>
                </a:path>
              </a:pathLst>
            </a:custGeom>
            <a:solidFill>
              <a:srgbClr val="12FFFF"/>
            </a:solidFill>
          </p:spPr>
        </p:sp>
      </p:grpSp>
      <p:grpSp>
        <p:nvGrpSpPr>
          <p:cNvPr name="Group 189" id="189"/>
          <p:cNvGrpSpPr/>
          <p:nvPr/>
        </p:nvGrpSpPr>
        <p:grpSpPr>
          <a:xfrm rot="0">
            <a:off x="12868420" y="3695332"/>
            <a:ext cx="432562" cy="41762"/>
            <a:chOff x="0" y="0"/>
            <a:chExt cx="576749" cy="55683"/>
          </a:xfrm>
        </p:grpSpPr>
        <p:sp>
          <p:nvSpPr>
            <p:cNvPr name="Freeform 190" id="190"/>
            <p:cNvSpPr/>
            <p:nvPr/>
          </p:nvSpPr>
          <p:spPr>
            <a:xfrm flipH="false" flipV="false" rot="0">
              <a:off x="127" y="127"/>
              <a:ext cx="576580" cy="55626"/>
            </a:xfrm>
            <a:custGeom>
              <a:avLst/>
              <a:gdLst/>
              <a:ahLst/>
              <a:cxnLst/>
              <a:rect r="r" b="b" t="t" l="l"/>
              <a:pathLst>
                <a:path h="55626" w="576580">
                  <a:moveTo>
                    <a:pt x="27813" y="0"/>
                  </a:moveTo>
                  <a:lnTo>
                    <a:pt x="548767" y="0"/>
                  </a:lnTo>
                  <a:cubicBezTo>
                    <a:pt x="564134" y="0"/>
                    <a:pt x="576580" y="12446"/>
                    <a:pt x="576580" y="27813"/>
                  </a:cubicBezTo>
                  <a:cubicBezTo>
                    <a:pt x="576580" y="43180"/>
                    <a:pt x="564134" y="55626"/>
                    <a:pt x="548767" y="55626"/>
                  </a:cubicBezTo>
                  <a:lnTo>
                    <a:pt x="27813" y="55626"/>
                  </a:lnTo>
                  <a:cubicBezTo>
                    <a:pt x="12446" y="55499"/>
                    <a:pt x="0" y="43053"/>
                    <a:pt x="0" y="27813"/>
                  </a:cubicBezTo>
                  <a:cubicBezTo>
                    <a:pt x="0" y="12573"/>
                    <a:pt x="12446" y="0"/>
                    <a:pt x="27813" y="0"/>
                  </a:cubicBezTo>
                  <a:close/>
                </a:path>
              </a:pathLst>
            </a:custGeom>
            <a:solidFill>
              <a:srgbClr val="12FFFF"/>
            </a:solidFill>
          </p:spPr>
        </p:sp>
      </p:grpSp>
      <p:grpSp>
        <p:nvGrpSpPr>
          <p:cNvPr name="Group 191" id="191"/>
          <p:cNvGrpSpPr/>
          <p:nvPr/>
        </p:nvGrpSpPr>
        <p:grpSpPr>
          <a:xfrm rot="0">
            <a:off x="12200890" y="3852072"/>
            <a:ext cx="1100128" cy="41762"/>
            <a:chOff x="0" y="0"/>
            <a:chExt cx="1466837" cy="55683"/>
          </a:xfrm>
        </p:grpSpPr>
        <p:sp>
          <p:nvSpPr>
            <p:cNvPr name="Freeform 192" id="192"/>
            <p:cNvSpPr/>
            <p:nvPr/>
          </p:nvSpPr>
          <p:spPr>
            <a:xfrm flipH="false" flipV="false" rot="0">
              <a:off x="0" y="0"/>
              <a:ext cx="1466723" cy="55626"/>
            </a:xfrm>
            <a:custGeom>
              <a:avLst/>
              <a:gdLst/>
              <a:ahLst/>
              <a:cxnLst/>
              <a:rect r="r" b="b" t="t" l="l"/>
              <a:pathLst>
                <a:path h="55626" w="1466723">
                  <a:moveTo>
                    <a:pt x="1438910" y="55626"/>
                  </a:moveTo>
                  <a:lnTo>
                    <a:pt x="27813" y="55626"/>
                  </a:lnTo>
                  <a:cubicBezTo>
                    <a:pt x="12446" y="55626"/>
                    <a:pt x="0" y="43180"/>
                    <a:pt x="0" y="27813"/>
                  </a:cubicBezTo>
                  <a:cubicBezTo>
                    <a:pt x="0" y="12446"/>
                    <a:pt x="12446" y="0"/>
                    <a:pt x="27813" y="0"/>
                  </a:cubicBezTo>
                  <a:lnTo>
                    <a:pt x="1438910" y="0"/>
                  </a:lnTo>
                  <a:cubicBezTo>
                    <a:pt x="1454277" y="0"/>
                    <a:pt x="1466723" y="12446"/>
                    <a:pt x="1466723" y="27813"/>
                  </a:cubicBezTo>
                  <a:cubicBezTo>
                    <a:pt x="1466723" y="43180"/>
                    <a:pt x="1454277" y="55626"/>
                    <a:pt x="1438910" y="55626"/>
                  </a:cubicBezTo>
                  <a:close/>
                </a:path>
              </a:pathLst>
            </a:custGeom>
            <a:solidFill>
              <a:srgbClr val="12FFFF"/>
            </a:solidFill>
          </p:spPr>
        </p:sp>
      </p:grpSp>
      <p:grpSp>
        <p:nvGrpSpPr>
          <p:cNvPr name="Group 193" id="193"/>
          <p:cNvGrpSpPr/>
          <p:nvPr/>
        </p:nvGrpSpPr>
        <p:grpSpPr>
          <a:xfrm rot="0">
            <a:off x="11842690" y="3852072"/>
            <a:ext cx="255496" cy="41762"/>
            <a:chOff x="0" y="0"/>
            <a:chExt cx="340661" cy="55683"/>
          </a:xfrm>
        </p:grpSpPr>
        <p:sp>
          <p:nvSpPr>
            <p:cNvPr name="Freeform 194" id="194"/>
            <p:cNvSpPr/>
            <p:nvPr/>
          </p:nvSpPr>
          <p:spPr>
            <a:xfrm flipH="false" flipV="false" rot="0">
              <a:off x="127" y="0"/>
              <a:ext cx="340487" cy="55626"/>
            </a:xfrm>
            <a:custGeom>
              <a:avLst/>
              <a:gdLst/>
              <a:ahLst/>
              <a:cxnLst/>
              <a:rect r="r" b="b" t="t" l="l"/>
              <a:pathLst>
                <a:path h="55626" w="340487">
                  <a:moveTo>
                    <a:pt x="312674" y="55626"/>
                  </a:moveTo>
                  <a:lnTo>
                    <a:pt x="27813" y="55626"/>
                  </a:lnTo>
                  <a:cubicBezTo>
                    <a:pt x="12446" y="55626"/>
                    <a:pt x="0" y="43180"/>
                    <a:pt x="0" y="27813"/>
                  </a:cubicBezTo>
                  <a:cubicBezTo>
                    <a:pt x="0" y="12446"/>
                    <a:pt x="12446" y="0"/>
                    <a:pt x="27813" y="0"/>
                  </a:cubicBezTo>
                  <a:lnTo>
                    <a:pt x="312674" y="0"/>
                  </a:lnTo>
                  <a:cubicBezTo>
                    <a:pt x="328041" y="0"/>
                    <a:pt x="340487" y="12446"/>
                    <a:pt x="340487" y="27813"/>
                  </a:cubicBezTo>
                  <a:cubicBezTo>
                    <a:pt x="340487" y="43180"/>
                    <a:pt x="328041" y="55626"/>
                    <a:pt x="312674" y="55626"/>
                  </a:cubicBezTo>
                  <a:close/>
                </a:path>
              </a:pathLst>
            </a:custGeom>
            <a:solidFill>
              <a:srgbClr val="12FFFF"/>
            </a:solidFill>
          </p:spPr>
        </p:sp>
      </p:grpSp>
      <p:grpSp>
        <p:nvGrpSpPr>
          <p:cNvPr name="Group 195" id="195"/>
          <p:cNvGrpSpPr/>
          <p:nvPr/>
        </p:nvGrpSpPr>
        <p:grpSpPr>
          <a:xfrm rot="0">
            <a:off x="11460086" y="3852072"/>
            <a:ext cx="255436" cy="41762"/>
            <a:chOff x="0" y="0"/>
            <a:chExt cx="340581" cy="55683"/>
          </a:xfrm>
        </p:grpSpPr>
        <p:sp>
          <p:nvSpPr>
            <p:cNvPr name="Freeform 196" id="196"/>
            <p:cNvSpPr/>
            <p:nvPr/>
          </p:nvSpPr>
          <p:spPr>
            <a:xfrm flipH="false" flipV="false" rot="0">
              <a:off x="0" y="0"/>
              <a:ext cx="340614" cy="55626"/>
            </a:xfrm>
            <a:custGeom>
              <a:avLst/>
              <a:gdLst/>
              <a:ahLst/>
              <a:cxnLst/>
              <a:rect r="r" b="b" t="t" l="l"/>
              <a:pathLst>
                <a:path h="55626" w="340614">
                  <a:moveTo>
                    <a:pt x="312801" y="55626"/>
                  </a:moveTo>
                  <a:lnTo>
                    <a:pt x="27813" y="55626"/>
                  </a:lnTo>
                  <a:cubicBezTo>
                    <a:pt x="12446" y="55626"/>
                    <a:pt x="0" y="43180"/>
                    <a:pt x="0" y="27813"/>
                  </a:cubicBezTo>
                  <a:cubicBezTo>
                    <a:pt x="0" y="12446"/>
                    <a:pt x="12446" y="0"/>
                    <a:pt x="27813" y="0"/>
                  </a:cubicBezTo>
                  <a:lnTo>
                    <a:pt x="312801" y="0"/>
                  </a:lnTo>
                  <a:cubicBezTo>
                    <a:pt x="328168" y="0"/>
                    <a:pt x="340614" y="12446"/>
                    <a:pt x="340614" y="27813"/>
                  </a:cubicBezTo>
                  <a:cubicBezTo>
                    <a:pt x="340614" y="43180"/>
                    <a:pt x="328168" y="55626"/>
                    <a:pt x="312801" y="55626"/>
                  </a:cubicBezTo>
                  <a:close/>
                </a:path>
              </a:pathLst>
            </a:custGeom>
            <a:solidFill>
              <a:srgbClr val="12FFFF"/>
            </a:solidFill>
          </p:spPr>
        </p:sp>
      </p:grpSp>
      <p:grpSp>
        <p:nvGrpSpPr>
          <p:cNvPr name="Group 197" id="197"/>
          <p:cNvGrpSpPr/>
          <p:nvPr/>
        </p:nvGrpSpPr>
        <p:grpSpPr>
          <a:xfrm rot="0">
            <a:off x="11079494" y="3852072"/>
            <a:ext cx="253422" cy="41762"/>
            <a:chOff x="0" y="0"/>
            <a:chExt cx="337896" cy="55683"/>
          </a:xfrm>
        </p:grpSpPr>
        <p:sp>
          <p:nvSpPr>
            <p:cNvPr name="Freeform 198" id="198"/>
            <p:cNvSpPr/>
            <p:nvPr/>
          </p:nvSpPr>
          <p:spPr>
            <a:xfrm flipH="false" flipV="false" rot="0">
              <a:off x="127" y="0"/>
              <a:ext cx="337820" cy="55626"/>
            </a:xfrm>
            <a:custGeom>
              <a:avLst/>
              <a:gdLst/>
              <a:ahLst/>
              <a:cxnLst/>
              <a:rect r="r" b="b" t="t" l="l"/>
              <a:pathLst>
                <a:path h="55626" w="337820">
                  <a:moveTo>
                    <a:pt x="310007" y="55626"/>
                  </a:moveTo>
                  <a:lnTo>
                    <a:pt x="27813" y="55626"/>
                  </a:lnTo>
                  <a:cubicBezTo>
                    <a:pt x="12446" y="55626"/>
                    <a:pt x="0" y="43180"/>
                    <a:pt x="0" y="27813"/>
                  </a:cubicBezTo>
                  <a:cubicBezTo>
                    <a:pt x="0" y="12446"/>
                    <a:pt x="12446" y="0"/>
                    <a:pt x="27813" y="0"/>
                  </a:cubicBezTo>
                  <a:lnTo>
                    <a:pt x="310007" y="0"/>
                  </a:lnTo>
                  <a:cubicBezTo>
                    <a:pt x="325374" y="0"/>
                    <a:pt x="337820" y="12446"/>
                    <a:pt x="337820" y="27813"/>
                  </a:cubicBezTo>
                  <a:cubicBezTo>
                    <a:pt x="337820" y="43180"/>
                    <a:pt x="325374" y="55626"/>
                    <a:pt x="310007" y="55626"/>
                  </a:cubicBezTo>
                  <a:close/>
                </a:path>
              </a:pathLst>
            </a:custGeom>
            <a:solidFill>
              <a:srgbClr val="12FFFF"/>
            </a:solidFill>
          </p:spPr>
        </p:sp>
      </p:grpSp>
      <p:grpSp>
        <p:nvGrpSpPr>
          <p:cNvPr name="Group 199" id="199"/>
          <p:cNvGrpSpPr/>
          <p:nvPr/>
        </p:nvGrpSpPr>
        <p:grpSpPr>
          <a:xfrm rot="0">
            <a:off x="10696890" y="3852072"/>
            <a:ext cx="253422" cy="41762"/>
            <a:chOff x="0" y="0"/>
            <a:chExt cx="337896" cy="55683"/>
          </a:xfrm>
        </p:grpSpPr>
        <p:sp>
          <p:nvSpPr>
            <p:cNvPr name="Freeform 200" id="200"/>
            <p:cNvSpPr/>
            <p:nvPr/>
          </p:nvSpPr>
          <p:spPr>
            <a:xfrm flipH="false" flipV="false" rot="0">
              <a:off x="0" y="0"/>
              <a:ext cx="337947" cy="55626"/>
            </a:xfrm>
            <a:custGeom>
              <a:avLst/>
              <a:gdLst/>
              <a:ahLst/>
              <a:cxnLst/>
              <a:rect r="r" b="b" t="t" l="l"/>
              <a:pathLst>
                <a:path h="55626" w="337947">
                  <a:moveTo>
                    <a:pt x="310134" y="55626"/>
                  </a:moveTo>
                  <a:lnTo>
                    <a:pt x="27813" y="55626"/>
                  </a:lnTo>
                  <a:cubicBezTo>
                    <a:pt x="12446" y="55626"/>
                    <a:pt x="0" y="43180"/>
                    <a:pt x="0" y="27813"/>
                  </a:cubicBezTo>
                  <a:cubicBezTo>
                    <a:pt x="0" y="12446"/>
                    <a:pt x="12446" y="0"/>
                    <a:pt x="27813" y="0"/>
                  </a:cubicBezTo>
                  <a:lnTo>
                    <a:pt x="310134" y="0"/>
                  </a:lnTo>
                  <a:cubicBezTo>
                    <a:pt x="325501" y="0"/>
                    <a:pt x="337947" y="12446"/>
                    <a:pt x="337947" y="27813"/>
                  </a:cubicBezTo>
                  <a:cubicBezTo>
                    <a:pt x="337947" y="43180"/>
                    <a:pt x="325501" y="55626"/>
                    <a:pt x="310134" y="55626"/>
                  </a:cubicBezTo>
                  <a:close/>
                </a:path>
              </a:pathLst>
            </a:custGeom>
            <a:solidFill>
              <a:srgbClr val="12FFFF"/>
            </a:solidFill>
          </p:spPr>
        </p:sp>
      </p:grpSp>
      <p:grpSp>
        <p:nvGrpSpPr>
          <p:cNvPr name="Group 201" id="201"/>
          <p:cNvGrpSpPr/>
          <p:nvPr/>
        </p:nvGrpSpPr>
        <p:grpSpPr>
          <a:xfrm rot="0">
            <a:off x="10696890" y="4043344"/>
            <a:ext cx="3336876" cy="41762"/>
            <a:chOff x="0" y="0"/>
            <a:chExt cx="4449168" cy="55683"/>
          </a:xfrm>
        </p:grpSpPr>
        <p:sp>
          <p:nvSpPr>
            <p:cNvPr name="Freeform 202" id="202"/>
            <p:cNvSpPr/>
            <p:nvPr/>
          </p:nvSpPr>
          <p:spPr>
            <a:xfrm flipH="false" flipV="false" rot="0">
              <a:off x="0" y="127"/>
              <a:ext cx="4449191" cy="55626"/>
            </a:xfrm>
            <a:custGeom>
              <a:avLst/>
              <a:gdLst/>
              <a:ahLst/>
              <a:cxnLst/>
              <a:rect r="r" b="b" t="t" l="l"/>
              <a:pathLst>
                <a:path h="55626" w="4449191">
                  <a:moveTo>
                    <a:pt x="4421378" y="55499"/>
                  </a:moveTo>
                  <a:lnTo>
                    <a:pt x="27813" y="55499"/>
                  </a:lnTo>
                  <a:cubicBezTo>
                    <a:pt x="12446" y="55499"/>
                    <a:pt x="0" y="43053"/>
                    <a:pt x="0" y="27813"/>
                  </a:cubicBezTo>
                  <a:cubicBezTo>
                    <a:pt x="0" y="12573"/>
                    <a:pt x="12446" y="0"/>
                    <a:pt x="27813" y="0"/>
                  </a:cubicBezTo>
                  <a:lnTo>
                    <a:pt x="4421378" y="0"/>
                  </a:lnTo>
                  <a:cubicBezTo>
                    <a:pt x="4436745" y="0"/>
                    <a:pt x="4449191" y="12446"/>
                    <a:pt x="4449191" y="27813"/>
                  </a:cubicBezTo>
                  <a:cubicBezTo>
                    <a:pt x="4449191" y="43180"/>
                    <a:pt x="4436745" y="55626"/>
                    <a:pt x="4421378" y="55626"/>
                  </a:cubicBezTo>
                  <a:close/>
                </a:path>
              </a:pathLst>
            </a:custGeom>
            <a:solidFill>
              <a:srgbClr val="CA7BEB"/>
            </a:solidFill>
          </p:spPr>
        </p:sp>
      </p:grpSp>
      <p:grpSp>
        <p:nvGrpSpPr>
          <p:cNvPr name="Group 203" id="203"/>
          <p:cNvGrpSpPr/>
          <p:nvPr/>
        </p:nvGrpSpPr>
        <p:grpSpPr>
          <a:xfrm rot="0">
            <a:off x="10373284" y="3852072"/>
            <a:ext cx="119128" cy="41762"/>
            <a:chOff x="0" y="0"/>
            <a:chExt cx="158837" cy="55683"/>
          </a:xfrm>
        </p:grpSpPr>
        <p:sp>
          <p:nvSpPr>
            <p:cNvPr name="Freeform 204" id="204"/>
            <p:cNvSpPr/>
            <p:nvPr/>
          </p:nvSpPr>
          <p:spPr>
            <a:xfrm flipH="false" flipV="false" rot="0">
              <a:off x="127" y="0"/>
              <a:ext cx="158750" cy="55626"/>
            </a:xfrm>
            <a:custGeom>
              <a:avLst/>
              <a:gdLst/>
              <a:ahLst/>
              <a:cxnLst/>
              <a:rect r="r" b="b" t="t" l="l"/>
              <a:pathLst>
                <a:path h="55626" w="158750">
                  <a:moveTo>
                    <a:pt x="130810" y="55626"/>
                  </a:moveTo>
                  <a:lnTo>
                    <a:pt x="27813" y="55626"/>
                  </a:lnTo>
                  <a:cubicBezTo>
                    <a:pt x="12446" y="55626"/>
                    <a:pt x="0" y="43180"/>
                    <a:pt x="0" y="27813"/>
                  </a:cubicBezTo>
                  <a:cubicBezTo>
                    <a:pt x="0" y="12446"/>
                    <a:pt x="12446" y="0"/>
                    <a:pt x="27813" y="0"/>
                  </a:cubicBezTo>
                  <a:lnTo>
                    <a:pt x="130937" y="0"/>
                  </a:lnTo>
                  <a:cubicBezTo>
                    <a:pt x="146304" y="0"/>
                    <a:pt x="158750" y="12446"/>
                    <a:pt x="158750" y="27813"/>
                  </a:cubicBezTo>
                  <a:cubicBezTo>
                    <a:pt x="158750" y="43180"/>
                    <a:pt x="146304" y="55626"/>
                    <a:pt x="130937" y="55626"/>
                  </a:cubicBezTo>
                  <a:close/>
                </a:path>
              </a:pathLst>
            </a:custGeom>
            <a:solidFill>
              <a:srgbClr val="12FFFF"/>
            </a:solidFill>
          </p:spPr>
        </p:sp>
      </p:grpSp>
      <p:grpSp>
        <p:nvGrpSpPr>
          <p:cNvPr name="Group 205" id="205"/>
          <p:cNvGrpSpPr/>
          <p:nvPr/>
        </p:nvGrpSpPr>
        <p:grpSpPr>
          <a:xfrm rot="0">
            <a:off x="10373284" y="4043344"/>
            <a:ext cx="119128" cy="41762"/>
            <a:chOff x="0" y="0"/>
            <a:chExt cx="158837" cy="55683"/>
          </a:xfrm>
        </p:grpSpPr>
        <p:sp>
          <p:nvSpPr>
            <p:cNvPr name="Freeform 206" id="206"/>
            <p:cNvSpPr/>
            <p:nvPr/>
          </p:nvSpPr>
          <p:spPr>
            <a:xfrm flipH="false" flipV="false" rot="0">
              <a:off x="127" y="127"/>
              <a:ext cx="158750" cy="55626"/>
            </a:xfrm>
            <a:custGeom>
              <a:avLst/>
              <a:gdLst/>
              <a:ahLst/>
              <a:cxnLst/>
              <a:rect r="r" b="b" t="t" l="l"/>
              <a:pathLst>
                <a:path h="55626" w="158750">
                  <a:moveTo>
                    <a:pt x="130810" y="55499"/>
                  </a:moveTo>
                  <a:lnTo>
                    <a:pt x="27813" y="55499"/>
                  </a:lnTo>
                  <a:cubicBezTo>
                    <a:pt x="12446" y="55499"/>
                    <a:pt x="0" y="43053"/>
                    <a:pt x="0" y="27813"/>
                  </a:cubicBezTo>
                  <a:cubicBezTo>
                    <a:pt x="0" y="12573"/>
                    <a:pt x="12446" y="0"/>
                    <a:pt x="27813" y="0"/>
                  </a:cubicBezTo>
                  <a:lnTo>
                    <a:pt x="130937" y="0"/>
                  </a:lnTo>
                  <a:cubicBezTo>
                    <a:pt x="146304" y="0"/>
                    <a:pt x="158750" y="12446"/>
                    <a:pt x="158750" y="27813"/>
                  </a:cubicBezTo>
                  <a:cubicBezTo>
                    <a:pt x="158750" y="43180"/>
                    <a:pt x="146304" y="55626"/>
                    <a:pt x="130937" y="55626"/>
                  </a:cubicBezTo>
                  <a:close/>
                </a:path>
              </a:pathLst>
            </a:custGeom>
            <a:solidFill>
              <a:srgbClr val="12FFFF"/>
            </a:solidFill>
          </p:spPr>
        </p:sp>
      </p:grpSp>
      <p:grpSp>
        <p:nvGrpSpPr>
          <p:cNvPr name="Group 207" id="207"/>
          <p:cNvGrpSpPr/>
          <p:nvPr/>
        </p:nvGrpSpPr>
        <p:grpSpPr>
          <a:xfrm rot="0">
            <a:off x="10373284" y="4234676"/>
            <a:ext cx="119128" cy="41762"/>
            <a:chOff x="0" y="0"/>
            <a:chExt cx="158837" cy="55683"/>
          </a:xfrm>
        </p:grpSpPr>
        <p:sp>
          <p:nvSpPr>
            <p:cNvPr name="Freeform 208" id="208"/>
            <p:cNvSpPr/>
            <p:nvPr/>
          </p:nvSpPr>
          <p:spPr>
            <a:xfrm flipH="false" flipV="false" rot="0">
              <a:off x="127" y="0"/>
              <a:ext cx="158750" cy="55626"/>
            </a:xfrm>
            <a:custGeom>
              <a:avLst/>
              <a:gdLst/>
              <a:ahLst/>
              <a:cxnLst/>
              <a:rect r="r" b="b" t="t" l="l"/>
              <a:pathLst>
                <a:path h="55626" w="158750">
                  <a:moveTo>
                    <a:pt x="130810" y="55626"/>
                  </a:moveTo>
                  <a:lnTo>
                    <a:pt x="27813" y="55626"/>
                  </a:lnTo>
                  <a:cubicBezTo>
                    <a:pt x="12446" y="55626"/>
                    <a:pt x="0" y="43180"/>
                    <a:pt x="0" y="27813"/>
                  </a:cubicBezTo>
                  <a:cubicBezTo>
                    <a:pt x="0" y="12446"/>
                    <a:pt x="12446" y="0"/>
                    <a:pt x="27813" y="0"/>
                  </a:cubicBezTo>
                  <a:lnTo>
                    <a:pt x="130937" y="0"/>
                  </a:lnTo>
                  <a:cubicBezTo>
                    <a:pt x="146304" y="0"/>
                    <a:pt x="158750" y="12446"/>
                    <a:pt x="158750" y="27813"/>
                  </a:cubicBezTo>
                  <a:cubicBezTo>
                    <a:pt x="158750" y="43180"/>
                    <a:pt x="146304" y="55626"/>
                    <a:pt x="130937" y="55626"/>
                  </a:cubicBezTo>
                  <a:close/>
                </a:path>
              </a:pathLst>
            </a:custGeom>
            <a:solidFill>
              <a:srgbClr val="12FFFF"/>
            </a:solidFill>
          </p:spPr>
        </p:sp>
      </p:grpSp>
      <p:grpSp>
        <p:nvGrpSpPr>
          <p:cNvPr name="Group 209" id="209"/>
          <p:cNvGrpSpPr/>
          <p:nvPr/>
        </p:nvGrpSpPr>
        <p:grpSpPr>
          <a:xfrm rot="0">
            <a:off x="10373284" y="4425948"/>
            <a:ext cx="119128" cy="41762"/>
            <a:chOff x="0" y="0"/>
            <a:chExt cx="158837" cy="55683"/>
          </a:xfrm>
        </p:grpSpPr>
        <p:sp>
          <p:nvSpPr>
            <p:cNvPr name="Freeform 210" id="210"/>
            <p:cNvSpPr/>
            <p:nvPr/>
          </p:nvSpPr>
          <p:spPr>
            <a:xfrm flipH="false" flipV="false" rot="0">
              <a:off x="127" y="127"/>
              <a:ext cx="158750" cy="55626"/>
            </a:xfrm>
            <a:custGeom>
              <a:avLst/>
              <a:gdLst/>
              <a:ahLst/>
              <a:cxnLst/>
              <a:rect r="r" b="b" t="t" l="l"/>
              <a:pathLst>
                <a:path h="55626" w="158750">
                  <a:moveTo>
                    <a:pt x="130810" y="55499"/>
                  </a:moveTo>
                  <a:lnTo>
                    <a:pt x="27813" y="55499"/>
                  </a:lnTo>
                  <a:cubicBezTo>
                    <a:pt x="12446" y="55499"/>
                    <a:pt x="0" y="43053"/>
                    <a:pt x="0" y="27813"/>
                  </a:cubicBezTo>
                  <a:cubicBezTo>
                    <a:pt x="0" y="12573"/>
                    <a:pt x="12446" y="0"/>
                    <a:pt x="27813" y="0"/>
                  </a:cubicBezTo>
                  <a:lnTo>
                    <a:pt x="130937" y="0"/>
                  </a:lnTo>
                  <a:cubicBezTo>
                    <a:pt x="146304" y="0"/>
                    <a:pt x="158750" y="12446"/>
                    <a:pt x="158750" y="27813"/>
                  </a:cubicBezTo>
                  <a:cubicBezTo>
                    <a:pt x="158750" y="43180"/>
                    <a:pt x="146304" y="55626"/>
                    <a:pt x="130937" y="55626"/>
                  </a:cubicBezTo>
                  <a:close/>
                </a:path>
              </a:pathLst>
            </a:custGeom>
            <a:solidFill>
              <a:srgbClr val="12FFFF"/>
            </a:solidFill>
          </p:spPr>
        </p:sp>
      </p:grpSp>
      <p:grpSp>
        <p:nvGrpSpPr>
          <p:cNvPr name="Group 211" id="211"/>
          <p:cNvGrpSpPr/>
          <p:nvPr/>
        </p:nvGrpSpPr>
        <p:grpSpPr>
          <a:xfrm rot="0">
            <a:off x="14191278" y="4043344"/>
            <a:ext cx="495652" cy="41762"/>
            <a:chOff x="0" y="0"/>
            <a:chExt cx="660869" cy="55683"/>
          </a:xfrm>
        </p:grpSpPr>
        <p:sp>
          <p:nvSpPr>
            <p:cNvPr name="Freeform 212" id="212"/>
            <p:cNvSpPr/>
            <p:nvPr/>
          </p:nvSpPr>
          <p:spPr>
            <a:xfrm flipH="false" flipV="false" rot="0">
              <a:off x="127" y="127"/>
              <a:ext cx="660654" cy="55626"/>
            </a:xfrm>
            <a:custGeom>
              <a:avLst/>
              <a:gdLst/>
              <a:ahLst/>
              <a:cxnLst/>
              <a:rect r="r" b="b" t="t" l="l"/>
              <a:pathLst>
                <a:path h="55626" w="660654">
                  <a:moveTo>
                    <a:pt x="27813" y="0"/>
                  </a:moveTo>
                  <a:lnTo>
                    <a:pt x="632841" y="0"/>
                  </a:lnTo>
                  <a:cubicBezTo>
                    <a:pt x="648208" y="0"/>
                    <a:pt x="660654" y="12446"/>
                    <a:pt x="660654" y="27813"/>
                  </a:cubicBezTo>
                  <a:cubicBezTo>
                    <a:pt x="660654" y="43180"/>
                    <a:pt x="648208" y="55626"/>
                    <a:pt x="632841" y="55626"/>
                  </a:cubicBezTo>
                  <a:lnTo>
                    <a:pt x="27813" y="55626"/>
                  </a:lnTo>
                  <a:cubicBezTo>
                    <a:pt x="12446" y="55499"/>
                    <a:pt x="0" y="43053"/>
                    <a:pt x="0" y="27813"/>
                  </a:cubicBezTo>
                  <a:cubicBezTo>
                    <a:pt x="0" y="12573"/>
                    <a:pt x="12446" y="0"/>
                    <a:pt x="27813" y="0"/>
                  </a:cubicBezTo>
                  <a:close/>
                </a:path>
              </a:pathLst>
            </a:custGeom>
            <a:solidFill>
              <a:srgbClr val="CA7BEB"/>
            </a:solidFill>
          </p:spPr>
        </p:sp>
      </p:grpSp>
      <p:grpSp>
        <p:nvGrpSpPr>
          <p:cNvPr name="Group 213" id="213"/>
          <p:cNvGrpSpPr/>
          <p:nvPr/>
        </p:nvGrpSpPr>
        <p:grpSpPr>
          <a:xfrm rot="0">
            <a:off x="10688776" y="4234676"/>
            <a:ext cx="953570" cy="41762"/>
            <a:chOff x="0" y="0"/>
            <a:chExt cx="1271427" cy="55683"/>
          </a:xfrm>
        </p:grpSpPr>
        <p:sp>
          <p:nvSpPr>
            <p:cNvPr name="Freeform 214" id="214"/>
            <p:cNvSpPr/>
            <p:nvPr/>
          </p:nvSpPr>
          <p:spPr>
            <a:xfrm flipH="false" flipV="false" rot="0">
              <a:off x="0" y="0"/>
              <a:ext cx="1271397" cy="55626"/>
            </a:xfrm>
            <a:custGeom>
              <a:avLst/>
              <a:gdLst/>
              <a:ahLst/>
              <a:cxnLst/>
              <a:rect r="r" b="b" t="t" l="l"/>
              <a:pathLst>
                <a:path h="55626" w="1271397">
                  <a:moveTo>
                    <a:pt x="27813" y="0"/>
                  </a:moveTo>
                  <a:lnTo>
                    <a:pt x="1243584" y="0"/>
                  </a:lnTo>
                  <a:cubicBezTo>
                    <a:pt x="1258951" y="0"/>
                    <a:pt x="1271397" y="12446"/>
                    <a:pt x="1271397" y="27813"/>
                  </a:cubicBezTo>
                  <a:cubicBezTo>
                    <a:pt x="1271397" y="43180"/>
                    <a:pt x="1258951" y="55626"/>
                    <a:pt x="1243584" y="55626"/>
                  </a:cubicBezTo>
                  <a:lnTo>
                    <a:pt x="27813" y="55626"/>
                  </a:lnTo>
                  <a:cubicBezTo>
                    <a:pt x="12446" y="55626"/>
                    <a:pt x="0" y="43180"/>
                    <a:pt x="0" y="27813"/>
                  </a:cubicBezTo>
                  <a:cubicBezTo>
                    <a:pt x="0" y="12446"/>
                    <a:pt x="12446" y="0"/>
                    <a:pt x="27813" y="0"/>
                  </a:cubicBezTo>
                  <a:close/>
                </a:path>
              </a:pathLst>
            </a:custGeom>
            <a:solidFill>
              <a:srgbClr val="CA7BEB"/>
            </a:solidFill>
          </p:spPr>
        </p:sp>
      </p:grpSp>
      <p:grpSp>
        <p:nvGrpSpPr>
          <p:cNvPr name="Group 215" id="215"/>
          <p:cNvGrpSpPr/>
          <p:nvPr/>
        </p:nvGrpSpPr>
        <p:grpSpPr>
          <a:xfrm rot="0">
            <a:off x="10688776" y="4430036"/>
            <a:ext cx="953570" cy="41762"/>
            <a:chOff x="0" y="0"/>
            <a:chExt cx="1271427" cy="55683"/>
          </a:xfrm>
        </p:grpSpPr>
        <p:sp>
          <p:nvSpPr>
            <p:cNvPr name="Freeform 216" id="216"/>
            <p:cNvSpPr/>
            <p:nvPr/>
          </p:nvSpPr>
          <p:spPr>
            <a:xfrm flipH="false" flipV="false" rot="0">
              <a:off x="0" y="127"/>
              <a:ext cx="1271397" cy="55626"/>
            </a:xfrm>
            <a:custGeom>
              <a:avLst/>
              <a:gdLst/>
              <a:ahLst/>
              <a:cxnLst/>
              <a:rect r="r" b="b" t="t" l="l"/>
              <a:pathLst>
                <a:path h="55626" w="1271397">
                  <a:moveTo>
                    <a:pt x="27813" y="0"/>
                  </a:moveTo>
                  <a:lnTo>
                    <a:pt x="1243584" y="0"/>
                  </a:lnTo>
                  <a:cubicBezTo>
                    <a:pt x="1258951" y="0"/>
                    <a:pt x="1271397" y="12446"/>
                    <a:pt x="1271397" y="27813"/>
                  </a:cubicBezTo>
                  <a:cubicBezTo>
                    <a:pt x="1271397" y="43180"/>
                    <a:pt x="1258951" y="55626"/>
                    <a:pt x="1243584" y="55626"/>
                  </a:cubicBezTo>
                  <a:lnTo>
                    <a:pt x="27813" y="55626"/>
                  </a:lnTo>
                  <a:cubicBezTo>
                    <a:pt x="12446" y="55499"/>
                    <a:pt x="0" y="43053"/>
                    <a:pt x="0" y="27813"/>
                  </a:cubicBezTo>
                  <a:cubicBezTo>
                    <a:pt x="0" y="12573"/>
                    <a:pt x="12446" y="0"/>
                    <a:pt x="27813" y="0"/>
                  </a:cubicBezTo>
                  <a:close/>
                </a:path>
              </a:pathLst>
            </a:custGeom>
            <a:solidFill>
              <a:srgbClr val="CA7BEB"/>
            </a:solidFill>
          </p:spPr>
        </p:sp>
      </p:grpSp>
      <p:grpSp>
        <p:nvGrpSpPr>
          <p:cNvPr name="Group 217" id="217"/>
          <p:cNvGrpSpPr/>
          <p:nvPr/>
        </p:nvGrpSpPr>
        <p:grpSpPr>
          <a:xfrm rot="0">
            <a:off x="10688776" y="4627470"/>
            <a:ext cx="953570" cy="41762"/>
            <a:chOff x="0" y="0"/>
            <a:chExt cx="1271427" cy="55683"/>
          </a:xfrm>
        </p:grpSpPr>
        <p:sp>
          <p:nvSpPr>
            <p:cNvPr name="Freeform 218" id="218"/>
            <p:cNvSpPr/>
            <p:nvPr/>
          </p:nvSpPr>
          <p:spPr>
            <a:xfrm flipH="false" flipV="false" rot="0">
              <a:off x="0" y="0"/>
              <a:ext cx="1271397" cy="55626"/>
            </a:xfrm>
            <a:custGeom>
              <a:avLst/>
              <a:gdLst/>
              <a:ahLst/>
              <a:cxnLst/>
              <a:rect r="r" b="b" t="t" l="l"/>
              <a:pathLst>
                <a:path h="55626" w="1271397">
                  <a:moveTo>
                    <a:pt x="27813" y="0"/>
                  </a:moveTo>
                  <a:lnTo>
                    <a:pt x="1243584" y="0"/>
                  </a:lnTo>
                  <a:cubicBezTo>
                    <a:pt x="1258951" y="0"/>
                    <a:pt x="1271397" y="12446"/>
                    <a:pt x="1271397" y="27813"/>
                  </a:cubicBezTo>
                  <a:cubicBezTo>
                    <a:pt x="1271397" y="43180"/>
                    <a:pt x="1258951" y="55626"/>
                    <a:pt x="1243584" y="55626"/>
                  </a:cubicBezTo>
                  <a:lnTo>
                    <a:pt x="27813" y="55626"/>
                  </a:lnTo>
                  <a:cubicBezTo>
                    <a:pt x="12446" y="55626"/>
                    <a:pt x="0" y="43180"/>
                    <a:pt x="0" y="27813"/>
                  </a:cubicBezTo>
                  <a:cubicBezTo>
                    <a:pt x="0" y="12446"/>
                    <a:pt x="12446" y="0"/>
                    <a:pt x="27813" y="0"/>
                  </a:cubicBezTo>
                  <a:close/>
                </a:path>
              </a:pathLst>
            </a:custGeom>
            <a:solidFill>
              <a:srgbClr val="CA7BEB"/>
            </a:solidFill>
          </p:spPr>
        </p:sp>
      </p:grpSp>
      <p:grpSp>
        <p:nvGrpSpPr>
          <p:cNvPr name="Group 219" id="219"/>
          <p:cNvGrpSpPr/>
          <p:nvPr/>
        </p:nvGrpSpPr>
        <p:grpSpPr>
          <a:xfrm rot="0">
            <a:off x="10688776" y="4822830"/>
            <a:ext cx="953570" cy="41762"/>
            <a:chOff x="0" y="0"/>
            <a:chExt cx="1271427" cy="55683"/>
          </a:xfrm>
        </p:grpSpPr>
        <p:sp>
          <p:nvSpPr>
            <p:cNvPr name="Freeform 220" id="220"/>
            <p:cNvSpPr/>
            <p:nvPr/>
          </p:nvSpPr>
          <p:spPr>
            <a:xfrm flipH="false" flipV="false" rot="0">
              <a:off x="0" y="127"/>
              <a:ext cx="1271397" cy="55626"/>
            </a:xfrm>
            <a:custGeom>
              <a:avLst/>
              <a:gdLst/>
              <a:ahLst/>
              <a:cxnLst/>
              <a:rect r="r" b="b" t="t" l="l"/>
              <a:pathLst>
                <a:path h="55626" w="1271397">
                  <a:moveTo>
                    <a:pt x="27813" y="0"/>
                  </a:moveTo>
                  <a:lnTo>
                    <a:pt x="1243584" y="0"/>
                  </a:lnTo>
                  <a:cubicBezTo>
                    <a:pt x="1258951" y="0"/>
                    <a:pt x="1271397" y="12446"/>
                    <a:pt x="1271397" y="27813"/>
                  </a:cubicBezTo>
                  <a:cubicBezTo>
                    <a:pt x="1271397" y="43180"/>
                    <a:pt x="1258951" y="55626"/>
                    <a:pt x="1243584" y="55626"/>
                  </a:cubicBezTo>
                  <a:lnTo>
                    <a:pt x="27813" y="55626"/>
                  </a:lnTo>
                  <a:cubicBezTo>
                    <a:pt x="12446" y="55499"/>
                    <a:pt x="0" y="43053"/>
                    <a:pt x="0" y="27813"/>
                  </a:cubicBezTo>
                  <a:cubicBezTo>
                    <a:pt x="0" y="12573"/>
                    <a:pt x="12446" y="0"/>
                    <a:pt x="27813" y="0"/>
                  </a:cubicBezTo>
                  <a:close/>
                </a:path>
              </a:pathLst>
            </a:custGeom>
            <a:solidFill>
              <a:srgbClr val="CA7BEB"/>
            </a:solidFill>
          </p:spPr>
        </p:sp>
      </p:grpSp>
      <p:grpSp>
        <p:nvGrpSpPr>
          <p:cNvPr name="Group 221" id="221"/>
          <p:cNvGrpSpPr/>
          <p:nvPr/>
        </p:nvGrpSpPr>
        <p:grpSpPr>
          <a:xfrm rot="0">
            <a:off x="12200890" y="4822830"/>
            <a:ext cx="1897960" cy="41762"/>
            <a:chOff x="0" y="0"/>
            <a:chExt cx="2530613" cy="55683"/>
          </a:xfrm>
        </p:grpSpPr>
        <p:sp>
          <p:nvSpPr>
            <p:cNvPr name="Freeform 222" id="222"/>
            <p:cNvSpPr/>
            <p:nvPr/>
          </p:nvSpPr>
          <p:spPr>
            <a:xfrm flipH="false" flipV="false" rot="0">
              <a:off x="0" y="127"/>
              <a:ext cx="2530602" cy="55626"/>
            </a:xfrm>
            <a:custGeom>
              <a:avLst/>
              <a:gdLst/>
              <a:ahLst/>
              <a:cxnLst/>
              <a:rect r="r" b="b" t="t" l="l"/>
              <a:pathLst>
                <a:path h="55626" w="2530602">
                  <a:moveTo>
                    <a:pt x="27813" y="0"/>
                  </a:moveTo>
                  <a:lnTo>
                    <a:pt x="2502789" y="0"/>
                  </a:lnTo>
                  <a:cubicBezTo>
                    <a:pt x="2518156" y="0"/>
                    <a:pt x="2530602" y="12446"/>
                    <a:pt x="2530602" y="27813"/>
                  </a:cubicBezTo>
                  <a:cubicBezTo>
                    <a:pt x="2530602" y="43180"/>
                    <a:pt x="2518156" y="55626"/>
                    <a:pt x="2502789" y="55626"/>
                  </a:cubicBezTo>
                  <a:lnTo>
                    <a:pt x="27813" y="55626"/>
                  </a:lnTo>
                  <a:cubicBezTo>
                    <a:pt x="12446" y="55499"/>
                    <a:pt x="0" y="43053"/>
                    <a:pt x="0" y="27813"/>
                  </a:cubicBezTo>
                  <a:cubicBezTo>
                    <a:pt x="0" y="12573"/>
                    <a:pt x="12446" y="0"/>
                    <a:pt x="27813" y="0"/>
                  </a:cubicBezTo>
                  <a:close/>
                </a:path>
              </a:pathLst>
            </a:custGeom>
            <a:solidFill>
              <a:srgbClr val="C8AEF8"/>
            </a:solidFill>
          </p:spPr>
        </p:sp>
      </p:grpSp>
      <p:grpSp>
        <p:nvGrpSpPr>
          <p:cNvPr name="Group 223" id="223"/>
          <p:cNvGrpSpPr/>
          <p:nvPr/>
        </p:nvGrpSpPr>
        <p:grpSpPr>
          <a:xfrm rot="0">
            <a:off x="13301910" y="4627470"/>
            <a:ext cx="796882" cy="41762"/>
            <a:chOff x="0" y="0"/>
            <a:chExt cx="1062509" cy="55683"/>
          </a:xfrm>
        </p:grpSpPr>
        <p:sp>
          <p:nvSpPr>
            <p:cNvPr name="Freeform 224" id="224"/>
            <p:cNvSpPr/>
            <p:nvPr/>
          </p:nvSpPr>
          <p:spPr>
            <a:xfrm flipH="false" flipV="false" rot="0">
              <a:off x="127" y="0"/>
              <a:ext cx="1062355" cy="55626"/>
            </a:xfrm>
            <a:custGeom>
              <a:avLst/>
              <a:gdLst/>
              <a:ahLst/>
              <a:cxnLst/>
              <a:rect r="r" b="b" t="t" l="l"/>
              <a:pathLst>
                <a:path h="55626" w="1062355">
                  <a:moveTo>
                    <a:pt x="27813" y="0"/>
                  </a:moveTo>
                  <a:lnTo>
                    <a:pt x="1034542" y="0"/>
                  </a:lnTo>
                  <a:cubicBezTo>
                    <a:pt x="1049909" y="0"/>
                    <a:pt x="1062355" y="12446"/>
                    <a:pt x="1062355" y="27813"/>
                  </a:cubicBezTo>
                  <a:cubicBezTo>
                    <a:pt x="1062355" y="43180"/>
                    <a:pt x="1049909" y="55626"/>
                    <a:pt x="1034542" y="55626"/>
                  </a:cubicBezTo>
                  <a:lnTo>
                    <a:pt x="27813" y="55626"/>
                  </a:lnTo>
                  <a:cubicBezTo>
                    <a:pt x="12446" y="55626"/>
                    <a:pt x="0" y="43180"/>
                    <a:pt x="0" y="27813"/>
                  </a:cubicBezTo>
                  <a:cubicBezTo>
                    <a:pt x="0" y="12446"/>
                    <a:pt x="12446" y="0"/>
                    <a:pt x="27813" y="0"/>
                  </a:cubicBezTo>
                  <a:close/>
                </a:path>
              </a:pathLst>
            </a:custGeom>
            <a:solidFill>
              <a:srgbClr val="C8AEF8"/>
            </a:solidFill>
          </p:spPr>
        </p:sp>
      </p:grpSp>
      <p:grpSp>
        <p:nvGrpSpPr>
          <p:cNvPr name="Group 225" id="225"/>
          <p:cNvGrpSpPr/>
          <p:nvPr/>
        </p:nvGrpSpPr>
        <p:grpSpPr>
          <a:xfrm rot="0">
            <a:off x="13757788" y="4425948"/>
            <a:ext cx="340978" cy="41762"/>
            <a:chOff x="0" y="0"/>
            <a:chExt cx="454637" cy="55683"/>
          </a:xfrm>
        </p:grpSpPr>
        <p:sp>
          <p:nvSpPr>
            <p:cNvPr name="Freeform 226" id="226"/>
            <p:cNvSpPr/>
            <p:nvPr/>
          </p:nvSpPr>
          <p:spPr>
            <a:xfrm flipH="false" flipV="false" rot="0">
              <a:off x="127" y="127"/>
              <a:ext cx="454406" cy="55626"/>
            </a:xfrm>
            <a:custGeom>
              <a:avLst/>
              <a:gdLst/>
              <a:ahLst/>
              <a:cxnLst/>
              <a:rect r="r" b="b" t="t" l="l"/>
              <a:pathLst>
                <a:path h="55626" w="454406">
                  <a:moveTo>
                    <a:pt x="27813" y="0"/>
                  </a:moveTo>
                  <a:lnTo>
                    <a:pt x="426593" y="0"/>
                  </a:lnTo>
                  <a:cubicBezTo>
                    <a:pt x="441960" y="0"/>
                    <a:pt x="454406" y="12446"/>
                    <a:pt x="454406" y="27813"/>
                  </a:cubicBezTo>
                  <a:cubicBezTo>
                    <a:pt x="454406" y="43180"/>
                    <a:pt x="441960" y="55626"/>
                    <a:pt x="426593" y="55626"/>
                  </a:cubicBezTo>
                  <a:lnTo>
                    <a:pt x="27813" y="55626"/>
                  </a:lnTo>
                  <a:cubicBezTo>
                    <a:pt x="12446" y="55499"/>
                    <a:pt x="0" y="43053"/>
                    <a:pt x="0" y="27813"/>
                  </a:cubicBezTo>
                  <a:cubicBezTo>
                    <a:pt x="0" y="12573"/>
                    <a:pt x="12446" y="0"/>
                    <a:pt x="27813" y="0"/>
                  </a:cubicBezTo>
                  <a:close/>
                </a:path>
              </a:pathLst>
            </a:custGeom>
            <a:solidFill>
              <a:srgbClr val="C8AEF8"/>
            </a:solidFill>
          </p:spPr>
        </p:sp>
      </p:grpSp>
      <p:grpSp>
        <p:nvGrpSpPr>
          <p:cNvPr name="Group 227" id="227"/>
          <p:cNvGrpSpPr/>
          <p:nvPr/>
        </p:nvGrpSpPr>
        <p:grpSpPr>
          <a:xfrm rot="0">
            <a:off x="15204014" y="2620738"/>
            <a:ext cx="2228596" cy="3468802"/>
            <a:chOff x="0" y="0"/>
            <a:chExt cx="2971461" cy="4625069"/>
          </a:xfrm>
        </p:grpSpPr>
        <p:sp>
          <p:nvSpPr>
            <p:cNvPr name="Freeform 228" id="228"/>
            <p:cNvSpPr/>
            <p:nvPr/>
          </p:nvSpPr>
          <p:spPr>
            <a:xfrm flipH="false" flipV="false" rot="0">
              <a:off x="0" y="0"/>
              <a:ext cx="2971419" cy="4625086"/>
            </a:xfrm>
            <a:custGeom>
              <a:avLst/>
              <a:gdLst/>
              <a:ahLst/>
              <a:cxnLst/>
              <a:rect r="r" b="b" t="t" l="l"/>
              <a:pathLst>
                <a:path h="4625086" w="2971419">
                  <a:moveTo>
                    <a:pt x="151638" y="127"/>
                  </a:moveTo>
                  <a:cubicBezTo>
                    <a:pt x="67691" y="127"/>
                    <a:pt x="0" y="67691"/>
                    <a:pt x="0" y="151638"/>
                  </a:cubicBezTo>
                  <a:lnTo>
                    <a:pt x="0" y="4473448"/>
                  </a:lnTo>
                  <a:cubicBezTo>
                    <a:pt x="0" y="4557395"/>
                    <a:pt x="67691" y="4625086"/>
                    <a:pt x="151638" y="4625086"/>
                  </a:cubicBezTo>
                  <a:lnTo>
                    <a:pt x="2819781" y="4625086"/>
                  </a:lnTo>
                  <a:cubicBezTo>
                    <a:pt x="2903728" y="4625086"/>
                    <a:pt x="2971419" y="4557522"/>
                    <a:pt x="2971419" y="4473448"/>
                  </a:cubicBezTo>
                  <a:lnTo>
                    <a:pt x="2971419" y="151638"/>
                  </a:lnTo>
                  <a:cubicBezTo>
                    <a:pt x="2971419" y="67691"/>
                    <a:pt x="2903855" y="0"/>
                    <a:pt x="2819781" y="0"/>
                  </a:cubicBezTo>
                  <a:close/>
                </a:path>
              </a:pathLst>
            </a:custGeom>
            <a:solidFill>
              <a:srgbClr val="878FFF"/>
            </a:solidFill>
          </p:spPr>
        </p:sp>
      </p:grpSp>
      <p:grpSp>
        <p:nvGrpSpPr>
          <p:cNvPr name="Group 229" id="229"/>
          <p:cNvGrpSpPr/>
          <p:nvPr/>
        </p:nvGrpSpPr>
        <p:grpSpPr>
          <a:xfrm rot="0">
            <a:off x="15204014" y="2620738"/>
            <a:ext cx="2228596" cy="314902"/>
            <a:chOff x="0" y="0"/>
            <a:chExt cx="2971461" cy="419869"/>
          </a:xfrm>
        </p:grpSpPr>
        <p:sp>
          <p:nvSpPr>
            <p:cNvPr name="Freeform 230" id="230"/>
            <p:cNvSpPr/>
            <p:nvPr/>
          </p:nvSpPr>
          <p:spPr>
            <a:xfrm flipH="false" flipV="false" rot="0">
              <a:off x="0" y="0"/>
              <a:ext cx="2971419" cy="419862"/>
            </a:xfrm>
            <a:custGeom>
              <a:avLst/>
              <a:gdLst/>
              <a:ahLst/>
              <a:cxnLst/>
              <a:rect r="r" b="b" t="t" l="l"/>
              <a:pathLst>
                <a:path h="419862" w="2971419">
                  <a:moveTo>
                    <a:pt x="114300" y="127"/>
                  </a:moveTo>
                  <a:cubicBezTo>
                    <a:pt x="51308" y="127"/>
                    <a:pt x="0" y="51308"/>
                    <a:pt x="0" y="114300"/>
                  </a:cubicBezTo>
                  <a:lnTo>
                    <a:pt x="0" y="419862"/>
                  </a:lnTo>
                  <a:lnTo>
                    <a:pt x="2971419" y="419862"/>
                  </a:lnTo>
                  <a:lnTo>
                    <a:pt x="2971419" y="114300"/>
                  </a:lnTo>
                  <a:cubicBezTo>
                    <a:pt x="2971419" y="51308"/>
                    <a:pt x="2920111" y="0"/>
                    <a:pt x="2857119" y="0"/>
                  </a:cubicBezTo>
                  <a:close/>
                </a:path>
              </a:pathLst>
            </a:custGeom>
            <a:solidFill>
              <a:srgbClr val="C8AEF8"/>
            </a:solidFill>
          </p:spPr>
        </p:sp>
      </p:grpSp>
      <p:grpSp>
        <p:nvGrpSpPr>
          <p:cNvPr name="Group 231" id="231"/>
          <p:cNvGrpSpPr/>
          <p:nvPr/>
        </p:nvGrpSpPr>
        <p:grpSpPr>
          <a:xfrm rot="0">
            <a:off x="15324730" y="3030084"/>
            <a:ext cx="1992406" cy="2956252"/>
            <a:chOff x="0" y="0"/>
            <a:chExt cx="2656541" cy="3941669"/>
          </a:xfrm>
        </p:grpSpPr>
        <p:sp>
          <p:nvSpPr>
            <p:cNvPr name="Freeform 232" id="232"/>
            <p:cNvSpPr/>
            <p:nvPr/>
          </p:nvSpPr>
          <p:spPr>
            <a:xfrm flipH="false" flipV="false" rot="0">
              <a:off x="0" y="0"/>
              <a:ext cx="2656459" cy="3941699"/>
            </a:xfrm>
            <a:custGeom>
              <a:avLst/>
              <a:gdLst/>
              <a:ahLst/>
              <a:cxnLst/>
              <a:rect r="r" b="b" t="t" l="l"/>
              <a:pathLst>
                <a:path h="3941699" w="2656459">
                  <a:moveTo>
                    <a:pt x="2535174" y="3941699"/>
                  </a:moveTo>
                  <a:lnTo>
                    <a:pt x="123571" y="3941699"/>
                  </a:lnTo>
                  <a:cubicBezTo>
                    <a:pt x="56007" y="3941699"/>
                    <a:pt x="0" y="3888105"/>
                    <a:pt x="0" y="3820414"/>
                  </a:cubicBezTo>
                  <a:lnTo>
                    <a:pt x="0" y="121285"/>
                  </a:lnTo>
                  <a:cubicBezTo>
                    <a:pt x="0" y="53594"/>
                    <a:pt x="56007" y="0"/>
                    <a:pt x="123571" y="0"/>
                  </a:cubicBezTo>
                  <a:lnTo>
                    <a:pt x="2535174" y="0"/>
                  </a:lnTo>
                  <a:cubicBezTo>
                    <a:pt x="2602865" y="0"/>
                    <a:pt x="2656459" y="53594"/>
                    <a:pt x="2656459" y="121285"/>
                  </a:cubicBezTo>
                  <a:lnTo>
                    <a:pt x="2656459" y="3820414"/>
                  </a:lnTo>
                  <a:cubicBezTo>
                    <a:pt x="2656459" y="3888105"/>
                    <a:pt x="2602865" y="3941699"/>
                    <a:pt x="2535174" y="3941699"/>
                  </a:cubicBezTo>
                  <a:close/>
                </a:path>
              </a:pathLst>
            </a:custGeom>
            <a:solidFill>
              <a:srgbClr val="240860"/>
            </a:solidFill>
          </p:spPr>
        </p:sp>
      </p:grpSp>
      <p:grpSp>
        <p:nvGrpSpPr>
          <p:cNvPr name="Group 233" id="233"/>
          <p:cNvGrpSpPr/>
          <p:nvPr/>
        </p:nvGrpSpPr>
        <p:grpSpPr>
          <a:xfrm rot="0">
            <a:off x="15811006" y="2725670"/>
            <a:ext cx="106768" cy="54328"/>
            <a:chOff x="0" y="0"/>
            <a:chExt cx="142357" cy="72437"/>
          </a:xfrm>
        </p:grpSpPr>
        <p:sp>
          <p:nvSpPr>
            <p:cNvPr name="Freeform 234" id="234"/>
            <p:cNvSpPr/>
            <p:nvPr/>
          </p:nvSpPr>
          <p:spPr>
            <a:xfrm flipH="false" flipV="false" rot="0">
              <a:off x="0" y="127"/>
              <a:ext cx="142240" cy="72263"/>
            </a:xfrm>
            <a:custGeom>
              <a:avLst/>
              <a:gdLst/>
              <a:ahLst/>
              <a:cxnLst/>
              <a:rect r="r" b="b" t="t" l="l"/>
              <a:pathLst>
                <a:path h="72263" w="142240">
                  <a:moveTo>
                    <a:pt x="69977" y="0"/>
                  </a:moveTo>
                  <a:cubicBezTo>
                    <a:pt x="30353" y="0"/>
                    <a:pt x="0" y="30226"/>
                    <a:pt x="0" y="69977"/>
                  </a:cubicBezTo>
                  <a:lnTo>
                    <a:pt x="0" y="72263"/>
                  </a:lnTo>
                  <a:cubicBezTo>
                    <a:pt x="0" y="32639"/>
                    <a:pt x="30353" y="0"/>
                    <a:pt x="69977" y="0"/>
                  </a:cubicBezTo>
                  <a:close/>
                  <a:cubicBezTo>
                    <a:pt x="109601" y="0"/>
                    <a:pt x="142240" y="32639"/>
                    <a:pt x="142240" y="72263"/>
                  </a:cubicBezTo>
                  <a:lnTo>
                    <a:pt x="142240" y="69977"/>
                  </a:lnTo>
                  <a:cubicBezTo>
                    <a:pt x="142240" y="30226"/>
                    <a:pt x="109601" y="0"/>
                    <a:pt x="69977" y="0"/>
                  </a:cubicBezTo>
                  <a:close/>
                </a:path>
              </a:pathLst>
            </a:custGeom>
            <a:solidFill>
              <a:srgbClr val="84FA9C"/>
            </a:solidFill>
          </p:spPr>
        </p:sp>
      </p:grpSp>
      <p:grpSp>
        <p:nvGrpSpPr>
          <p:cNvPr name="Group 235" id="235"/>
          <p:cNvGrpSpPr/>
          <p:nvPr/>
        </p:nvGrpSpPr>
        <p:grpSpPr>
          <a:xfrm rot="0">
            <a:off x="15420906" y="3376396"/>
            <a:ext cx="1415198" cy="33300"/>
            <a:chOff x="0" y="0"/>
            <a:chExt cx="1886931" cy="44400"/>
          </a:xfrm>
        </p:grpSpPr>
        <p:sp>
          <p:nvSpPr>
            <p:cNvPr name="Freeform 236" id="236"/>
            <p:cNvSpPr/>
            <p:nvPr/>
          </p:nvSpPr>
          <p:spPr>
            <a:xfrm flipH="false" flipV="false" rot="0">
              <a:off x="127" y="127"/>
              <a:ext cx="1886839" cy="44323"/>
            </a:xfrm>
            <a:custGeom>
              <a:avLst/>
              <a:gdLst/>
              <a:ahLst/>
              <a:cxnLst/>
              <a:rect r="r" b="b" t="t" l="l"/>
              <a:pathLst>
                <a:path h="44323" w="1886839">
                  <a:moveTo>
                    <a:pt x="23241" y="0"/>
                  </a:moveTo>
                  <a:cubicBezTo>
                    <a:pt x="9271" y="0"/>
                    <a:pt x="0" y="9271"/>
                    <a:pt x="0" y="20955"/>
                  </a:cubicBezTo>
                  <a:cubicBezTo>
                    <a:pt x="0" y="34925"/>
                    <a:pt x="9271" y="44323"/>
                    <a:pt x="23241" y="44323"/>
                  </a:cubicBezTo>
                  <a:lnTo>
                    <a:pt x="1865757" y="44323"/>
                  </a:lnTo>
                  <a:cubicBezTo>
                    <a:pt x="1877441" y="44323"/>
                    <a:pt x="1886839" y="34925"/>
                    <a:pt x="1886839" y="20955"/>
                  </a:cubicBezTo>
                  <a:cubicBezTo>
                    <a:pt x="1886839" y="9271"/>
                    <a:pt x="1877441" y="0"/>
                    <a:pt x="1865757" y="0"/>
                  </a:cubicBezTo>
                  <a:close/>
                </a:path>
              </a:pathLst>
            </a:custGeom>
            <a:solidFill>
              <a:srgbClr val="12D77E"/>
            </a:solidFill>
          </p:spPr>
        </p:sp>
      </p:grpSp>
      <p:grpSp>
        <p:nvGrpSpPr>
          <p:cNvPr name="Group 237" id="237"/>
          <p:cNvGrpSpPr/>
          <p:nvPr/>
        </p:nvGrpSpPr>
        <p:grpSpPr>
          <a:xfrm rot="0">
            <a:off x="16923516" y="3376396"/>
            <a:ext cx="136502" cy="33300"/>
            <a:chOff x="0" y="0"/>
            <a:chExt cx="182003" cy="44400"/>
          </a:xfrm>
        </p:grpSpPr>
        <p:sp>
          <p:nvSpPr>
            <p:cNvPr name="Freeform 238" id="238"/>
            <p:cNvSpPr/>
            <p:nvPr/>
          </p:nvSpPr>
          <p:spPr>
            <a:xfrm flipH="false" flipV="false" rot="0">
              <a:off x="127" y="127"/>
              <a:ext cx="181737" cy="44323"/>
            </a:xfrm>
            <a:custGeom>
              <a:avLst/>
              <a:gdLst/>
              <a:ahLst/>
              <a:cxnLst/>
              <a:rect r="r" b="b" t="t" l="l"/>
              <a:pathLst>
                <a:path h="44323" w="181737">
                  <a:moveTo>
                    <a:pt x="20955" y="0"/>
                  </a:moveTo>
                  <a:cubicBezTo>
                    <a:pt x="9271" y="0"/>
                    <a:pt x="0" y="9271"/>
                    <a:pt x="0" y="20955"/>
                  </a:cubicBezTo>
                  <a:cubicBezTo>
                    <a:pt x="0" y="34925"/>
                    <a:pt x="9271" y="44323"/>
                    <a:pt x="20955" y="44323"/>
                  </a:cubicBezTo>
                  <a:lnTo>
                    <a:pt x="158496" y="44323"/>
                  </a:lnTo>
                  <a:cubicBezTo>
                    <a:pt x="170180" y="44323"/>
                    <a:pt x="181737" y="34925"/>
                    <a:pt x="181737" y="20955"/>
                  </a:cubicBezTo>
                  <a:cubicBezTo>
                    <a:pt x="181737" y="9271"/>
                    <a:pt x="170180" y="0"/>
                    <a:pt x="158496" y="0"/>
                  </a:cubicBezTo>
                  <a:close/>
                </a:path>
              </a:pathLst>
            </a:custGeom>
            <a:solidFill>
              <a:srgbClr val="12D77E"/>
            </a:solidFill>
          </p:spPr>
        </p:sp>
      </p:grpSp>
      <p:grpSp>
        <p:nvGrpSpPr>
          <p:cNvPr name="Group 239" id="239"/>
          <p:cNvGrpSpPr/>
          <p:nvPr/>
        </p:nvGrpSpPr>
        <p:grpSpPr>
          <a:xfrm rot="0">
            <a:off x="17112456" y="3376396"/>
            <a:ext cx="110228" cy="33300"/>
            <a:chOff x="0" y="0"/>
            <a:chExt cx="146971" cy="44400"/>
          </a:xfrm>
        </p:grpSpPr>
        <p:sp>
          <p:nvSpPr>
            <p:cNvPr name="Freeform 240" id="240"/>
            <p:cNvSpPr/>
            <p:nvPr/>
          </p:nvSpPr>
          <p:spPr>
            <a:xfrm flipH="false" flipV="false" rot="0">
              <a:off x="0" y="127"/>
              <a:ext cx="146939" cy="44323"/>
            </a:xfrm>
            <a:custGeom>
              <a:avLst/>
              <a:gdLst/>
              <a:ahLst/>
              <a:cxnLst/>
              <a:rect r="r" b="b" t="t" l="l"/>
              <a:pathLst>
                <a:path h="44323" w="146939">
                  <a:moveTo>
                    <a:pt x="20955" y="0"/>
                  </a:moveTo>
                  <a:cubicBezTo>
                    <a:pt x="9398" y="0"/>
                    <a:pt x="0" y="9271"/>
                    <a:pt x="0" y="20955"/>
                  </a:cubicBezTo>
                  <a:cubicBezTo>
                    <a:pt x="0" y="34925"/>
                    <a:pt x="9398" y="44323"/>
                    <a:pt x="20955" y="44323"/>
                  </a:cubicBezTo>
                  <a:lnTo>
                    <a:pt x="123571" y="44323"/>
                  </a:lnTo>
                  <a:cubicBezTo>
                    <a:pt x="137541" y="44323"/>
                    <a:pt x="146939" y="34925"/>
                    <a:pt x="146939" y="20955"/>
                  </a:cubicBezTo>
                  <a:cubicBezTo>
                    <a:pt x="146939" y="9271"/>
                    <a:pt x="137541" y="0"/>
                    <a:pt x="123571" y="0"/>
                  </a:cubicBezTo>
                  <a:close/>
                </a:path>
              </a:pathLst>
            </a:custGeom>
            <a:solidFill>
              <a:srgbClr val="12D77E"/>
            </a:solidFill>
          </p:spPr>
        </p:sp>
      </p:grpSp>
      <p:grpSp>
        <p:nvGrpSpPr>
          <p:cNvPr name="Group 241" id="241"/>
          <p:cNvGrpSpPr/>
          <p:nvPr/>
        </p:nvGrpSpPr>
        <p:grpSpPr>
          <a:xfrm rot="0">
            <a:off x="15420906" y="3532090"/>
            <a:ext cx="809988" cy="33300"/>
            <a:chOff x="0" y="0"/>
            <a:chExt cx="1079984" cy="44400"/>
          </a:xfrm>
        </p:grpSpPr>
        <p:sp>
          <p:nvSpPr>
            <p:cNvPr name="Freeform 242" id="242"/>
            <p:cNvSpPr/>
            <p:nvPr/>
          </p:nvSpPr>
          <p:spPr>
            <a:xfrm flipH="false" flipV="false" rot="0">
              <a:off x="127" y="127"/>
              <a:ext cx="1079754" cy="44196"/>
            </a:xfrm>
            <a:custGeom>
              <a:avLst/>
              <a:gdLst/>
              <a:ahLst/>
              <a:cxnLst/>
              <a:rect r="r" b="b" t="t" l="l"/>
              <a:pathLst>
                <a:path h="44196" w="1079754">
                  <a:moveTo>
                    <a:pt x="23241" y="0"/>
                  </a:moveTo>
                  <a:cubicBezTo>
                    <a:pt x="9271" y="0"/>
                    <a:pt x="0" y="9271"/>
                    <a:pt x="0" y="23241"/>
                  </a:cubicBezTo>
                  <a:cubicBezTo>
                    <a:pt x="0" y="34925"/>
                    <a:pt x="9271" y="44196"/>
                    <a:pt x="23241" y="44196"/>
                  </a:cubicBezTo>
                  <a:lnTo>
                    <a:pt x="1056513" y="44196"/>
                  </a:lnTo>
                  <a:cubicBezTo>
                    <a:pt x="1070483" y="44196"/>
                    <a:pt x="1079754" y="34925"/>
                    <a:pt x="1079754" y="23241"/>
                  </a:cubicBezTo>
                  <a:cubicBezTo>
                    <a:pt x="1079754" y="9271"/>
                    <a:pt x="1070483" y="0"/>
                    <a:pt x="1056513" y="0"/>
                  </a:cubicBezTo>
                  <a:close/>
                </a:path>
              </a:pathLst>
            </a:custGeom>
            <a:solidFill>
              <a:srgbClr val="12FFFF"/>
            </a:solidFill>
          </p:spPr>
        </p:sp>
      </p:grpSp>
      <p:grpSp>
        <p:nvGrpSpPr>
          <p:cNvPr name="Group 243" id="243"/>
          <p:cNvGrpSpPr/>
          <p:nvPr/>
        </p:nvGrpSpPr>
        <p:grpSpPr>
          <a:xfrm rot="0">
            <a:off x="16244788" y="3532090"/>
            <a:ext cx="255488" cy="33300"/>
            <a:chOff x="0" y="0"/>
            <a:chExt cx="340651" cy="44400"/>
          </a:xfrm>
        </p:grpSpPr>
        <p:sp>
          <p:nvSpPr>
            <p:cNvPr name="Freeform 244" id="244"/>
            <p:cNvSpPr/>
            <p:nvPr/>
          </p:nvSpPr>
          <p:spPr>
            <a:xfrm flipH="false" flipV="false" rot="0">
              <a:off x="127" y="127"/>
              <a:ext cx="340487" cy="44196"/>
            </a:xfrm>
            <a:custGeom>
              <a:avLst/>
              <a:gdLst/>
              <a:ahLst/>
              <a:cxnLst/>
              <a:rect r="r" b="b" t="t" l="l"/>
              <a:pathLst>
                <a:path h="44196" w="340487">
                  <a:moveTo>
                    <a:pt x="20955" y="0"/>
                  </a:moveTo>
                  <a:cubicBezTo>
                    <a:pt x="9271" y="0"/>
                    <a:pt x="0" y="9271"/>
                    <a:pt x="0" y="23241"/>
                  </a:cubicBezTo>
                  <a:cubicBezTo>
                    <a:pt x="0" y="34925"/>
                    <a:pt x="9271" y="44196"/>
                    <a:pt x="20955" y="44196"/>
                  </a:cubicBezTo>
                  <a:lnTo>
                    <a:pt x="319532" y="44196"/>
                  </a:lnTo>
                  <a:cubicBezTo>
                    <a:pt x="331216" y="44196"/>
                    <a:pt x="340487" y="34925"/>
                    <a:pt x="340487" y="23241"/>
                  </a:cubicBezTo>
                  <a:cubicBezTo>
                    <a:pt x="340487" y="9271"/>
                    <a:pt x="331216" y="0"/>
                    <a:pt x="319532" y="0"/>
                  </a:cubicBezTo>
                  <a:close/>
                </a:path>
              </a:pathLst>
            </a:custGeom>
            <a:solidFill>
              <a:srgbClr val="12FFFF"/>
            </a:solidFill>
          </p:spPr>
        </p:sp>
      </p:grpSp>
      <p:grpSp>
        <p:nvGrpSpPr>
          <p:cNvPr name="Group 245" id="245"/>
          <p:cNvGrpSpPr/>
          <p:nvPr/>
        </p:nvGrpSpPr>
        <p:grpSpPr>
          <a:xfrm rot="0">
            <a:off x="16328796" y="3621290"/>
            <a:ext cx="171478" cy="35030"/>
            <a:chOff x="0" y="0"/>
            <a:chExt cx="228637" cy="46707"/>
          </a:xfrm>
        </p:grpSpPr>
        <p:sp>
          <p:nvSpPr>
            <p:cNvPr name="Freeform 246" id="246"/>
            <p:cNvSpPr/>
            <p:nvPr/>
          </p:nvSpPr>
          <p:spPr>
            <a:xfrm flipH="false" flipV="false" rot="0">
              <a:off x="0" y="127"/>
              <a:ext cx="228600" cy="46609"/>
            </a:xfrm>
            <a:custGeom>
              <a:avLst/>
              <a:gdLst/>
              <a:ahLst/>
              <a:cxnLst/>
              <a:rect r="r" b="b" t="t" l="l"/>
              <a:pathLst>
                <a:path h="46609" w="228600">
                  <a:moveTo>
                    <a:pt x="23368" y="0"/>
                  </a:moveTo>
                  <a:cubicBezTo>
                    <a:pt x="9398" y="0"/>
                    <a:pt x="0" y="11557"/>
                    <a:pt x="0" y="23241"/>
                  </a:cubicBezTo>
                  <a:cubicBezTo>
                    <a:pt x="0" y="37338"/>
                    <a:pt x="9398" y="46609"/>
                    <a:pt x="23368" y="46609"/>
                  </a:cubicBezTo>
                  <a:lnTo>
                    <a:pt x="207645" y="46609"/>
                  </a:lnTo>
                  <a:cubicBezTo>
                    <a:pt x="219329" y="46609"/>
                    <a:pt x="228600" y="34925"/>
                    <a:pt x="228600" y="23241"/>
                  </a:cubicBezTo>
                  <a:cubicBezTo>
                    <a:pt x="228600" y="11557"/>
                    <a:pt x="219329" y="0"/>
                    <a:pt x="207645" y="0"/>
                  </a:cubicBezTo>
                  <a:close/>
                </a:path>
              </a:pathLst>
            </a:custGeom>
            <a:solidFill>
              <a:srgbClr val="12FFFF"/>
            </a:solidFill>
          </p:spPr>
        </p:sp>
      </p:grpSp>
      <p:grpSp>
        <p:nvGrpSpPr>
          <p:cNvPr name="Group 247" id="247"/>
          <p:cNvGrpSpPr/>
          <p:nvPr/>
        </p:nvGrpSpPr>
        <p:grpSpPr>
          <a:xfrm rot="0">
            <a:off x="16244788" y="3621290"/>
            <a:ext cx="50814" cy="35030"/>
            <a:chOff x="0" y="0"/>
            <a:chExt cx="67752" cy="46707"/>
          </a:xfrm>
        </p:grpSpPr>
        <p:sp>
          <p:nvSpPr>
            <p:cNvPr name="Freeform 248" id="248"/>
            <p:cNvSpPr/>
            <p:nvPr/>
          </p:nvSpPr>
          <p:spPr>
            <a:xfrm flipH="false" flipV="false" rot="0">
              <a:off x="127" y="127"/>
              <a:ext cx="67564" cy="46609"/>
            </a:xfrm>
            <a:custGeom>
              <a:avLst/>
              <a:gdLst/>
              <a:ahLst/>
              <a:cxnLst/>
              <a:rect r="r" b="b" t="t" l="l"/>
              <a:pathLst>
                <a:path h="46609" w="67564">
                  <a:moveTo>
                    <a:pt x="23241" y="0"/>
                  </a:moveTo>
                  <a:cubicBezTo>
                    <a:pt x="11557" y="0"/>
                    <a:pt x="0" y="11557"/>
                    <a:pt x="0" y="23241"/>
                  </a:cubicBezTo>
                  <a:cubicBezTo>
                    <a:pt x="0" y="37338"/>
                    <a:pt x="11684" y="46609"/>
                    <a:pt x="23368" y="46609"/>
                  </a:cubicBezTo>
                  <a:lnTo>
                    <a:pt x="44323" y="46609"/>
                  </a:lnTo>
                  <a:cubicBezTo>
                    <a:pt x="56007" y="46609"/>
                    <a:pt x="67564" y="34925"/>
                    <a:pt x="67564" y="23241"/>
                  </a:cubicBezTo>
                  <a:cubicBezTo>
                    <a:pt x="67564" y="11557"/>
                    <a:pt x="58293" y="0"/>
                    <a:pt x="44323" y="0"/>
                  </a:cubicBezTo>
                  <a:close/>
                </a:path>
              </a:pathLst>
            </a:custGeom>
            <a:solidFill>
              <a:srgbClr val="12FFFF"/>
            </a:solidFill>
          </p:spPr>
        </p:sp>
      </p:grpSp>
      <p:grpSp>
        <p:nvGrpSpPr>
          <p:cNvPr name="Group 249" id="249"/>
          <p:cNvGrpSpPr/>
          <p:nvPr/>
        </p:nvGrpSpPr>
        <p:grpSpPr>
          <a:xfrm rot="0">
            <a:off x="16043628" y="3621290"/>
            <a:ext cx="154016" cy="35030"/>
            <a:chOff x="0" y="0"/>
            <a:chExt cx="205355" cy="46707"/>
          </a:xfrm>
        </p:grpSpPr>
        <p:sp>
          <p:nvSpPr>
            <p:cNvPr name="Freeform 250" id="250"/>
            <p:cNvSpPr/>
            <p:nvPr/>
          </p:nvSpPr>
          <p:spPr>
            <a:xfrm flipH="false" flipV="false" rot="0">
              <a:off x="127" y="127"/>
              <a:ext cx="205105" cy="46609"/>
            </a:xfrm>
            <a:custGeom>
              <a:avLst/>
              <a:gdLst/>
              <a:ahLst/>
              <a:cxnLst/>
              <a:rect r="r" b="b" t="t" l="l"/>
              <a:pathLst>
                <a:path h="46609" w="205105">
                  <a:moveTo>
                    <a:pt x="20955" y="0"/>
                  </a:moveTo>
                  <a:cubicBezTo>
                    <a:pt x="9271" y="0"/>
                    <a:pt x="0" y="11557"/>
                    <a:pt x="0" y="23241"/>
                  </a:cubicBezTo>
                  <a:cubicBezTo>
                    <a:pt x="0" y="37338"/>
                    <a:pt x="9271" y="46609"/>
                    <a:pt x="20955" y="46609"/>
                  </a:cubicBezTo>
                  <a:lnTo>
                    <a:pt x="184150" y="46609"/>
                  </a:lnTo>
                  <a:cubicBezTo>
                    <a:pt x="195834" y="46609"/>
                    <a:pt x="205105" y="34925"/>
                    <a:pt x="205105" y="23241"/>
                  </a:cubicBezTo>
                  <a:cubicBezTo>
                    <a:pt x="205105" y="11557"/>
                    <a:pt x="195834" y="0"/>
                    <a:pt x="184150" y="0"/>
                  </a:cubicBezTo>
                  <a:close/>
                </a:path>
              </a:pathLst>
            </a:custGeom>
            <a:solidFill>
              <a:srgbClr val="12FFFF"/>
            </a:solidFill>
          </p:spPr>
        </p:sp>
      </p:grpSp>
      <p:grpSp>
        <p:nvGrpSpPr>
          <p:cNvPr name="Group 251" id="251"/>
          <p:cNvGrpSpPr/>
          <p:nvPr/>
        </p:nvGrpSpPr>
        <p:grpSpPr>
          <a:xfrm rot="0">
            <a:off x="15825006" y="3621290"/>
            <a:ext cx="155746" cy="35030"/>
            <a:chOff x="0" y="0"/>
            <a:chExt cx="207661" cy="46707"/>
          </a:xfrm>
        </p:grpSpPr>
        <p:sp>
          <p:nvSpPr>
            <p:cNvPr name="Freeform 252" id="252"/>
            <p:cNvSpPr/>
            <p:nvPr/>
          </p:nvSpPr>
          <p:spPr>
            <a:xfrm flipH="false" flipV="false" rot="0">
              <a:off x="0" y="127"/>
              <a:ext cx="205648" cy="46609"/>
            </a:xfrm>
            <a:custGeom>
              <a:avLst/>
              <a:gdLst/>
              <a:ahLst/>
              <a:cxnLst/>
              <a:rect r="r" b="b" t="t" l="l"/>
              <a:pathLst>
                <a:path h="46609" w="205648">
                  <a:moveTo>
                    <a:pt x="20955" y="0"/>
                  </a:moveTo>
                  <a:cubicBezTo>
                    <a:pt x="9398" y="0"/>
                    <a:pt x="0" y="11557"/>
                    <a:pt x="0" y="23241"/>
                  </a:cubicBezTo>
                  <a:cubicBezTo>
                    <a:pt x="0" y="37338"/>
                    <a:pt x="9398" y="46609"/>
                    <a:pt x="20955" y="46609"/>
                  </a:cubicBezTo>
                  <a:lnTo>
                    <a:pt x="184277" y="46609"/>
                  </a:lnTo>
                  <a:cubicBezTo>
                    <a:pt x="195961" y="46609"/>
                    <a:pt x="207645" y="34925"/>
                    <a:pt x="205359" y="23241"/>
                  </a:cubicBezTo>
                  <a:cubicBezTo>
                    <a:pt x="205359" y="11684"/>
                    <a:pt x="195961" y="0"/>
                    <a:pt x="184277" y="0"/>
                  </a:cubicBezTo>
                  <a:close/>
                </a:path>
              </a:pathLst>
            </a:custGeom>
            <a:solidFill>
              <a:srgbClr val="12FFFF"/>
            </a:solidFill>
          </p:spPr>
        </p:sp>
      </p:grpSp>
      <p:grpSp>
        <p:nvGrpSpPr>
          <p:cNvPr name="Group 253" id="253"/>
          <p:cNvGrpSpPr/>
          <p:nvPr/>
        </p:nvGrpSpPr>
        <p:grpSpPr>
          <a:xfrm rot="0">
            <a:off x="15606332" y="3621290"/>
            <a:ext cx="155746" cy="35030"/>
            <a:chOff x="0" y="0"/>
            <a:chExt cx="207661" cy="46707"/>
          </a:xfrm>
        </p:grpSpPr>
        <p:sp>
          <p:nvSpPr>
            <p:cNvPr name="Freeform 254" id="254"/>
            <p:cNvSpPr/>
            <p:nvPr/>
          </p:nvSpPr>
          <p:spPr>
            <a:xfrm flipH="false" flipV="false" rot="0">
              <a:off x="127" y="127"/>
              <a:ext cx="207391" cy="46609"/>
            </a:xfrm>
            <a:custGeom>
              <a:avLst/>
              <a:gdLst/>
              <a:ahLst/>
              <a:cxnLst/>
              <a:rect r="r" b="b" t="t" l="l"/>
              <a:pathLst>
                <a:path h="46609" w="207391">
                  <a:moveTo>
                    <a:pt x="20955" y="0"/>
                  </a:moveTo>
                  <a:cubicBezTo>
                    <a:pt x="9271" y="0"/>
                    <a:pt x="0" y="11557"/>
                    <a:pt x="0" y="23241"/>
                  </a:cubicBezTo>
                  <a:cubicBezTo>
                    <a:pt x="0" y="37338"/>
                    <a:pt x="9271" y="46609"/>
                    <a:pt x="20955" y="46609"/>
                  </a:cubicBezTo>
                  <a:lnTo>
                    <a:pt x="184150" y="46609"/>
                  </a:lnTo>
                  <a:cubicBezTo>
                    <a:pt x="195834" y="46609"/>
                    <a:pt x="207391" y="34925"/>
                    <a:pt x="207391" y="23241"/>
                  </a:cubicBezTo>
                  <a:cubicBezTo>
                    <a:pt x="207391" y="11557"/>
                    <a:pt x="195834" y="0"/>
                    <a:pt x="184150" y="0"/>
                  </a:cubicBezTo>
                  <a:close/>
                </a:path>
              </a:pathLst>
            </a:custGeom>
            <a:solidFill>
              <a:srgbClr val="12FFFF"/>
            </a:solidFill>
          </p:spPr>
        </p:sp>
      </p:grpSp>
      <p:grpSp>
        <p:nvGrpSpPr>
          <p:cNvPr name="Group 255" id="255"/>
          <p:cNvGrpSpPr/>
          <p:nvPr/>
        </p:nvGrpSpPr>
        <p:grpSpPr>
          <a:xfrm rot="0">
            <a:off x="15606332" y="3731518"/>
            <a:ext cx="1313726" cy="33300"/>
            <a:chOff x="0" y="0"/>
            <a:chExt cx="1751635" cy="44400"/>
          </a:xfrm>
        </p:grpSpPr>
        <p:sp>
          <p:nvSpPr>
            <p:cNvPr name="Freeform 256" id="256"/>
            <p:cNvSpPr/>
            <p:nvPr/>
          </p:nvSpPr>
          <p:spPr>
            <a:xfrm flipH="false" flipV="false" rot="0">
              <a:off x="127" y="0"/>
              <a:ext cx="1749490" cy="44323"/>
            </a:xfrm>
            <a:custGeom>
              <a:avLst/>
              <a:gdLst/>
              <a:ahLst/>
              <a:cxnLst/>
              <a:rect r="r" b="b" t="t" l="l"/>
              <a:pathLst>
                <a:path h="44323" w="1749490">
                  <a:moveTo>
                    <a:pt x="20955" y="0"/>
                  </a:moveTo>
                  <a:cubicBezTo>
                    <a:pt x="9271" y="0"/>
                    <a:pt x="0" y="9398"/>
                    <a:pt x="0" y="23368"/>
                  </a:cubicBezTo>
                  <a:cubicBezTo>
                    <a:pt x="0" y="35052"/>
                    <a:pt x="9271" y="44323"/>
                    <a:pt x="20955" y="44323"/>
                  </a:cubicBezTo>
                  <a:lnTo>
                    <a:pt x="1728216" y="44323"/>
                  </a:lnTo>
                  <a:cubicBezTo>
                    <a:pt x="1739900" y="44323"/>
                    <a:pt x="1751584" y="35052"/>
                    <a:pt x="1749171" y="23368"/>
                  </a:cubicBezTo>
                  <a:cubicBezTo>
                    <a:pt x="1749171" y="9398"/>
                    <a:pt x="1739773" y="0"/>
                    <a:pt x="1728216" y="0"/>
                  </a:cubicBezTo>
                  <a:close/>
                </a:path>
              </a:pathLst>
            </a:custGeom>
            <a:solidFill>
              <a:srgbClr val="878FFF"/>
            </a:solidFill>
          </p:spPr>
        </p:sp>
      </p:grpSp>
      <p:grpSp>
        <p:nvGrpSpPr>
          <p:cNvPr name="Group 257" id="257"/>
          <p:cNvGrpSpPr/>
          <p:nvPr/>
        </p:nvGrpSpPr>
        <p:grpSpPr>
          <a:xfrm rot="0">
            <a:off x="15420906" y="3621290"/>
            <a:ext cx="78764" cy="35030"/>
            <a:chOff x="0" y="0"/>
            <a:chExt cx="105019" cy="46707"/>
          </a:xfrm>
        </p:grpSpPr>
        <p:sp>
          <p:nvSpPr>
            <p:cNvPr name="Freeform 258" id="258"/>
            <p:cNvSpPr/>
            <p:nvPr/>
          </p:nvSpPr>
          <p:spPr>
            <a:xfrm flipH="false" flipV="false" rot="0">
              <a:off x="127" y="127"/>
              <a:ext cx="102808" cy="46609"/>
            </a:xfrm>
            <a:custGeom>
              <a:avLst/>
              <a:gdLst/>
              <a:ahLst/>
              <a:cxnLst/>
              <a:rect r="r" b="b" t="t" l="l"/>
              <a:pathLst>
                <a:path h="46609" w="102808">
                  <a:moveTo>
                    <a:pt x="23241" y="0"/>
                  </a:moveTo>
                  <a:cubicBezTo>
                    <a:pt x="9271" y="0"/>
                    <a:pt x="0" y="11557"/>
                    <a:pt x="0" y="23241"/>
                  </a:cubicBezTo>
                  <a:cubicBezTo>
                    <a:pt x="0" y="37338"/>
                    <a:pt x="9271" y="46609"/>
                    <a:pt x="23241" y="46609"/>
                  </a:cubicBezTo>
                  <a:lnTo>
                    <a:pt x="81534" y="46609"/>
                  </a:lnTo>
                  <a:cubicBezTo>
                    <a:pt x="93218" y="46609"/>
                    <a:pt x="104902" y="34925"/>
                    <a:pt x="102489" y="23241"/>
                  </a:cubicBezTo>
                  <a:cubicBezTo>
                    <a:pt x="102489" y="11557"/>
                    <a:pt x="93218" y="0"/>
                    <a:pt x="81534" y="0"/>
                  </a:cubicBezTo>
                  <a:close/>
                </a:path>
              </a:pathLst>
            </a:custGeom>
            <a:solidFill>
              <a:srgbClr val="12FFFF"/>
            </a:solidFill>
          </p:spPr>
        </p:sp>
      </p:grpSp>
      <p:grpSp>
        <p:nvGrpSpPr>
          <p:cNvPr name="Group 259" id="259"/>
          <p:cNvGrpSpPr/>
          <p:nvPr/>
        </p:nvGrpSpPr>
        <p:grpSpPr>
          <a:xfrm rot="0">
            <a:off x="15420906" y="3731518"/>
            <a:ext cx="78764" cy="33300"/>
            <a:chOff x="0" y="0"/>
            <a:chExt cx="105019" cy="44400"/>
          </a:xfrm>
        </p:grpSpPr>
        <p:sp>
          <p:nvSpPr>
            <p:cNvPr name="Freeform 260" id="260"/>
            <p:cNvSpPr/>
            <p:nvPr/>
          </p:nvSpPr>
          <p:spPr>
            <a:xfrm flipH="false" flipV="false" rot="0">
              <a:off x="127" y="0"/>
              <a:ext cx="102808" cy="44323"/>
            </a:xfrm>
            <a:custGeom>
              <a:avLst/>
              <a:gdLst/>
              <a:ahLst/>
              <a:cxnLst/>
              <a:rect r="r" b="b" t="t" l="l"/>
              <a:pathLst>
                <a:path h="44323" w="102808">
                  <a:moveTo>
                    <a:pt x="23241" y="0"/>
                  </a:moveTo>
                  <a:cubicBezTo>
                    <a:pt x="9271" y="0"/>
                    <a:pt x="0" y="9398"/>
                    <a:pt x="0" y="23368"/>
                  </a:cubicBezTo>
                  <a:cubicBezTo>
                    <a:pt x="0" y="35052"/>
                    <a:pt x="9271" y="44323"/>
                    <a:pt x="23241" y="44323"/>
                  </a:cubicBezTo>
                  <a:lnTo>
                    <a:pt x="81534" y="44323"/>
                  </a:lnTo>
                  <a:cubicBezTo>
                    <a:pt x="93218" y="44323"/>
                    <a:pt x="104902" y="35052"/>
                    <a:pt x="102489" y="23368"/>
                  </a:cubicBezTo>
                  <a:cubicBezTo>
                    <a:pt x="102489" y="9398"/>
                    <a:pt x="93218" y="0"/>
                    <a:pt x="81534" y="0"/>
                  </a:cubicBezTo>
                  <a:close/>
                </a:path>
              </a:pathLst>
            </a:custGeom>
            <a:solidFill>
              <a:srgbClr val="12FFFF"/>
            </a:solidFill>
          </p:spPr>
        </p:sp>
      </p:grpSp>
      <p:grpSp>
        <p:nvGrpSpPr>
          <p:cNvPr name="Group 261" id="261"/>
          <p:cNvGrpSpPr/>
          <p:nvPr/>
        </p:nvGrpSpPr>
        <p:grpSpPr>
          <a:xfrm rot="0">
            <a:off x="15420906" y="3839964"/>
            <a:ext cx="78764" cy="35030"/>
            <a:chOff x="0" y="0"/>
            <a:chExt cx="105019" cy="46707"/>
          </a:xfrm>
        </p:grpSpPr>
        <p:sp>
          <p:nvSpPr>
            <p:cNvPr name="Freeform 262" id="262"/>
            <p:cNvSpPr/>
            <p:nvPr/>
          </p:nvSpPr>
          <p:spPr>
            <a:xfrm flipH="false" flipV="false" rot="0">
              <a:off x="127" y="127"/>
              <a:ext cx="102808" cy="46609"/>
            </a:xfrm>
            <a:custGeom>
              <a:avLst/>
              <a:gdLst/>
              <a:ahLst/>
              <a:cxnLst/>
              <a:rect r="r" b="b" t="t" l="l"/>
              <a:pathLst>
                <a:path h="46609" w="102808">
                  <a:moveTo>
                    <a:pt x="23241" y="0"/>
                  </a:moveTo>
                  <a:cubicBezTo>
                    <a:pt x="9271" y="0"/>
                    <a:pt x="0" y="11557"/>
                    <a:pt x="0" y="23241"/>
                  </a:cubicBezTo>
                  <a:cubicBezTo>
                    <a:pt x="0" y="34925"/>
                    <a:pt x="9271" y="46609"/>
                    <a:pt x="23241" y="46609"/>
                  </a:cubicBezTo>
                  <a:lnTo>
                    <a:pt x="81534" y="46609"/>
                  </a:lnTo>
                  <a:cubicBezTo>
                    <a:pt x="93218" y="46609"/>
                    <a:pt x="104902" y="34925"/>
                    <a:pt x="102489" y="23241"/>
                  </a:cubicBezTo>
                  <a:cubicBezTo>
                    <a:pt x="102489" y="11557"/>
                    <a:pt x="93218" y="0"/>
                    <a:pt x="81534" y="0"/>
                  </a:cubicBezTo>
                  <a:close/>
                </a:path>
              </a:pathLst>
            </a:custGeom>
            <a:solidFill>
              <a:srgbClr val="12FFFF"/>
            </a:solidFill>
          </p:spPr>
        </p:sp>
      </p:grpSp>
      <p:grpSp>
        <p:nvGrpSpPr>
          <p:cNvPr name="Group 263" id="263"/>
          <p:cNvGrpSpPr/>
          <p:nvPr/>
        </p:nvGrpSpPr>
        <p:grpSpPr>
          <a:xfrm rot="0">
            <a:off x="15420906" y="3950194"/>
            <a:ext cx="78764" cy="33246"/>
            <a:chOff x="0" y="0"/>
            <a:chExt cx="105019" cy="44328"/>
          </a:xfrm>
        </p:grpSpPr>
        <p:sp>
          <p:nvSpPr>
            <p:cNvPr name="Freeform 264" id="264"/>
            <p:cNvSpPr/>
            <p:nvPr/>
          </p:nvSpPr>
          <p:spPr>
            <a:xfrm flipH="false" flipV="false" rot="0">
              <a:off x="127" y="0"/>
              <a:ext cx="102808" cy="44323"/>
            </a:xfrm>
            <a:custGeom>
              <a:avLst/>
              <a:gdLst/>
              <a:ahLst/>
              <a:cxnLst/>
              <a:rect r="r" b="b" t="t" l="l"/>
              <a:pathLst>
                <a:path h="44323" w="102808">
                  <a:moveTo>
                    <a:pt x="23241" y="0"/>
                  </a:moveTo>
                  <a:cubicBezTo>
                    <a:pt x="9271" y="0"/>
                    <a:pt x="0" y="9271"/>
                    <a:pt x="0" y="20955"/>
                  </a:cubicBezTo>
                  <a:cubicBezTo>
                    <a:pt x="0" y="34925"/>
                    <a:pt x="9271" y="44323"/>
                    <a:pt x="23241" y="44323"/>
                  </a:cubicBezTo>
                  <a:lnTo>
                    <a:pt x="81534" y="44323"/>
                  </a:lnTo>
                  <a:cubicBezTo>
                    <a:pt x="93218" y="44323"/>
                    <a:pt x="104902" y="34925"/>
                    <a:pt x="102489" y="20955"/>
                  </a:cubicBezTo>
                  <a:cubicBezTo>
                    <a:pt x="102489" y="9271"/>
                    <a:pt x="93218" y="0"/>
                    <a:pt x="81534" y="0"/>
                  </a:cubicBezTo>
                  <a:close/>
                </a:path>
              </a:pathLst>
            </a:custGeom>
            <a:solidFill>
              <a:srgbClr val="12FFFF"/>
            </a:solidFill>
          </p:spPr>
        </p:sp>
      </p:grpSp>
      <p:grpSp>
        <p:nvGrpSpPr>
          <p:cNvPr name="Group 265" id="265"/>
          <p:cNvGrpSpPr/>
          <p:nvPr/>
        </p:nvGrpSpPr>
        <p:grpSpPr>
          <a:xfrm rot="0">
            <a:off x="17000498" y="3731518"/>
            <a:ext cx="192454" cy="33300"/>
            <a:chOff x="0" y="0"/>
            <a:chExt cx="256605" cy="44400"/>
          </a:xfrm>
        </p:grpSpPr>
        <p:sp>
          <p:nvSpPr>
            <p:cNvPr name="Freeform 266" id="266"/>
            <p:cNvSpPr/>
            <p:nvPr/>
          </p:nvSpPr>
          <p:spPr>
            <a:xfrm flipH="false" flipV="false" rot="0">
              <a:off x="0" y="0"/>
              <a:ext cx="256667" cy="44323"/>
            </a:xfrm>
            <a:custGeom>
              <a:avLst/>
              <a:gdLst/>
              <a:ahLst/>
              <a:cxnLst/>
              <a:rect r="r" b="b" t="t" l="l"/>
              <a:pathLst>
                <a:path h="44323" w="256667">
                  <a:moveTo>
                    <a:pt x="20955" y="0"/>
                  </a:moveTo>
                  <a:cubicBezTo>
                    <a:pt x="9398" y="0"/>
                    <a:pt x="0" y="9398"/>
                    <a:pt x="0" y="23368"/>
                  </a:cubicBezTo>
                  <a:cubicBezTo>
                    <a:pt x="0" y="35052"/>
                    <a:pt x="9398" y="44323"/>
                    <a:pt x="20955" y="44323"/>
                  </a:cubicBezTo>
                  <a:lnTo>
                    <a:pt x="233299" y="44323"/>
                  </a:lnTo>
                  <a:cubicBezTo>
                    <a:pt x="244983" y="44323"/>
                    <a:pt x="256667" y="35052"/>
                    <a:pt x="256667" y="23368"/>
                  </a:cubicBezTo>
                  <a:cubicBezTo>
                    <a:pt x="256667" y="9398"/>
                    <a:pt x="247269" y="0"/>
                    <a:pt x="233299" y="0"/>
                  </a:cubicBezTo>
                  <a:close/>
                </a:path>
              </a:pathLst>
            </a:custGeom>
            <a:solidFill>
              <a:srgbClr val="878FFF"/>
            </a:solidFill>
          </p:spPr>
        </p:sp>
      </p:grpSp>
      <p:grpSp>
        <p:nvGrpSpPr>
          <p:cNvPr name="Group 267" id="267"/>
          <p:cNvGrpSpPr/>
          <p:nvPr/>
        </p:nvGrpSpPr>
        <p:grpSpPr>
          <a:xfrm rot="0">
            <a:off x="15601088" y="3839964"/>
            <a:ext cx="554552" cy="35030"/>
            <a:chOff x="0" y="0"/>
            <a:chExt cx="739403" cy="46707"/>
          </a:xfrm>
        </p:grpSpPr>
        <p:sp>
          <p:nvSpPr>
            <p:cNvPr name="Freeform 268" id="268"/>
            <p:cNvSpPr/>
            <p:nvPr/>
          </p:nvSpPr>
          <p:spPr>
            <a:xfrm flipH="false" flipV="false" rot="0">
              <a:off x="127" y="127"/>
              <a:ext cx="739267" cy="46609"/>
            </a:xfrm>
            <a:custGeom>
              <a:avLst/>
              <a:gdLst/>
              <a:ahLst/>
              <a:cxnLst/>
              <a:rect r="r" b="b" t="t" l="l"/>
              <a:pathLst>
                <a:path h="46609" w="739267">
                  <a:moveTo>
                    <a:pt x="23241" y="0"/>
                  </a:moveTo>
                  <a:cubicBezTo>
                    <a:pt x="9271" y="0"/>
                    <a:pt x="0" y="11557"/>
                    <a:pt x="0" y="23241"/>
                  </a:cubicBezTo>
                  <a:cubicBezTo>
                    <a:pt x="0" y="34925"/>
                    <a:pt x="9271" y="46609"/>
                    <a:pt x="23241" y="46609"/>
                  </a:cubicBezTo>
                  <a:lnTo>
                    <a:pt x="718312" y="46609"/>
                  </a:lnTo>
                  <a:cubicBezTo>
                    <a:pt x="729869" y="46609"/>
                    <a:pt x="739267" y="34925"/>
                    <a:pt x="739267" y="23241"/>
                  </a:cubicBezTo>
                  <a:cubicBezTo>
                    <a:pt x="739267" y="11557"/>
                    <a:pt x="729869" y="0"/>
                    <a:pt x="718312" y="0"/>
                  </a:cubicBezTo>
                  <a:close/>
                </a:path>
              </a:pathLst>
            </a:custGeom>
            <a:solidFill>
              <a:srgbClr val="878FFF"/>
            </a:solidFill>
          </p:spPr>
        </p:sp>
      </p:grpSp>
      <p:grpSp>
        <p:nvGrpSpPr>
          <p:cNvPr name="Group 269" id="269"/>
          <p:cNvGrpSpPr/>
          <p:nvPr/>
        </p:nvGrpSpPr>
        <p:grpSpPr>
          <a:xfrm rot="0">
            <a:off x="16328796" y="4175842"/>
            <a:ext cx="628022" cy="35030"/>
            <a:chOff x="0" y="0"/>
            <a:chExt cx="837363" cy="46707"/>
          </a:xfrm>
        </p:grpSpPr>
        <p:sp>
          <p:nvSpPr>
            <p:cNvPr name="Freeform 270" id="270"/>
            <p:cNvSpPr/>
            <p:nvPr/>
          </p:nvSpPr>
          <p:spPr>
            <a:xfrm flipH="false" flipV="false" rot="0">
              <a:off x="0" y="0"/>
              <a:ext cx="837311" cy="46609"/>
            </a:xfrm>
            <a:custGeom>
              <a:avLst/>
              <a:gdLst/>
              <a:ahLst/>
              <a:cxnLst/>
              <a:rect r="r" b="b" t="t" l="l"/>
              <a:pathLst>
                <a:path h="46609" w="837311">
                  <a:moveTo>
                    <a:pt x="20955" y="0"/>
                  </a:moveTo>
                  <a:cubicBezTo>
                    <a:pt x="9398" y="0"/>
                    <a:pt x="0" y="9398"/>
                    <a:pt x="0" y="23368"/>
                  </a:cubicBezTo>
                  <a:cubicBezTo>
                    <a:pt x="0" y="34925"/>
                    <a:pt x="9398" y="46609"/>
                    <a:pt x="20955" y="46609"/>
                  </a:cubicBezTo>
                  <a:lnTo>
                    <a:pt x="814070" y="46609"/>
                  </a:lnTo>
                  <a:cubicBezTo>
                    <a:pt x="828040" y="46609"/>
                    <a:pt x="837311" y="34925"/>
                    <a:pt x="837311" y="23368"/>
                  </a:cubicBezTo>
                  <a:cubicBezTo>
                    <a:pt x="837311" y="9398"/>
                    <a:pt x="828040" y="0"/>
                    <a:pt x="814070" y="0"/>
                  </a:cubicBezTo>
                  <a:close/>
                </a:path>
              </a:pathLst>
            </a:custGeom>
            <a:solidFill>
              <a:srgbClr val="CA7BEB"/>
            </a:solidFill>
          </p:spPr>
        </p:sp>
      </p:grpSp>
      <p:grpSp>
        <p:nvGrpSpPr>
          <p:cNvPr name="Group 271" id="271"/>
          <p:cNvGrpSpPr/>
          <p:nvPr/>
        </p:nvGrpSpPr>
        <p:grpSpPr>
          <a:xfrm rot="0">
            <a:off x="16491464" y="4063882"/>
            <a:ext cx="465352" cy="35030"/>
            <a:chOff x="0" y="0"/>
            <a:chExt cx="620469" cy="46707"/>
          </a:xfrm>
        </p:grpSpPr>
        <p:sp>
          <p:nvSpPr>
            <p:cNvPr name="Freeform 272" id="272"/>
            <p:cNvSpPr/>
            <p:nvPr/>
          </p:nvSpPr>
          <p:spPr>
            <a:xfrm flipH="false" flipV="false" rot="0">
              <a:off x="0" y="0"/>
              <a:ext cx="620395" cy="46609"/>
            </a:xfrm>
            <a:custGeom>
              <a:avLst/>
              <a:gdLst/>
              <a:ahLst/>
              <a:cxnLst/>
              <a:rect r="r" b="b" t="t" l="l"/>
              <a:pathLst>
                <a:path h="46609" w="620395">
                  <a:moveTo>
                    <a:pt x="23368" y="0"/>
                  </a:moveTo>
                  <a:cubicBezTo>
                    <a:pt x="9398" y="0"/>
                    <a:pt x="0" y="9398"/>
                    <a:pt x="0" y="23368"/>
                  </a:cubicBezTo>
                  <a:cubicBezTo>
                    <a:pt x="0" y="35052"/>
                    <a:pt x="9398" y="46609"/>
                    <a:pt x="23368" y="46609"/>
                  </a:cubicBezTo>
                  <a:lnTo>
                    <a:pt x="597154" y="46609"/>
                  </a:lnTo>
                  <a:cubicBezTo>
                    <a:pt x="611124" y="46609"/>
                    <a:pt x="620395" y="35052"/>
                    <a:pt x="620395" y="23368"/>
                  </a:cubicBezTo>
                  <a:cubicBezTo>
                    <a:pt x="620395" y="9398"/>
                    <a:pt x="611124" y="0"/>
                    <a:pt x="597154" y="0"/>
                  </a:cubicBezTo>
                  <a:close/>
                </a:path>
              </a:pathLst>
            </a:custGeom>
            <a:solidFill>
              <a:srgbClr val="CA7BEB"/>
            </a:solidFill>
          </p:spPr>
        </p:sp>
      </p:grpSp>
      <p:grpSp>
        <p:nvGrpSpPr>
          <p:cNvPr name="Group 273" id="273"/>
          <p:cNvGrpSpPr/>
          <p:nvPr/>
        </p:nvGrpSpPr>
        <p:grpSpPr>
          <a:xfrm rot="0">
            <a:off x="16752090" y="3950194"/>
            <a:ext cx="204726" cy="33246"/>
            <a:chOff x="0" y="0"/>
            <a:chExt cx="272968" cy="44328"/>
          </a:xfrm>
        </p:grpSpPr>
        <p:sp>
          <p:nvSpPr>
            <p:cNvPr name="Freeform 274" id="274"/>
            <p:cNvSpPr/>
            <p:nvPr/>
          </p:nvSpPr>
          <p:spPr>
            <a:xfrm flipH="false" flipV="false" rot="0">
              <a:off x="127" y="0"/>
              <a:ext cx="272796" cy="44323"/>
            </a:xfrm>
            <a:custGeom>
              <a:avLst/>
              <a:gdLst/>
              <a:ahLst/>
              <a:cxnLst/>
              <a:rect r="r" b="b" t="t" l="l"/>
              <a:pathLst>
                <a:path h="44323" w="272796">
                  <a:moveTo>
                    <a:pt x="20955" y="0"/>
                  </a:moveTo>
                  <a:cubicBezTo>
                    <a:pt x="9271" y="0"/>
                    <a:pt x="0" y="9271"/>
                    <a:pt x="0" y="20955"/>
                  </a:cubicBezTo>
                  <a:cubicBezTo>
                    <a:pt x="0" y="34925"/>
                    <a:pt x="9271" y="44323"/>
                    <a:pt x="20955" y="44323"/>
                  </a:cubicBezTo>
                  <a:lnTo>
                    <a:pt x="249555" y="44323"/>
                  </a:lnTo>
                  <a:cubicBezTo>
                    <a:pt x="263525" y="44323"/>
                    <a:pt x="272796" y="34925"/>
                    <a:pt x="272796" y="20955"/>
                  </a:cubicBezTo>
                  <a:cubicBezTo>
                    <a:pt x="272796" y="9271"/>
                    <a:pt x="263525" y="0"/>
                    <a:pt x="249428" y="0"/>
                  </a:cubicBezTo>
                  <a:close/>
                </a:path>
              </a:pathLst>
            </a:custGeom>
            <a:solidFill>
              <a:srgbClr val="CA7BEB"/>
            </a:solidFill>
          </p:spPr>
        </p:sp>
      </p:grpSp>
      <p:grpSp>
        <p:nvGrpSpPr>
          <p:cNvPr name="Group 275" id="275"/>
          <p:cNvGrpSpPr/>
          <p:nvPr/>
        </p:nvGrpSpPr>
        <p:grpSpPr>
          <a:xfrm rot="0">
            <a:off x="15420906" y="3224216"/>
            <a:ext cx="656024" cy="33300"/>
            <a:chOff x="0" y="0"/>
            <a:chExt cx="874699" cy="44400"/>
          </a:xfrm>
        </p:grpSpPr>
        <p:sp>
          <p:nvSpPr>
            <p:cNvPr name="Freeform 276" id="276"/>
            <p:cNvSpPr/>
            <p:nvPr/>
          </p:nvSpPr>
          <p:spPr>
            <a:xfrm flipH="false" flipV="false" rot="0">
              <a:off x="127" y="127"/>
              <a:ext cx="874649" cy="44323"/>
            </a:xfrm>
            <a:custGeom>
              <a:avLst/>
              <a:gdLst/>
              <a:ahLst/>
              <a:cxnLst/>
              <a:rect r="r" b="b" t="t" l="l"/>
              <a:pathLst>
                <a:path h="44323" w="874649">
                  <a:moveTo>
                    <a:pt x="23241" y="0"/>
                  </a:moveTo>
                  <a:cubicBezTo>
                    <a:pt x="9271" y="0"/>
                    <a:pt x="0" y="9271"/>
                    <a:pt x="0" y="23241"/>
                  </a:cubicBezTo>
                  <a:cubicBezTo>
                    <a:pt x="0" y="34925"/>
                    <a:pt x="9271" y="44323"/>
                    <a:pt x="23241" y="44323"/>
                  </a:cubicBezTo>
                  <a:lnTo>
                    <a:pt x="851281" y="44323"/>
                  </a:lnTo>
                  <a:cubicBezTo>
                    <a:pt x="865251" y="44323"/>
                    <a:pt x="874649" y="34925"/>
                    <a:pt x="874649" y="23241"/>
                  </a:cubicBezTo>
                  <a:cubicBezTo>
                    <a:pt x="874649" y="9271"/>
                    <a:pt x="865251" y="0"/>
                    <a:pt x="851281" y="0"/>
                  </a:cubicBezTo>
                  <a:close/>
                </a:path>
              </a:pathLst>
            </a:custGeom>
            <a:solidFill>
              <a:srgbClr val="878FFF"/>
            </a:solidFill>
          </p:spPr>
        </p:sp>
      </p:grpSp>
      <p:grpSp>
        <p:nvGrpSpPr>
          <p:cNvPr name="Group 277" id="277"/>
          <p:cNvGrpSpPr/>
          <p:nvPr/>
        </p:nvGrpSpPr>
        <p:grpSpPr>
          <a:xfrm rot="0">
            <a:off x="15420906" y="4441712"/>
            <a:ext cx="1060128" cy="35030"/>
            <a:chOff x="0" y="0"/>
            <a:chExt cx="1413504" cy="46707"/>
          </a:xfrm>
        </p:grpSpPr>
        <p:sp>
          <p:nvSpPr>
            <p:cNvPr name="Freeform 278" id="278"/>
            <p:cNvSpPr/>
            <p:nvPr/>
          </p:nvSpPr>
          <p:spPr>
            <a:xfrm flipH="false" flipV="false" rot="0">
              <a:off x="127" y="0"/>
              <a:ext cx="1411259" cy="46736"/>
            </a:xfrm>
            <a:custGeom>
              <a:avLst/>
              <a:gdLst/>
              <a:ahLst/>
              <a:cxnLst/>
              <a:rect r="r" b="b" t="t" l="l"/>
              <a:pathLst>
                <a:path h="46736" w="1411259">
                  <a:moveTo>
                    <a:pt x="23241" y="0"/>
                  </a:moveTo>
                  <a:cubicBezTo>
                    <a:pt x="9271" y="0"/>
                    <a:pt x="0" y="9398"/>
                    <a:pt x="0" y="23368"/>
                  </a:cubicBezTo>
                  <a:cubicBezTo>
                    <a:pt x="0" y="35052"/>
                    <a:pt x="9271" y="46736"/>
                    <a:pt x="23241" y="46736"/>
                  </a:cubicBezTo>
                  <a:lnTo>
                    <a:pt x="1390015" y="46736"/>
                  </a:lnTo>
                  <a:cubicBezTo>
                    <a:pt x="1401572" y="46736"/>
                    <a:pt x="1413256" y="35052"/>
                    <a:pt x="1410970" y="23368"/>
                  </a:cubicBezTo>
                  <a:cubicBezTo>
                    <a:pt x="1410970" y="9398"/>
                    <a:pt x="1401572" y="0"/>
                    <a:pt x="1390015" y="0"/>
                  </a:cubicBezTo>
                  <a:close/>
                </a:path>
              </a:pathLst>
            </a:custGeom>
            <a:solidFill>
              <a:srgbClr val="CA7BEB"/>
            </a:solidFill>
          </p:spPr>
        </p:sp>
      </p:grpSp>
      <p:grpSp>
        <p:nvGrpSpPr>
          <p:cNvPr name="Group 279" id="279"/>
          <p:cNvGrpSpPr/>
          <p:nvPr/>
        </p:nvGrpSpPr>
        <p:grpSpPr>
          <a:xfrm rot="0">
            <a:off x="15420906" y="4576378"/>
            <a:ext cx="1060128" cy="35082"/>
            <a:chOff x="0" y="0"/>
            <a:chExt cx="1413504" cy="46776"/>
          </a:xfrm>
        </p:grpSpPr>
        <p:sp>
          <p:nvSpPr>
            <p:cNvPr name="Freeform 280" id="280"/>
            <p:cNvSpPr/>
            <p:nvPr/>
          </p:nvSpPr>
          <p:spPr>
            <a:xfrm flipH="false" flipV="false" rot="0">
              <a:off x="127" y="127"/>
              <a:ext cx="1411259" cy="46609"/>
            </a:xfrm>
            <a:custGeom>
              <a:avLst/>
              <a:gdLst/>
              <a:ahLst/>
              <a:cxnLst/>
              <a:rect r="r" b="b" t="t" l="l"/>
              <a:pathLst>
                <a:path h="46609" w="1411259">
                  <a:moveTo>
                    <a:pt x="23241" y="0"/>
                  </a:moveTo>
                  <a:cubicBezTo>
                    <a:pt x="9271" y="0"/>
                    <a:pt x="0" y="9271"/>
                    <a:pt x="0" y="23241"/>
                  </a:cubicBezTo>
                  <a:cubicBezTo>
                    <a:pt x="0" y="34925"/>
                    <a:pt x="9271" y="46609"/>
                    <a:pt x="23241" y="46609"/>
                  </a:cubicBezTo>
                  <a:lnTo>
                    <a:pt x="1390015" y="46609"/>
                  </a:lnTo>
                  <a:cubicBezTo>
                    <a:pt x="1401572" y="46609"/>
                    <a:pt x="1413256" y="34925"/>
                    <a:pt x="1410970" y="23241"/>
                  </a:cubicBezTo>
                  <a:cubicBezTo>
                    <a:pt x="1410970" y="9271"/>
                    <a:pt x="1401572" y="0"/>
                    <a:pt x="1390015" y="0"/>
                  </a:cubicBezTo>
                  <a:close/>
                </a:path>
              </a:pathLst>
            </a:custGeom>
            <a:solidFill>
              <a:srgbClr val="CA7BEB"/>
            </a:solidFill>
          </p:spPr>
        </p:sp>
      </p:grpSp>
      <p:grpSp>
        <p:nvGrpSpPr>
          <p:cNvPr name="Group 281" id="281"/>
          <p:cNvGrpSpPr/>
          <p:nvPr/>
        </p:nvGrpSpPr>
        <p:grpSpPr>
          <a:xfrm rot="0">
            <a:off x="15420906" y="4711096"/>
            <a:ext cx="1058344" cy="35030"/>
            <a:chOff x="0" y="0"/>
            <a:chExt cx="1411125" cy="46707"/>
          </a:xfrm>
        </p:grpSpPr>
        <p:sp>
          <p:nvSpPr>
            <p:cNvPr name="Freeform 282" id="282"/>
            <p:cNvSpPr/>
            <p:nvPr/>
          </p:nvSpPr>
          <p:spPr>
            <a:xfrm flipH="false" flipV="false" rot="0">
              <a:off x="127" y="0"/>
              <a:ext cx="1410970" cy="46736"/>
            </a:xfrm>
            <a:custGeom>
              <a:avLst/>
              <a:gdLst/>
              <a:ahLst/>
              <a:cxnLst/>
              <a:rect r="r" b="b" t="t" l="l"/>
              <a:pathLst>
                <a:path h="46736" w="1410970">
                  <a:moveTo>
                    <a:pt x="23241" y="0"/>
                  </a:moveTo>
                  <a:cubicBezTo>
                    <a:pt x="9271" y="0"/>
                    <a:pt x="0" y="11684"/>
                    <a:pt x="0" y="23368"/>
                  </a:cubicBezTo>
                  <a:cubicBezTo>
                    <a:pt x="0" y="35052"/>
                    <a:pt x="9271" y="46736"/>
                    <a:pt x="23241" y="46736"/>
                  </a:cubicBezTo>
                  <a:lnTo>
                    <a:pt x="1390015" y="46736"/>
                  </a:lnTo>
                  <a:cubicBezTo>
                    <a:pt x="1401572" y="46736"/>
                    <a:pt x="1410970" y="35052"/>
                    <a:pt x="1410970" y="23368"/>
                  </a:cubicBezTo>
                  <a:cubicBezTo>
                    <a:pt x="1410970" y="11684"/>
                    <a:pt x="1401572" y="0"/>
                    <a:pt x="1390015" y="0"/>
                  </a:cubicBezTo>
                  <a:close/>
                </a:path>
              </a:pathLst>
            </a:custGeom>
            <a:solidFill>
              <a:srgbClr val="CA7BEB"/>
            </a:solidFill>
          </p:spPr>
        </p:sp>
      </p:grpSp>
      <p:grpSp>
        <p:nvGrpSpPr>
          <p:cNvPr name="Group 283" id="283"/>
          <p:cNvGrpSpPr/>
          <p:nvPr/>
        </p:nvGrpSpPr>
        <p:grpSpPr>
          <a:xfrm rot="0">
            <a:off x="15420906" y="5515732"/>
            <a:ext cx="1058344" cy="33300"/>
            <a:chOff x="0" y="0"/>
            <a:chExt cx="1411125" cy="44400"/>
          </a:xfrm>
        </p:grpSpPr>
        <p:sp>
          <p:nvSpPr>
            <p:cNvPr name="Freeform 284" id="284"/>
            <p:cNvSpPr/>
            <p:nvPr/>
          </p:nvSpPr>
          <p:spPr>
            <a:xfrm flipH="false" flipV="false" rot="0">
              <a:off x="127" y="127"/>
              <a:ext cx="1410970" cy="44323"/>
            </a:xfrm>
            <a:custGeom>
              <a:avLst/>
              <a:gdLst/>
              <a:ahLst/>
              <a:cxnLst/>
              <a:rect r="r" b="b" t="t" l="l"/>
              <a:pathLst>
                <a:path h="44323" w="1410970">
                  <a:moveTo>
                    <a:pt x="23241" y="0"/>
                  </a:moveTo>
                  <a:cubicBezTo>
                    <a:pt x="9271" y="0"/>
                    <a:pt x="0" y="9271"/>
                    <a:pt x="0" y="23241"/>
                  </a:cubicBezTo>
                  <a:cubicBezTo>
                    <a:pt x="0" y="34925"/>
                    <a:pt x="9271" y="44323"/>
                    <a:pt x="23241" y="44323"/>
                  </a:cubicBezTo>
                  <a:lnTo>
                    <a:pt x="1390015" y="44323"/>
                  </a:lnTo>
                  <a:cubicBezTo>
                    <a:pt x="1401572" y="44323"/>
                    <a:pt x="1410970" y="34925"/>
                    <a:pt x="1410970" y="23241"/>
                  </a:cubicBezTo>
                  <a:cubicBezTo>
                    <a:pt x="1410970" y="9271"/>
                    <a:pt x="1401572" y="0"/>
                    <a:pt x="1390015" y="0"/>
                  </a:cubicBezTo>
                  <a:close/>
                </a:path>
              </a:pathLst>
            </a:custGeom>
            <a:solidFill>
              <a:srgbClr val="CA7BEB"/>
            </a:solidFill>
          </p:spPr>
        </p:sp>
      </p:grpSp>
      <p:grpSp>
        <p:nvGrpSpPr>
          <p:cNvPr name="Group 285" id="285"/>
          <p:cNvGrpSpPr/>
          <p:nvPr/>
        </p:nvGrpSpPr>
        <p:grpSpPr>
          <a:xfrm rot="0">
            <a:off x="16384750" y="4286018"/>
            <a:ext cx="314902" cy="33300"/>
            <a:chOff x="0" y="0"/>
            <a:chExt cx="419869" cy="44400"/>
          </a:xfrm>
        </p:grpSpPr>
        <p:sp>
          <p:nvSpPr>
            <p:cNvPr name="Freeform 286" id="286"/>
            <p:cNvSpPr/>
            <p:nvPr/>
          </p:nvSpPr>
          <p:spPr>
            <a:xfrm flipH="false" flipV="false" rot="0">
              <a:off x="127" y="127"/>
              <a:ext cx="419735" cy="44196"/>
            </a:xfrm>
            <a:custGeom>
              <a:avLst/>
              <a:gdLst/>
              <a:ahLst/>
              <a:cxnLst/>
              <a:rect r="r" b="b" t="t" l="l"/>
              <a:pathLst>
                <a:path h="44196" w="419735">
                  <a:moveTo>
                    <a:pt x="23241" y="0"/>
                  </a:moveTo>
                  <a:cubicBezTo>
                    <a:pt x="11557" y="0"/>
                    <a:pt x="0" y="9271"/>
                    <a:pt x="0" y="23241"/>
                  </a:cubicBezTo>
                  <a:cubicBezTo>
                    <a:pt x="0" y="34925"/>
                    <a:pt x="11557" y="44196"/>
                    <a:pt x="23241" y="44196"/>
                  </a:cubicBezTo>
                  <a:lnTo>
                    <a:pt x="396367" y="44196"/>
                  </a:lnTo>
                  <a:cubicBezTo>
                    <a:pt x="408051" y="44196"/>
                    <a:pt x="419735" y="34925"/>
                    <a:pt x="419735" y="23241"/>
                  </a:cubicBezTo>
                  <a:cubicBezTo>
                    <a:pt x="419735" y="9271"/>
                    <a:pt x="408051" y="0"/>
                    <a:pt x="396367" y="0"/>
                  </a:cubicBezTo>
                  <a:close/>
                </a:path>
              </a:pathLst>
            </a:custGeom>
            <a:solidFill>
              <a:srgbClr val="12D77E"/>
            </a:solidFill>
          </p:spPr>
        </p:sp>
      </p:grpSp>
      <p:grpSp>
        <p:nvGrpSpPr>
          <p:cNvPr name="Group 287" id="287"/>
          <p:cNvGrpSpPr/>
          <p:nvPr/>
        </p:nvGrpSpPr>
        <p:grpSpPr>
          <a:xfrm rot="0">
            <a:off x="16802800" y="4286018"/>
            <a:ext cx="419888" cy="33300"/>
            <a:chOff x="0" y="0"/>
            <a:chExt cx="559851" cy="44400"/>
          </a:xfrm>
        </p:grpSpPr>
        <p:sp>
          <p:nvSpPr>
            <p:cNvPr name="Freeform 288" id="288"/>
            <p:cNvSpPr/>
            <p:nvPr/>
          </p:nvSpPr>
          <p:spPr>
            <a:xfrm flipH="false" flipV="false" rot="0">
              <a:off x="127" y="127"/>
              <a:ext cx="559689" cy="44196"/>
            </a:xfrm>
            <a:custGeom>
              <a:avLst/>
              <a:gdLst/>
              <a:ahLst/>
              <a:cxnLst/>
              <a:rect r="r" b="b" t="t" l="l"/>
              <a:pathLst>
                <a:path h="44196" w="559689">
                  <a:moveTo>
                    <a:pt x="23241" y="0"/>
                  </a:moveTo>
                  <a:cubicBezTo>
                    <a:pt x="9271" y="0"/>
                    <a:pt x="0" y="9271"/>
                    <a:pt x="0" y="23241"/>
                  </a:cubicBezTo>
                  <a:cubicBezTo>
                    <a:pt x="0" y="34925"/>
                    <a:pt x="9271" y="44196"/>
                    <a:pt x="23241" y="44196"/>
                  </a:cubicBezTo>
                  <a:lnTo>
                    <a:pt x="536321" y="44196"/>
                  </a:lnTo>
                  <a:cubicBezTo>
                    <a:pt x="550291" y="44196"/>
                    <a:pt x="559689" y="34925"/>
                    <a:pt x="559689" y="23241"/>
                  </a:cubicBezTo>
                  <a:cubicBezTo>
                    <a:pt x="559689" y="9271"/>
                    <a:pt x="550291" y="0"/>
                    <a:pt x="536321" y="0"/>
                  </a:cubicBezTo>
                  <a:close/>
                </a:path>
              </a:pathLst>
            </a:custGeom>
            <a:solidFill>
              <a:srgbClr val="12D77E"/>
            </a:solidFill>
          </p:spPr>
        </p:sp>
      </p:grpSp>
      <p:grpSp>
        <p:nvGrpSpPr>
          <p:cNvPr name="Group 289" id="289"/>
          <p:cNvGrpSpPr/>
          <p:nvPr/>
        </p:nvGrpSpPr>
        <p:grpSpPr>
          <a:xfrm rot="0">
            <a:off x="16802800" y="4441712"/>
            <a:ext cx="419888" cy="35030"/>
            <a:chOff x="0" y="0"/>
            <a:chExt cx="559851" cy="46707"/>
          </a:xfrm>
        </p:grpSpPr>
        <p:sp>
          <p:nvSpPr>
            <p:cNvPr name="Freeform 290" id="290"/>
            <p:cNvSpPr/>
            <p:nvPr/>
          </p:nvSpPr>
          <p:spPr>
            <a:xfrm flipH="false" flipV="false" rot="0">
              <a:off x="127" y="0"/>
              <a:ext cx="559689" cy="46736"/>
            </a:xfrm>
            <a:custGeom>
              <a:avLst/>
              <a:gdLst/>
              <a:ahLst/>
              <a:cxnLst/>
              <a:rect r="r" b="b" t="t" l="l"/>
              <a:pathLst>
                <a:path h="46736" w="559689">
                  <a:moveTo>
                    <a:pt x="23241" y="0"/>
                  </a:moveTo>
                  <a:cubicBezTo>
                    <a:pt x="9271" y="0"/>
                    <a:pt x="0" y="9398"/>
                    <a:pt x="0" y="23368"/>
                  </a:cubicBezTo>
                  <a:cubicBezTo>
                    <a:pt x="0" y="35052"/>
                    <a:pt x="9271" y="46736"/>
                    <a:pt x="23241" y="46736"/>
                  </a:cubicBezTo>
                  <a:lnTo>
                    <a:pt x="536321" y="46736"/>
                  </a:lnTo>
                  <a:cubicBezTo>
                    <a:pt x="550291" y="46736"/>
                    <a:pt x="559689" y="35052"/>
                    <a:pt x="559689" y="23368"/>
                  </a:cubicBezTo>
                  <a:cubicBezTo>
                    <a:pt x="559689" y="9398"/>
                    <a:pt x="550291" y="0"/>
                    <a:pt x="536321" y="0"/>
                  </a:cubicBezTo>
                  <a:close/>
                </a:path>
              </a:pathLst>
            </a:custGeom>
            <a:solidFill>
              <a:srgbClr val="12D77E"/>
            </a:solidFill>
          </p:spPr>
        </p:sp>
      </p:grpSp>
      <p:grpSp>
        <p:nvGrpSpPr>
          <p:cNvPr name="Group 291" id="291"/>
          <p:cNvGrpSpPr/>
          <p:nvPr/>
        </p:nvGrpSpPr>
        <p:grpSpPr>
          <a:xfrm rot="0">
            <a:off x="15420906" y="5720404"/>
            <a:ext cx="160990" cy="33300"/>
            <a:chOff x="0" y="0"/>
            <a:chExt cx="214653" cy="44400"/>
          </a:xfrm>
        </p:grpSpPr>
        <p:sp>
          <p:nvSpPr>
            <p:cNvPr name="Freeform 292" id="292"/>
            <p:cNvSpPr/>
            <p:nvPr/>
          </p:nvSpPr>
          <p:spPr>
            <a:xfrm flipH="false" flipV="false" rot="0">
              <a:off x="127" y="127"/>
              <a:ext cx="214503" cy="44196"/>
            </a:xfrm>
            <a:custGeom>
              <a:avLst/>
              <a:gdLst/>
              <a:ahLst/>
              <a:cxnLst/>
              <a:rect r="r" b="b" t="t" l="l"/>
              <a:pathLst>
                <a:path h="44196" w="214503">
                  <a:moveTo>
                    <a:pt x="23241" y="0"/>
                  </a:moveTo>
                  <a:cubicBezTo>
                    <a:pt x="9271" y="0"/>
                    <a:pt x="0" y="9271"/>
                    <a:pt x="0" y="20955"/>
                  </a:cubicBezTo>
                  <a:cubicBezTo>
                    <a:pt x="0" y="34925"/>
                    <a:pt x="9271" y="44196"/>
                    <a:pt x="23241" y="44196"/>
                  </a:cubicBezTo>
                  <a:lnTo>
                    <a:pt x="191135" y="44196"/>
                  </a:lnTo>
                  <a:cubicBezTo>
                    <a:pt x="202819" y="44196"/>
                    <a:pt x="214503" y="34925"/>
                    <a:pt x="214503" y="20955"/>
                  </a:cubicBezTo>
                  <a:cubicBezTo>
                    <a:pt x="214503" y="9271"/>
                    <a:pt x="202819" y="0"/>
                    <a:pt x="191135" y="0"/>
                  </a:cubicBezTo>
                  <a:close/>
                </a:path>
              </a:pathLst>
            </a:custGeom>
            <a:solidFill>
              <a:srgbClr val="12D77E"/>
            </a:solidFill>
          </p:spPr>
        </p:sp>
      </p:grpSp>
      <p:grpSp>
        <p:nvGrpSpPr>
          <p:cNvPr name="Group 293" id="293"/>
          <p:cNvGrpSpPr/>
          <p:nvPr/>
        </p:nvGrpSpPr>
        <p:grpSpPr>
          <a:xfrm rot="0">
            <a:off x="15420906" y="5821876"/>
            <a:ext cx="160990" cy="35030"/>
            <a:chOff x="0" y="0"/>
            <a:chExt cx="214653" cy="46707"/>
          </a:xfrm>
        </p:grpSpPr>
        <p:sp>
          <p:nvSpPr>
            <p:cNvPr name="Freeform 294" id="294"/>
            <p:cNvSpPr/>
            <p:nvPr/>
          </p:nvSpPr>
          <p:spPr>
            <a:xfrm flipH="false" flipV="false" rot="0">
              <a:off x="127" y="0"/>
              <a:ext cx="214503" cy="46609"/>
            </a:xfrm>
            <a:custGeom>
              <a:avLst/>
              <a:gdLst/>
              <a:ahLst/>
              <a:cxnLst/>
              <a:rect r="r" b="b" t="t" l="l"/>
              <a:pathLst>
                <a:path h="46609" w="214503">
                  <a:moveTo>
                    <a:pt x="23241" y="0"/>
                  </a:moveTo>
                  <a:cubicBezTo>
                    <a:pt x="9271" y="0"/>
                    <a:pt x="0" y="11684"/>
                    <a:pt x="0" y="23368"/>
                  </a:cubicBezTo>
                  <a:cubicBezTo>
                    <a:pt x="0" y="35052"/>
                    <a:pt x="9271" y="46609"/>
                    <a:pt x="23241" y="46609"/>
                  </a:cubicBezTo>
                  <a:lnTo>
                    <a:pt x="191135" y="46609"/>
                  </a:lnTo>
                  <a:cubicBezTo>
                    <a:pt x="202819" y="46609"/>
                    <a:pt x="214503" y="35052"/>
                    <a:pt x="214503" y="23368"/>
                  </a:cubicBezTo>
                  <a:cubicBezTo>
                    <a:pt x="214503" y="11684"/>
                    <a:pt x="202819" y="0"/>
                    <a:pt x="191135" y="0"/>
                  </a:cubicBezTo>
                  <a:close/>
                </a:path>
              </a:pathLst>
            </a:custGeom>
            <a:solidFill>
              <a:srgbClr val="12D77E"/>
            </a:solidFill>
          </p:spPr>
        </p:sp>
      </p:grpSp>
      <p:grpSp>
        <p:nvGrpSpPr>
          <p:cNvPr name="Group 295" id="295"/>
          <p:cNvGrpSpPr/>
          <p:nvPr/>
        </p:nvGrpSpPr>
        <p:grpSpPr>
          <a:xfrm rot="0">
            <a:off x="15623848" y="5821876"/>
            <a:ext cx="984876" cy="35030"/>
            <a:chOff x="0" y="0"/>
            <a:chExt cx="1313168" cy="46707"/>
          </a:xfrm>
        </p:grpSpPr>
        <p:sp>
          <p:nvSpPr>
            <p:cNvPr name="Freeform 296" id="296"/>
            <p:cNvSpPr/>
            <p:nvPr/>
          </p:nvSpPr>
          <p:spPr>
            <a:xfrm flipH="false" flipV="false" rot="0">
              <a:off x="0" y="0"/>
              <a:ext cx="1313053" cy="46609"/>
            </a:xfrm>
            <a:custGeom>
              <a:avLst/>
              <a:gdLst/>
              <a:ahLst/>
              <a:cxnLst/>
              <a:rect r="r" b="b" t="t" l="l"/>
              <a:pathLst>
                <a:path h="46609" w="1313053">
                  <a:moveTo>
                    <a:pt x="20955" y="0"/>
                  </a:moveTo>
                  <a:cubicBezTo>
                    <a:pt x="9398" y="0"/>
                    <a:pt x="0" y="11684"/>
                    <a:pt x="0" y="23368"/>
                  </a:cubicBezTo>
                  <a:cubicBezTo>
                    <a:pt x="0" y="35052"/>
                    <a:pt x="9398" y="46609"/>
                    <a:pt x="20955" y="46609"/>
                  </a:cubicBezTo>
                  <a:lnTo>
                    <a:pt x="1289812" y="46609"/>
                  </a:lnTo>
                  <a:cubicBezTo>
                    <a:pt x="1303782" y="46609"/>
                    <a:pt x="1313053" y="35052"/>
                    <a:pt x="1313053" y="23368"/>
                  </a:cubicBezTo>
                  <a:cubicBezTo>
                    <a:pt x="1313053" y="11684"/>
                    <a:pt x="1303782" y="0"/>
                    <a:pt x="1289812" y="0"/>
                  </a:cubicBezTo>
                  <a:close/>
                </a:path>
              </a:pathLst>
            </a:custGeom>
            <a:solidFill>
              <a:srgbClr val="12D77E"/>
            </a:solidFill>
          </p:spPr>
        </p:sp>
      </p:grpSp>
      <p:grpSp>
        <p:nvGrpSpPr>
          <p:cNvPr name="Group 297" id="297"/>
          <p:cNvGrpSpPr/>
          <p:nvPr/>
        </p:nvGrpSpPr>
        <p:grpSpPr>
          <a:xfrm rot="0">
            <a:off x="15669312" y="5720404"/>
            <a:ext cx="159208" cy="33300"/>
            <a:chOff x="0" y="0"/>
            <a:chExt cx="212277" cy="44400"/>
          </a:xfrm>
        </p:grpSpPr>
        <p:sp>
          <p:nvSpPr>
            <p:cNvPr name="Freeform 298" id="298"/>
            <p:cNvSpPr/>
            <p:nvPr/>
          </p:nvSpPr>
          <p:spPr>
            <a:xfrm flipH="false" flipV="false" rot="0">
              <a:off x="0" y="127"/>
              <a:ext cx="212217" cy="44196"/>
            </a:xfrm>
            <a:custGeom>
              <a:avLst/>
              <a:gdLst/>
              <a:ahLst/>
              <a:cxnLst/>
              <a:rect r="r" b="b" t="t" l="l"/>
              <a:pathLst>
                <a:path h="44196" w="212217">
                  <a:moveTo>
                    <a:pt x="21082" y="0"/>
                  </a:moveTo>
                  <a:cubicBezTo>
                    <a:pt x="9398" y="0"/>
                    <a:pt x="0" y="9271"/>
                    <a:pt x="0" y="20955"/>
                  </a:cubicBezTo>
                  <a:cubicBezTo>
                    <a:pt x="0" y="34925"/>
                    <a:pt x="9398" y="44196"/>
                    <a:pt x="21082" y="44196"/>
                  </a:cubicBezTo>
                  <a:lnTo>
                    <a:pt x="191262" y="44196"/>
                  </a:lnTo>
                  <a:cubicBezTo>
                    <a:pt x="202946" y="44196"/>
                    <a:pt x="212217" y="34925"/>
                    <a:pt x="212217" y="20955"/>
                  </a:cubicBezTo>
                  <a:cubicBezTo>
                    <a:pt x="212217" y="9271"/>
                    <a:pt x="202946" y="0"/>
                    <a:pt x="191262" y="0"/>
                  </a:cubicBezTo>
                  <a:close/>
                </a:path>
              </a:pathLst>
            </a:custGeom>
            <a:solidFill>
              <a:srgbClr val="12D77E"/>
            </a:solidFill>
          </p:spPr>
        </p:sp>
      </p:grpSp>
      <p:grpSp>
        <p:nvGrpSpPr>
          <p:cNvPr name="Group 299" id="299"/>
          <p:cNvGrpSpPr/>
          <p:nvPr/>
        </p:nvGrpSpPr>
        <p:grpSpPr>
          <a:xfrm rot="0">
            <a:off x="15915938" y="5720404"/>
            <a:ext cx="160990" cy="33300"/>
            <a:chOff x="0" y="0"/>
            <a:chExt cx="214653" cy="44400"/>
          </a:xfrm>
        </p:grpSpPr>
        <p:sp>
          <p:nvSpPr>
            <p:cNvPr name="Freeform 300" id="300"/>
            <p:cNvSpPr/>
            <p:nvPr/>
          </p:nvSpPr>
          <p:spPr>
            <a:xfrm flipH="false" flipV="false" rot="0">
              <a:off x="127" y="127"/>
              <a:ext cx="214503" cy="44196"/>
            </a:xfrm>
            <a:custGeom>
              <a:avLst/>
              <a:gdLst/>
              <a:ahLst/>
              <a:cxnLst/>
              <a:rect r="r" b="b" t="t" l="l"/>
              <a:pathLst>
                <a:path h="44196" w="214503">
                  <a:moveTo>
                    <a:pt x="23241" y="0"/>
                  </a:moveTo>
                  <a:cubicBezTo>
                    <a:pt x="11557" y="0"/>
                    <a:pt x="0" y="9271"/>
                    <a:pt x="0" y="20955"/>
                  </a:cubicBezTo>
                  <a:cubicBezTo>
                    <a:pt x="0" y="34925"/>
                    <a:pt x="11684" y="44196"/>
                    <a:pt x="23241" y="44196"/>
                  </a:cubicBezTo>
                  <a:lnTo>
                    <a:pt x="191135" y="44196"/>
                  </a:lnTo>
                  <a:cubicBezTo>
                    <a:pt x="205105" y="44196"/>
                    <a:pt x="214503" y="34925"/>
                    <a:pt x="214503" y="20955"/>
                  </a:cubicBezTo>
                  <a:cubicBezTo>
                    <a:pt x="214503" y="9271"/>
                    <a:pt x="205105" y="0"/>
                    <a:pt x="191135" y="0"/>
                  </a:cubicBezTo>
                  <a:close/>
                </a:path>
              </a:pathLst>
            </a:custGeom>
            <a:solidFill>
              <a:srgbClr val="12D77E"/>
            </a:solidFill>
          </p:spPr>
        </p:sp>
      </p:grpSp>
      <p:grpSp>
        <p:nvGrpSpPr>
          <p:cNvPr name="Group 301" id="301"/>
          <p:cNvGrpSpPr/>
          <p:nvPr/>
        </p:nvGrpSpPr>
        <p:grpSpPr>
          <a:xfrm rot="0">
            <a:off x="16164344" y="5720404"/>
            <a:ext cx="159260" cy="33300"/>
            <a:chOff x="0" y="0"/>
            <a:chExt cx="212347" cy="44400"/>
          </a:xfrm>
        </p:grpSpPr>
        <p:sp>
          <p:nvSpPr>
            <p:cNvPr name="Freeform 302" id="302"/>
            <p:cNvSpPr/>
            <p:nvPr/>
          </p:nvSpPr>
          <p:spPr>
            <a:xfrm flipH="false" flipV="false" rot="0">
              <a:off x="127" y="127"/>
              <a:ext cx="212090" cy="44196"/>
            </a:xfrm>
            <a:custGeom>
              <a:avLst/>
              <a:gdLst/>
              <a:ahLst/>
              <a:cxnLst/>
              <a:rect r="r" b="b" t="t" l="l"/>
              <a:pathLst>
                <a:path h="44196" w="212090">
                  <a:moveTo>
                    <a:pt x="23241" y="0"/>
                  </a:moveTo>
                  <a:cubicBezTo>
                    <a:pt x="9271" y="0"/>
                    <a:pt x="0" y="9271"/>
                    <a:pt x="0" y="20955"/>
                  </a:cubicBezTo>
                  <a:cubicBezTo>
                    <a:pt x="0" y="34925"/>
                    <a:pt x="9271" y="44196"/>
                    <a:pt x="23241" y="44196"/>
                  </a:cubicBezTo>
                  <a:lnTo>
                    <a:pt x="191135" y="44196"/>
                  </a:lnTo>
                  <a:cubicBezTo>
                    <a:pt x="202819" y="44196"/>
                    <a:pt x="212090" y="34925"/>
                    <a:pt x="212090" y="20955"/>
                  </a:cubicBezTo>
                  <a:cubicBezTo>
                    <a:pt x="212090" y="9271"/>
                    <a:pt x="202819" y="0"/>
                    <a:pt x="191135" y="0"/>
                  </a:cubicBezTo>
                  <a:close/>
                </a:path>
              </a:pathLst>
            </a:custGeom>
            <a:solidFill>
              <a:srgbClr val="12D77E"/>
            </a:solidFill>
          </p:spPr>
        </p:sp>
      </p:grpSp>
      <p:grpSp>
        <p:nvGrpSpPr>
          <p:cNvPr name="Group 303" id="303"/>
          <p:cNvGrpSpPr/>
          <p:nvPr/>
        </p:nvGrpSpPr>
        <p:grpSpPr>
          <a:xfrm rot="0">
            <a:off x="16412752" y="5720404"/>
            <a:ext cx="159208" cy="33300"/>
            <a:chOff x="0" y="0"/>
            <a:chExt cx="212277" cy="44400"/>
          </a:xfrm>
        </p:grpSpPr>
        <p:sp>
          <p:nvSpPr>
            <p:cNvPr name="Freeform 304" id="304"/>
            <p:cNvSpPr/>
            <p:nvPr/>
          </p:nvSpPr>
          <p:spPr>
            <a:xfrm flipH="false" flipV="false" rot="0">
              <a:off x="0" y="127"/>
              <a:ext cx="212344" cy="44196"/>
            </a:xfrm>
            <a:custGeom>
              <a:avLst/>
              <a:gdLst/>
              <a:ahLst/>
              <a:cxnLst/>
              <a:rect r="r" b="b" t="t" l="l"/>
              <a:pathLst>
                <a:path h="44196" w="212344">
                  <a:moveTo>
                    <a:pt x="20955" y="0"/>
                  </a:moveTo>
                  <a:cubicBezTo>
                    <a:pt x="9398" y="0"/>
                    <a:pt x="0" y="9271"/>
                    <a:pt x="0" y="20955"/>
                  </a:cubicBezTo>
                  <a:cubicBezTo>
                    <a:pt x="0" y="34925"/>
                    <a:pt x="9398" y="44196"/>
                    <a:pt x="20955" y="44196"/>
                  </a:cubicBezTo>
                  <a:lnTo>
                    <a:pt x="188976" y="44196"/>
                  </a:lnTo>
                  <a:cubicBezTo>
                    <a:pt x="202946" y="44196"/>
                    <a:pt x="212344" y="34925"/>
                    <a:pt x="212344" y="20955"/>
                  </a:cubicBezTo>
                  <a:cubicBezTo>
                    <a:pt x="212344" y="9271"/>
                    <a:pt x="202946" y="0"/>
                    <a:pt x="188976" y="0"/>
                  </a:cubicBezTo>
                  <a:close/>
                </a:path>
              </a:pathLst>
            </a:custGeom>
            <a:solidFill>
              <a:srgbClr val="12D77E"/>
            </a:solidFill>
          </p:spPr>
        </p:sp>
      </p:grpSp>
      <p:grpSp>
        <p:nvGrpSpPr>
          <p:cNvPr name="Group 305" id="305"/>
          <p:cNvGrpSpPr/>
          <p:nvPr/>
        </p:nvGrpSpPr>
        <p:grpSpPr>
          <a:xfrm rot="0">
            <a:off x="16659376" y="5720404"/>
            <a:ext cx="160990" cy="33300"/>
            <a:chOff x="0" y="0"/>
            <a:chExt cx="214653" cy="44400"/>
          </a:xfrm>
        </p:grpSpPr>
        <p:sp>
          <p:nvSpPr>
            <p:cNvPr name="Freeform 306" id="306"/>
            <p:cNvSpPr/>
            <p:nvPr/>
          </p:nvSpPr>
          <p:spPr>
            <a:xfrm flipH="false" flipV="false" rot="0">
              <a:off x="127" y="127"/>
              <a:ext cx="214376" cy="44196"/>
            </a:xfrm>
            <a:custGeom>
              <a:avLst/>
              <a:gdLst/>
              <a:ahLst/>
              <a:cxnLst/>
              <a:rect r="r" b="b" t="t" l="l"/>
              <a:pathLst>
                <a:path h="44196" w="214376">
                  <a:moveTo>
                    <a:pt x="23241" y="0"/>
                  </a:moveTo>
                  <a:cubicBezTo>
                    <a:pt x="9271" y="0"/>
                    <a:pt x="0" y="9271"/>
                    <a:pt x="0" y="20955"/>
                  </a:cubicBezTo>
                  <a:cubicBezTo>
                    <a:pt x="0" y="34925"/>
                    <a:pt x="9271" y="44196"/>
                    <a:pt x="23241" y="44196"/>
                  </a:cubicBezTo>
                  <a:lnTo>
                    <a:pt x="191135" y="44196"/>
                  </a:lnTo>
                  <a:cubicBezTo>
                    <a:pt x="202819" y="44196"/>
                    <a:pt x="214376" y="34925"/>
                    <a:pt x="214376" y="20955"/>
                  </a:cubicBezTo>
                  <a:cubicBezTo>
                    <a:pt x="214376" y="9271"/>
                    <a:pt x="202819" y="0"/>
                    <a:pt x="191135" y="0"/>
                  </a:cubicBezTo>
                  <a:close/>
                </a:path>
              </a:pathLst>
            </a:custGeom>
            <a:solidFill>
              <a:srgbClr val="12D77E"/>
            </a:solidFill>
          </p:spPr>
        </p:sp>
      </p:grpSp>
      <p:grpSp>
        <p:nvGrpSpPr>
          <p:cNvPr name="Group 307" id="307"/>
          <p:cNvGrpSpPr/>
          <p:nvPr/>
        </p:nvGrpSpPr>
        <p:grpSpPr>
          <a:xfrm rot="0">
            <a:off x="16907784" y="5720404"/>
            <a:ext cx="108498" cy="33300"/>
            <a:chOff x="0" y="0"/>
            <a:chExt cx="144664" cy="44400"/>
          </a:xfrm>
        </p:grpSpPr>
        <p:sp>
          <p:nvSpPr>
            <p:cNvPr name="Freeform 308" id="308"/>
            <p:cNvSpPr/>
            <p:nvPr/>
          </p:nvSpPr>
          <p:spPr>
            <a:xfrm flipH="false" flipV="false" rot="0">
              <a:off x="0" y="127"/>
              <a:ext cx="144526" cy="44196"/>
            </a:xfrm>
            <a:custGeom>
              <a:avLst/>
              <a:gdLst/>
              <a:ahLst/>
              <a:cxnLst/>
              <a:rect r="r" b="b" t="t" l="l"/>
              <a:pathLst>
                <a:path h="44196" w="144526">
                  <a:moveTo>
                    <a:pt x="21082" y="0"/>
                  </a:moveTo>
                  <a:cubicBezTo>
                    <a:pt x="9398" y="0"/>
                    <a:pt x="0" y="9271"/>
                    <a:pt x="0" y="20955"/>
                  </a:cubicBezTo>
                  <a:cubicBezTo>
                    <a:pt x="0" y="34925"/>
                    <a:pt x="9398" y="44196"/>
                    <a:pt x="21082" y="44196"/>
                  </a:cubicBezTo>
                  <a:lnTo>
                    <a:pt x="123571" y="44196"/>
                  </a:lnTo>
                  <a:cubicBezTo>
                    <a:pt x="135255" y="44196"/>
                    <a:pt x="144526" y="34925"/>
                    <a:pt x="144526" y="20955"/>
                  </a:cubicBezTo>
                  <a:cubicBezTo>
                    <a:pt x="144526" y="9271"/>
                    <a:pt x="135255" y="0"/>
                    <a:pt x="123571" y="0"/>
                  </a:cubicBezTo>
                  <a:close/>
                </a:path>
              </a:pathLst>
            </a:custGeom>
            <a:solidFill>
              <a:srgbClr val="12D77E"/>
            </a:solidFill>
          </p:spPr>
        </p:sp>
      </p:grpSp>
      <p:grpSp>
        <p:nvGrpSpPr>
          <p:cNvPr name="Group 309" id="309"/>
          <p:cNvGrpSpPr/>
          <p:nvPr/>
        </p:nvGrpSpPr>
        <p:grpSpPr>
          <a:xfrm rot="0">
            <a:off x="16575420" y="1653380"/>
            <a:ext cx="1712586" cy="1569162"/>
            <a:chOff x="0" y="0"/>
            <a:chExt cx="2283448" cy="2092216"/>
          </a:xfrm>
        </p:grpSpPr>
        <p:sp>
          <p:nvSpPr>
            <p:cNvPr name="Freeform 310" id="310"/>
            <p:cNvSpPr/>
            <p:nvPr/>
          </p:nvSpPr>
          <p:spPr>
            <a:xfrm flipH="false" flipV="false" rot="0">
              <a:off x="0" y="127"/>
              <a:ext cx="2283333" cy="2091944"/>
            </a:xfrm>
            <a:custGeom>
              <a:avLst/>
              <a:gdLst/>
              <a:ahLst/>
              <a:cxnLst/>
              <a:rect r="r" b="b" t="t" l="l"/>
              <a:pathLst>
                <a:path h="2091944" w="2283333">
                  <a:moveTo>
                    <a:pt x="93345" y="0"/>
                  </a:moveTo>
                  <a:cubicBezTo>
                    <a:pt x="42037" y="0"/>
                    <a:pt x="0" y="41910"/>
                    <a:pt x="0" y="90932"/>
                  </a:cubicBezTo>
                  <a:lnTo>
                    <a:pt x="0" y="2001012"/>
                  </a:lnTo>
                  <a:cubicBezTo>
                    <a:pt x="0" y="2052320"/>
                    <a:pt x="42037" y="2091944"/>
                    <a:pt x="93345" y="2091944"/>
                  </a:cubicBezTo>
                  <a:lnTo>
                    <a:pt x="2192401" y="2091944"/>
                  </a:lnTo>
                  <a:cubicBezTo>
                    <a:pt x="2243709" y="2091944"/>
                    <a:pt x="2283333" y="2052320"/>
                    <a:pt x="2283333" y="2001012"/>
                  </a:cubicBezTo>
                  <a:lnTo>
                    <a:pt x="2283333" y="90932"/>
                  </a:lnTo>
                  <a:cubicBezTo>
                    <a:pt x="2283333" y="41910"/>
                    <a:pt x="2243709" y="0"/>
                    <a:pt x="2192401" y="0"/>
                  </a:cubicBezTo>
                  <a:close/>
                </a:path>
              </a:pathLst>
            </a:custGeom>
            <a:solidFill>
              <a:srgbClr val="B8BDFF"/>
            </a:solidFill>
          </p:spPr>
        </p:sp>
      </p:grpSp>
      <p:grpSp>
        <p:nvGrpSpPr>
          <p:cNvPr name="Group 311" id="311"/>
          <p:cNvGrpSpPr/>
          <p:nvPr/>
        </p:nvGrpSpPr>
        <p:grpSpPr>
          <a:xfrm rot="0">
            <a:off x="16575420" y="1639432"/>
            <a:ext cx="1712586" cy="78764"/>
            <a:chOff x="0" y="0"/>
            <a:chExt cx="2283448" cy="105019"/>
          </a:xfrm>
        </p:grpSpPr>
        <p:sp>
          <p:nvSpPr>
            <p:cNvPr name="Freeform 312" id="312"/>
            <p:cNvSpPr/>
            <p:nvPr/>
          </p:nvSpPr>
          <p:spPr>
            <a:xfrm flipH="false" flipV="false" rot="0">
              <a:off x="0" y="0"/>
              <a:ext cx="2283333" cy="104902"/>
            </a:xfrm>
            <a:custGeom>
              <a:avLst/>
              <a:gdLst/>
              <a:ahLst/>
              <a:cxnLst/>
              <a:rect r="r" b="b" t="t" l="l"/>
              <a:pathLst>
                <a:path h="104902" w="2283333">
                  <a:moveTo>
                    <a:pt x="88646" y="0"/>
                  </a:moveTo>
                  <a:cubicBezTo>
                    <a:pt x="39751" y="0"/>
                    <a:pt x="0" y="39624"/>
                    <a:pt x="0" y="86233"/>
                  </a:cubicBezTo>
                  <a:lnTo>
                    <a:pt x="0" y="104902"/>
                  </a:lnTo>
                  <a:cubicBezTo>
                    <a:pt x="0" y="58293"/>
                    <a:pt x="39751" y="18669"/>
                    <a:pt x="88646" y="18669"/>
                  </a:cubicBezTo>
                  <a:lnTo>
                    <a:pt x="2197100" y="18669"/>
                  </a:lnTo>
                  <a:cubicBezTo>
                    <a:pt x="2245995" y="18669"/>
                    <a:pt x="2283333" y="58293"/>
                    <a:pt x="2283333" y="104902"/>
                  </a:cubicBezTo>
                  <a:lnTo>
                    <a:pt x="2283333" y="86233"/>
                  </a:lnTo>
                  <a:cubicBezTo>
                    <a:pt x="2283333" y="39624"/>
                    <a:pt x="2245995" y="0"/>
                    <a:pt x="2197100" y="0"/>
                  </a:cubicBezTo>
                  <a:close/>
                </a:path>
              </a:pathLst>
            </a:custGeom>
            <a:solidFill>
              <a:srgbClr val="00A3FF"/>
            </a:solidFill>
          </p:spPr>
        </p:sp>
      </p:grpSp>
      <p:grpSp>
        <p:nvGrpSpPr>
          <p:cNvPr name="Group 313" id="313"/>
          <p:cNvGrpSpPr/>
          <p:nvPr/>
        </p:nvGrpSpPr>
        <p:grpSpPr>
          <a:xfrm rot="0">
            <a:off x="16575420" y="1653380"/>
            <a:ext cx="1712586" cy="241486"/>
            <a:chOff x="0" y="0"/>
            <a:chExt cx="2283448" cy="321981"/>
          </a:xfrm>
        </p:grpSpPr>
        <p:sp>
          <p:nvSpPr>
            <p:cNvPr name="Freeform 314" id="314"/>
            <p:cNvSpPr/>
            <p:nvPr/>
          </p:nvSpPr>
          <p:spPr>
            <a:xfrm flipH="false" flipV="false" rot="0">
              <a:off x="0" y="127"/>
              <a:ext cx="2283333" cy="321818"/>
            </a:xfrm>
            <a:custGeom>
              <a:avLst/>
              <a:gdLst/>
              <a:ahLst/>
              <a:cxnLst/>
              <a:rect r="r" b="b" t="t" l="l"/>
              <a:pathLst>
                <a:path h="321818" w="2283333">
                  <a:moveTo>
                    <a:pt x="88646" y="0"/>
                  </a:moveTo>
                  <a:cubicBezTo>
                    <a:pt x="39751" y="0"/>
                    <a:pt x="0" y="39624"/>
                    <a:pt x="0" y="86233"/>
                  </a:cubicBezTo>
                  <a:lnTo>
                    <a:pt x="0" y="321818"/>
                  </a:lnTo>
                  <a:lnTo>
                    <a:pt x="2283333" y="321818"/>
                  </a:lnTo>
                  <a:lnTo>
                    <a:pt x="2283333" y="86233"/>
                  </a:lnTo>
                  <a:cubicBezTo>
                    <a:pt x="2283333" y="39624"/>
                    <a:pt x="2245995" y="0"/>
                    <a:pt x="2197100" y="0"/>
                  </a:cubicBezTo>
                  <a:close/>
                </a:path>
              </a:pathLst>
            </a:custGeom>
            <a:solidFill>
              <a:srgbClr val="469AAC"/>
            </a:solidFill>
          </p:spPr>
        </p:sp>
      </p:grpSp>
      <p:grpSp>
        <p:nvGrpSpPr>
          <p:cNvPr name="Group 315" id="315"/>
          <p:cNvGrpSpPr/>
          <p:nvPr/>
        </p:nvGrpSpPr>
        <p:grpSpPr>
          <a:xfrm rot="0">
            <a:off x="16669864" y="1966498"/>
            <a:ext cx="1530672" cy="1177330"/>
            <a:chOff x="0" y="0"/>
            <a:chExt cx="2040896" cy="1569773"/>
          </a:xfrm>
        </p:grpSpPr>
        <p:sp>
          <p:nvSpPr>
            <p:cNvPr name="Freeform 316" id="316"/>
            <p:cNvSpPr/>
            <p:nvPr/>
          </p:nvSpPr>
          <p:spPr>
            <a:xfrm flipH="false" flipV="false" rot="0">
              <a:off x="0" y="127"/>
              <a:ext cx="2040890" cy="1569593"/>
            </a:xfrm>
            <a:custGeom>
              <a:avLst/>
              <a:gdLst/>
              <a:ahLst/>
              <a:cxnLst/>
              <a:rect r="r" b="b" t="t" l="l"/>
              <a:pathLst>
                <a:path h="1569593" w="2040890">
                  <a:moveTo>
                    <a:pt x="1970913" y="1569593"/>
                  </a:moveTo>
                  <a:lnTo>
                    <a:pt x="69977" y="1569593"/>
                  </a:lnTo>
                  <a:cubicBezTo>
                    <a:pt x="30353" y="1569593"/>
                    <a:pt x="0" y="1539367"/>
                    <a:pt x="0" y="1499616"/>
                  </a:cubicBezTo>
                  <a:lnTo>
                    <a:pt x="0" y="69977"/>
                  </a:lnTo>
                  <a:cubicBezTo>
                    <a:pt x="127" y="32639"/>
                    <a:pt x="30353" y="0"/>
                    <a:pt x="69977" y="0"/>
                  </a:cubicBezTo>
                  <a:lnTo>
                    <a:pt x="1970913" y="0"/>
                  </a:lnTo>
                  <a:cubicBezTo>
                    <a:pt x="2010537" y="0"/>
                    <a:pt x="2040890" y="32639"/>
                    <a:pt x="2040890" y="69977"/>
                  </a:cubicBezTo>
                  <a:lnTo>
                    <a:pt x="2040890" y="1499616"/>
                  </a:lnTo>
                  <a:cubicBezTo>
                    <a:pt x="2040890" y="1539240"/>
                    <a:pt x="2010664" y="1569593"/>
                    <a:pt x="1970913" y="1569593"/>
                  </a:cubicBezTo>
                  <a:close/>
                </a:path>
              </a:pathLst>
            </a:custGeom>
            <a:solidFill>
              <a:srgbClr val="240860"/>
            </a:solidFill>
          </p:spPr>
        </p:sp>
      </p:grpSp>
      <p:grpSp>
        <p:nvGrpSpPr>
          <p:cNvPr name="Group 317" id="317"/>
          <p:cNvGrpSpPr/>
          <p:nvPr/>
        </p:nvGrpSpPr>
        <p:grpSpPr>
          <a:xfrm rot="0">
            <a:off x="16743332" y="2232422"/>
            <a:ext cx="1088078" cy="26272"/>
            <a:chOff x="0" y="0"/>
            <a:chExt cx="1450771" cy="35029"/>
          </a:xfrm>
        </p:grpSpPr>
        <p:sp>
          <p:nvSpPr>
            <p:cNvPr name="Freeform 318" id="318"/>
            <p:cNvSpPr/>
            <p:nvPr/>
          </p:nvSpPr>
          <p:spPr>
            <a:xfrm flipH="false" flipV="false" rot="0">
              <a:off x="127" y="0"/>
              <a:ext cx="1448655" cy="35052"/>
            </a:xfrm>
            <a:custGeom>
              <a:avLst/>
              <a:gdLst/>
              <a:ahLst/>
              <a:cxnLst/>
              <a:rect r="r" b="b" t="t" l="l"/>
              <a:pathLst>
                <a:path h="35052" w="1448655">
                  <a:moveTo>
                    <a:pt x="16256" y="0"/>
                  </a:moveTo>
                  <a:cubicBezTo>
                    <a:pt x="6985" y="0"/>
                    <a:pt x="0" y="9398"/>
                    <a:pt x="0" y="18669"/>
                  </a:cubicBezTo>
                  <a:cubicBezTo>
                    <a:pt x="0" y="27940"/>
                    <a:pt x="6985" y="35052"/>
                    <a:pt x="16256" y="35052"/>
                  </a:cubicBezTo>
                  <a:lnTo>
                    <a:pt x="1431925" y="35052"/>
                  </a:lnTo>
                  <a:cubicBezTo>
                    <a:pt x="1441196" y="35052"/>
                    <a:pt x="1450594" y="28067"/>
                    <a:pt x="1448308" y="18669"/>
                  </a:cubicBezTo>
                  <a:cubicBezTo>
                    <a:pt x="1448308" y="9398"/>
                    <a:pt x="1441196" y="0"/>
                    <a:pt x="1431925" y="0"/>
                  </a:cubicBezTo>
                  <a:close/>
                </a:path>
              </a:pathLst>
            </a:custGeom>
            <a:solidFill>
              <a:srgbClr val="12D77E"/>
            </a:solidFill>
          </p:spPr>
        </p:sp>
      </p:grpSp>
      <p:grpSp>
        <p:nvGrpSpPr>
          <p:cNvPr name="Group 319" id="319"/>
          <p:cNvGrpSpPr/>
          <p:nvPr/>
        </p:nvGrpSpPr>
        <p:grpSpPr>
          <a:xfrm rot="0">
            <a:off x="17897848" y="2232422"/>
            <a:ext cx="104984" cy="26272"/>
            <a:chOff x="0" y="0"/>
            <a:chExt cx="139979" cy="35029"/>
          </a:xfrm>
        </p:grpSpPr>
        <p:sp>
          <p:nvSpPr>
            <p:cNvPr name="Freeform 320" id="320"/>
            <p:cNvSpPr/>
            <p:nvPr/>
          </p:nvSpPr>
          <p:spPr>
            <a:xfrm flipH="false" flipV="false" rot="0">
              <a:off x="0" y="0"/>
              <a:ext cx="139954" cy="35052"/>
            </a:xfrm>
            <a:custGeom>
              <a:avLst/>
              <a:gdLst/>
              <a:ahLst/>
              <a:cxnLst/>
              <a:rect r="r" b="b" t="t" l="l"/>
              <a:pathLst>
                <a:path h="35052" w="139954">
                  <a:moveTo>
                    <a:pt x="16383" y="0"/>
                  </a:moveTo>
                  <a:cubicBezTo>
                    <a:pt x="7112" y="0"/>
                    <a:pt x="0" y="9398"/>
                    <a:pt x="0" y="18669"/>
                  </a:cubicBezTo>
                  <a:cubicBezTo>
                    <a:pt x="0" y="27940"/>
                    <a:pt x="7112" y="35052"/>
                    <a:pt x="16383" y="35052"/>
                  </a:cubicBezTo>
                  <a:lnTo>
                    <a:pt x="121285" y="35052"/>
                  </a:lnTo>
                  <a:cubicBezTo>
                    <a:pt x="130556" y="35052"/>
                    <a:pt x="139954" y="28067"/>
                    <a:pt x="139954" y="18669"/>
                  </a:cubicBezTo>
                  <a:cubicBezTo>
                    <a:pt x="139954" y="9271"/>
                    <a:pt x="130556" y="0"/>
                    <a:pt x="121285" y="0"/>
                  </a:cubicBezTo>
                  <a:close/>
                </a:path>
              </a:pathLst>
            </a:custGeom>
            <a:solidFill>
              <a:srgbClr val="12D77E"/>
            </a:solidFill>
          </p:spPr>
        </p:sp>
      </p:grpSp>
      <p:grpSp>
        <p:nvGrpSpPr>
          <p:cNvPr name="Group 321" id="321"/>
          <p:cNvGrpSpPr/>
          <p:nvPr/>
        </p:nvGrpSpPr>
        <p:grpSpPr>
          <a:xfrm rot="0">
            <a:off x="18043054" y="2232422"/>
            <a:ext cx="84008" cy="26272"/>
            <a:chOff x="0" y="0"/>
            <a:chExt cx="112011" cy="35029"/>
          </a:xfrm>
        </p:grpSpPr>
        <p:sp>
          <p:nvSpPr>
            <p:cNvPr name="Freeform 322" id="322"/>
            <p:cNvSpPr/>
            <p:nvPr/>
          </p:nvSpPr>
          <p:spPr>
            <a:xfrm flipH="false" flipV="false" rot="0">
              <a:off x="0" y="0"/>
              <a:ext cx="111887" cy="35052"/>
            </a:xfrm>
            <a:custGeom>
              <a:avLst/>
              <a:gdLst/>
              <a:ahLst/>
              <a:cxnLst/>
              <a:rect r="r" b="b" t="t" l="l"/>
              <a:pathLst>
                <a:path h="35052" w="111887">
                  <a:moveTo>
                    <a:pt x="16383" y="0"/>
                  </a:moveTo>
                  <a:cubicBezTo>
                    <a:pt x="6985" y="0"/>
                    <a:pt x="0" y="9398"/>
                    <a:pt x="0" y="18669"/>
                  </a:cubicBezTo>
                  <a:cubicBezTo>
                    <a:pt x="0" y="27940"/>
                    <a:pt x="6985" y="35052"/>
                    <a:pt x="16383" y="35052"/>
                  </a:cubicBezTo>
                  <a:lnTo>
                    <a:pt x="95631" y="35052"/>
                  </a:lnTo>
                  <a:cubicBezTo>
                    <a:pt x="104902" y="35052"/>
                    <a:pt x="111887" y="28067"/>
                    <a:pt x="111887" y="18669"/>
                  </a:cubicBezTo>
                  <a:cubicBezTo>
                    <a:pt x="111887" y="9271"/>
                    <a:pt x="104902" y="0"/>
                    <a:pt x="95631" y="0"/>
                  </a:cubicBezTo>
                  <a:close/>
                </a:path>
              </a:pathLst>
            </a:custGeom>
            <a:solidFill>
              <a:srgbClr val="12D77E"/>
            </a:solidFill>
          </p:spPr>
        </p:sp>
      </p:grpSp>
      <p:grpSp>
        <p:nvGrpSpPr>
          <p:cNvPr name="Group 323" id="323"/>
          <p:cNvGrpSpPr/>
          <p:nvPr/>
        </p:nvGrpSpPr>
        <p:grpSpPr>
          <a:xfrm rot="0">
            <a:off x="16743332" y="2353086"/>
            <a:ext cx="622778" cy="26324"/>
            <a:chOff x="0" y="0"/>
            <a:chExt cx="830371" cy="35099"/>
          </a:xfrm>
        </p:grpSpPr>
        <p:sp>
          <p:nvSpPr>
            <p:cNvPr name="Freeform 324" id="324"/>
            <p:cNvSpPr/>
            <p:nvPr/>
          </p:nvSpPr>
          <p:spPr>
            <a:xfrm flipH="false" flipV="false" rot="0">
              <a:off x="127" y="127"/>
              <a:ext cx="830199" cy="34925"/>
            </a:xfrm>
            <a:custGeom>
              <a:avLst/>
              <a:gdLst/>
              <a:ahLst/>
              <a:cxnLst/>
              <a:rect r="r" b="b" t="t" l="l"/>
              <a:pathLst>
                <a:path h="34925" w="830199">
                  <a:moveTo>
                    <a:pt x="16256" y="0"/>
                  </a:moveTo>
                  <a:cubicBezTo>
                    <a:pt x="6985" y="0"/>
                    <a:pt x="0" y="9271"/>
                    <a:pt x="0" y="18669"/>
                  </a:cubicBezTo>
                  <a:cubicBezTo>
                    <a:pt x="0" y="28067"/>
                    <a:pt x="6985" y="34925"/>
                    <a:pt x="16256" y="34925"/>
                  </a:cubicBezTo>
                  <a:lnTo>
                    <a:pt x="811530" y="34925"/>
                  </a:lnTo>
                  <a:cubicBezTo>
                    <a:pt x="820801" y="34925"/>
                    <a:pt x="830199" y="27940"/>
                    <a:pt x="830199" y="18669"/>
                  </a:cubicBezTo>
                  <a:cubicBezTo>
                    <a:pt x="830199" y="9398"/>
                    <a:pt x="820928" y="0"/>
                    <a:pt x="811530" y="0"/>
                  </a:cubicBezTo>
                  <a:close/>
                </a:path>
              </a:pathLst>
            </a:custGeom>
            <a:solidFill>
              <a:srgbClr val="12FFFF"/>
            </a:solidFill>
          </p:spPr>
        </p:sp>
      </p:grpSp>
      <p:grpSp>
        <p:nvGrpSpPr>
          <p:cNvPr name="Group 325" id="325"/>
          <p:cNvGrpSpPr/>
          <p:nvPr/>
        </p:nvGrpSpPr>
        <p:grpSpPr>
          <a:xfrm rot="0">
            <a:off x="17374812" y="2353086"/>
            <a:ext cx="197752" cy="26324"/>
            <a:chOff x="0" y="0"/>
            <a:chExt cx="263669" cy="35099"/>
          </a:xfrm>
        </p:grpSpPr>
        <p:sp>
          <p:nvSpPr>
            <p:cNvPr name="Freeform 326" id="326"/>
            <p:cNvSpPr/>
            <p:nvPr/>
          </p:nvSpPr>
          <p:spPr>
            <a:xfrm flipH="false" flipV="false" rot="0">
              <a:off x="127" y="127"/>
              <a:ext cx="263525" cy="34925"/>
            </a:xfrm>
            <a:custGeom>
              <a:avLst/>
              <a:gdLst/>
              <a:ahLst/>
              <a:cxnLst/>
              <a:rect r="r" b="b" t="t" l="l"/>
              <a:pathLst>
                <a:path h="34925" w="263525">
                  <a:moveTo>
                    <a:pt x="18669" y="0"/>
                  </a:moveTo>
                  <a:cubicBezTo>
                    <a:pt x="9271" y="0"/>
                    <a:pt x="0" y="9271"/>
                    <a:pt x="0" y="18669"/>
                  </a:cubicBezTo>
                  <a:cubicBezTo>
                    <a:pt x="0" y="28067"/>
                    <a:pt x="9271" y="34925"/>
                    <a:pt x="18669" y="34925"/>
                  </a:cubicBezTo>
                  <a:lnTo>
                    <a:pt x="247269" y="34925"/>
                  </a:lnTo>
                  <a:cubicBezTo>
                    <a:pt x="256540" y="34925"/>
                    <a:pt x="263525" y="27940"/>
                    <a:pt x="263525" y="18669"/>
                  </a:cubicBezTo>
                  <a:cubicBezTo>
                    <a:pt x="263525" y="9398"/>
                    <a:pt x="256540" y="0"/>
                    <a:pt x="247142" y="0"/>
                  </a:cubicBezTo>
                  <a:close/>
                </a:path>
              </a:pathLst>
            </a:custGeom>
            <a:solidFill>
              <a:srgbClr val="12FFFF"/>
            </a:solidFill>
          </p:spPr>
        </p:sp>
      </p:grpSp>
      <p:grpSp>
        <p:nvGrpSpPr>
          <p:cNvPr name="Group 327" id="327"/>
          <p:cNvGrpSpPr/>
          <p:nvPr/>
        </p:nvGrpSpPr>
        <p:grpSpPr>
          <a:xfrm rot="0">
            <a:off x="17441306" y="2423092"/>
            <a:ext cx="131258" cy="24542"/>
            <a:chOff x="0" y="0"/>
            <a:chExt cx="175011" cy="32723"/>
          </a:xfrm>
        </p:grpSpPr>
        <p:sp>
          <p:nvSpPr>
            <p:cNvPr name="Freeform 328" id="328"/>
            <p:cNvSpPr/>
            <p:nvPr/>
          </p:nvSpPr>
          <p:spPr>
            <a:xfrm flipH="false" flipV="false" rot="0">
              <a:off x="0" y="0"/>
              <a:ext cx="174879" cy="32639"/>
            </a:xfrm>
            <a:custGeom>
              <a:avLst/>
              <a:gdLst/>
              <a:ahLst/>
              <a:cxnLst/>
              <a:rect r="r" b="b" t="t" l="l"/>
              <a:pathLst>
                <a:path h="32639" w="174879">
                  <a:moveTo>
                    <a:pt x="16383" y="0"/>
                  </a:moveTo>
                  <a:cubicBezTo>
                    <a:pt x="6985" y="0"/>
                    <a:pt x="0" y="6985"/>
                    <a:pt x="0" y="16383"/>
                  </a:cubicBezTo>
                  <a:cubicBezTo>
                    <a:pt x="0" y="25781"/>
                    <a:pt x="6985" y="32639"/>
                    <a:pt x="16383" y="32639"/>
                  </a:cubicBezTo>
                  <a:lnTo>
                    <a:pt x="158623" y="32639"/>
                  </a:lnTo>
                  <a:cubicBezTo>
                    <a:pt x="167894" y="32639"/>
                    <a:pt x="174879" y="25654"/>
                    <a:pt x="174879" y="16383"/>
                  </a:cubicBezTo>
                  <a:cubicBezTo>
                    <a:pt x="174879" y="7112"/>
                    <a:pt x="167894" y="0"/>
                    <a:pt x="158623" y="0"/>
                  </a:cubicBezTo>
                  <a:close/>
                </a:path>
              </a:pathLst>
            </a:custGeom>
            <a:solidFill>
              <a:srgbClr val="12FFFF"/>
            </a:solidFill>
          </p:spPr>
        </p:sp>
      </p:grpSp>
      <p:grpSp>
        <p:nvGrpSpPr>
          <p:cNvPr name="Group 329" id="329"/>
          <p:cNvGrpSpPr/>
          <p:nvPr/>
        </p:nvGrpSpPr>
        <p:grpSpPr>
          <a:xfrm rot="0">
            <a:off x="17376596" y="2423092"/>
            <a:ext cx="38490" cy="24542"/>
            <a:chOff x="0" y="0"/>
            <a:chExt cx="51320" cy="32723"/>
          </a:xfrm>
        </p:grpSpPr>
        <p:sp>
          <p:nvSpPr>
            <p:cNvPr name="Freeform 330" id="330"/>
            <p:cNvSpPr/>
            <p:nvPr/>
          </p:nvSpPr>
          <p:spPr>
            <a:xfrm flipH="false" flipV="false" rot="0">
              <a:off x="0" y="0"/>
              <a:ext cx="51308" cy="32639"/>
            </a:xfrm>
            <a:custGeom>
              <a:avLst/>
              <a:gdLst/>
              <a:ahLst/>
              <a:cxnLst/>
              <a:rect r="r" b="b" t="t" l="l"/>
              <a:pathLst>
                <a:path h="32639" w="51308">
                  <a:moveTo>
                    <a:pt x="16383" y="0"/>
                  </a:moveTo>
                  <a:cubicBezTo>
                    <a:pt x="6985" y="0"/>
                    <a:pt x="0" y="6985"/>
                    <a:pt x="0" y="16383"/>
                  </a:cubicBezTo>
                  <a:cubicBezTo>
                    <a:pt x="0" y="25781"/>
                    <a:pt x="6985" y="32639"/>
                    <a:pt x="16383" y="32639"/>
                  </a:cubicBezTo>
                  <a:lnTo>
                    <a:pt x="32639" y="32639"/>
                  </a:lnTo>
                  <a:cubicBezTo>
                    <a:pt x="41910" y="32639"/>
                    <a:pt x="51308" y="25654"/>
                    <a:pt x="51308" y="16383"/>
                  </a:cubicBezTo>
                  <a:cubicBezTo>
                    <a:pt x="51308" y="7112"/>
                    <a:pt x="41910" y="0"/>
                    <a:pt x="32639" y="0"/>
                  </a:cubicBezTo>
                  <a:close/>
                </a:path>
              </a:pathLst>
            </a:custGeom>
            <a:solidFill>
              <a:srgbClr val="12FFFF"/>
            </a:solidFill>
          </p:spPr>
        </p:sp>
      </p:grpSp>
      <p:grpSp>
        <p:nvGrpSpPr>
          <p:cNvPr name="Group 331" id="331"/>
          <p:cNvGrpSpPr/>
          <p:nvPr/>
        </p:nvGrpSpPr>
        <p:grpSpPr>
          <a:xfrm rot="0">
            <a:off x="17220902" y="2423092"/>
            <a:ext cx="118986" cy="24542"/>
            <a:chOff x="0" y="0"/>
            <a:chExt cx="158648" cy="32723"/>
          </a:xfrm>
        </p:grpSpPr>
        <p:sp>
          <p:nvSpPr>
            <p:cNvPr name="Freeform 332" id="332"/>
            <p:cNvSpPr/>
            <p:nvPr/>
          </p:nvSpPr>
          <p:spPr>
            <a:xfrm flipH="false" flipV="false" rot="0">
              <a:off x="0" y="0"/>
              <a:ext cx="158623" cy="32639"/>
            </a:xfrm>
            <a:custGeom>
              <a:avLst/>
              <a:gdLst/>
              <a:ahLst/>
              <a:cxnLst/>
              <a:rect r="r" b="b" t="t" l="l"/>
              <a:pathLst>
                <a:path h="32639" w="158623">
                  <a:moveTo>
                    <a:pt x="16383" y="0"/>
                  </a:moveTo>
                  <a:cubicBezTo>
                    <a:pt x="6985" y="0"/>
                    <a:pt x="0" y="6985"/>
                    <a:pt x="0" y="16383"/>
                  </a:cubicBezTo>
                  <a:cubicBezTo>
                    <a:pt x="0" y="25781"/>
                    <a:pt x="6985" y="32639"/>
                    <a:pt x="16383" y="32639"/>
                  </a:cubicBezTo>
                  <a:lnTo>
                    <a:pt x="142240" y="32639"/>
                  </a:lnTo>
                  <a:cubicBezTo>
                    <a:pt x="151511" y="32639"/>
                    <a:pt x="158623" y="25654"/>
                    <a:pt x="158623" y="16383"/>
                  </a:cubicBezTo>
                  <a:cubicBezTo>
                    <a:pt x="158623" y="7112"/>
                    <a:pt x="151638" y="0"/>
                    <a:pt x="142240" y="0"/>
                  </a:cubicBezTo>
                  <a:close/>
                </a:path>
              </a:pathLst>
            </a:custGeom>
            <a:solidFill>
              <a:srgbClr val="12FFFF"/>
            </a:solidFill>
          </p:spPr>
        </p:sp>
      </p:grpSp>
      <p:grpSp>
        <p:nvGrpSpPr>
          <p:cNvPr name="Group 333" id="333"/>
          <p:cNvGrpSpPr/>
          <p:nvPr/>
        </p:nvGrpSpPr>
        <p:grpSpPr>
          <a:xfrm rot="0">
            <a:off x="17052938" y="2423092"/>
            <a:ext cx="119038" cy="24542"/>
            <a:chOff x="0" y="0"/>
            <a:chExt cx="158717" cy="32723"/>
          </a:xfrm>
        </p:grpSpPr>
        <p:sp>
          <p:nvSpPr>
            <p:cNvPr name="Freeform 334" id="334"/>
            <p:cNvSpPr/>
            <p:nvPr/>
          </p:nvSpPr>
          <p:spPr>
            <a:xfrm flipH="false" flipV="false" rot="0">
              <a:off x="127" y="0"/>
              <a:ext cx="158496" cy="32639"/>
            </a:xfrm>
            <a:custGeom>
              <a:avLst/>
              <a:gdLst/>
              <a:ahLst/>
              <a:cxnLst/>
              <a:rect r="r" b="b" t="t" l="l"/>
              <a:pathLst>
                <a:path h="32639" w="158496">
                  <a:moveTo>
                    <a:pt x="16256" y="0"/>
                  </a:moveTo>
                  <a:cubicBezTo>
                    <a:pt x="6985" y="0"/>
                    <a:pt x="0" y="6985"/>
                    <a:pt x="0" y="16383"/>
                  </a:cubicBezTo>
                  <a:cubicBezTo>
                    <a:pt x="0" y="25781"/>
                    <a:pt x="6985" y="32639"/>
                    <a:pt x="16256" y="32639"/>
                  </a:cubicBezTo>
                  <a:lnTo>
                    <a:pt x="142240" y="32639"/>
                  </a:lnTo>
                  <a:cubicBezTo>
                    <a:pt x="151511" y="32639"/>
                    <a:pt x="158496" y="25654"/>
                    <a:pt x="158496" y="16383"/>
                  </a:cubicBezTo>
                  <a:cubicBezTo>
                    <a:pt x="158496" y="7112"/>
                    <a:pt x="151511" y="0"/>
                    <a:pt x="142240" y="0"/>
                  </a:cubicBezTo>
                  <a:close/>
                </a:path>
              </a:pathLst>
            </a:custGeom>
            <a:solidFill>
              <a:srgbClr val="12FFFF"/>
            </a:solidFill>
          </p:spPr>
        </p:sp>
      </p:grpSp>
      <p:grpSp>
        <p:nvGrpSpPr>
          <p:cNvPr name="Group 335" id="335"/>
          <p:cNvGrpSpPr/>
          <p:nvPr/>
        </p:nvGrpSpPr>
        <p:grpSpPr>
          <a:xfrm rot="0">
            <a:off x="16885026" y="2423092"/>
            <a:ext cx="118986" cy="24542"/>
            <a:chOff x="0" y="0"/>
            <a:chExt cx="158648" cy="32723"/>
          </a:xfrm>
        </p:grpSpPr>
        <p:sp>
          <p:nvSpPr>
            <p:cNvPr name="Freeform 336" id="336"/>
            <p:cNvSpPr/>
            <p:nvPr/>
          </p:nvSpPr>
          <p:spPr>
            <a:xfrm flipH="false" flipV="false" rot="0">
              <a:off x="127" y="0"/>
              <a:ext cx="158496" cy="32639"/>
            </a:xfrm>
            <a:custGeom>
              <a:avLst/>
              <a:gdLst/>
              <a:ahLst/>
              <a:cxnLst/>
              <a:rect r="r" b="b" t="t" l="l"/>
              <a:pathLst>
                <a:path h="32639" w="158496">
                  <a:moveTo>
                    <a:pt x="16256" y="0"/>
                  </a:moveTo>
                  <a:cubicBezTo>
                    <a:pt x="6985" y="0"/>
                    <a:pt x="0" y="6985"/>
                    <a:pt x="0" y="16383"/>
                  </a:cubicBezTo>
                  <a:cubicBezTo>
                    <a:pt x="0" y="25781"/>
                    <a:pt x="6985" y="32639"/>
                    <a:pt x="16256" y="32639"/>
                  </a:cubicBezTo>
                  <a:lnTo>
                    <a:pt x="142113" y="32639"/>
                  </a:lnTo>
                  <a:cubicBezTo>
                    <a:pt x="151511" y="32639"/>
                    <a:pt x="158496" y="25654"/>
                    <a:pt x="158496" y="16383"/>
                  </a:cubicBezTo>
                  <a:cubicBezTo>
                    <a:pt x="158496" y="7112"/>
                    <a:pt x="151511" y="0"/>
                    <a:pt x="142113" y="0"/>
                  </a:cubicBezTo>
                  <a:close/>
                </a:path>
              </a:pathLst>
            </a:custGeom>
            <a:solidFill>
              <a:srgbClr val="12FFFF"/>
            </a:solidFill>
          </p:spPr>
        </p:sp>
      </p:grpSp>
      <p:grpSp>
        <p:nvGrpSpPr>
          <p:cNvPr name="Group 337" id="337"/>
          <p:cNvGrpSpPr/>
          <p:nvPr/>
        </p:nvGrpSpPr>
        <p:grpSpPr>
          <a:xfrm rot="0">
            <a:off x="16885026" y="2507048"/>
            <a:ext cx="1009366" cy="24542"/>
            <a:chOff x="0" y="0"/>
            <a:chExt cx="1345821" cy="32723"/>
          </a:xfrm>
        </p:grpSpPr>
        <p:sp>
          <p:nvSpPr>
            <p:cNvPr name="Freeform 338" id="338"/>
            <p:cNvSpPr/>
            <p:nvPr/>
          </p:nvSpPr>
          <p:spPr>
            <a:xfrm flipH="false" flipV="false" rot="0">
              <a:off x="127" y="0"/>
              <a:ext cx="1345692" cy="32639"/>
            </a:xfrm>
            <a:custGeom>
              <a:avLst/>
              <a:gdLst/>
              <a:ahLst/>
              <a:cxnLst/>
              <a:rect r="r" b="b" t="t" l="l"/>
              <a:pathLst>
                <a:path h="32639" w="1345692">
                  <a:moveTo>
                    <a:pt x="16256" y="0"/>
                  </a:moveTo>
                  <a:cubicBezTo>
                    <a:pt x="6985" y="0"/>
                    <a:pt x="0" y="6985"/>
                    <a:pt x="0" y="16383"/>
                  </a:cubicBezTo>
                  <a:cubicBezTo>
                    <a:pt x="0" y="25781"/>
                    <a:pt x="6985" y="32639"/>
                    <a:pt x="16256" y="32639"/>
                  </a:cubicBezTo>
                  <a:lnTo>
                    <a:pt x="1329309" y="32639"/>
                  </a:lnTo>
                  <a:cubicBezTo>
                    <a:pt x="1338707" y="32639"/>
                    <a:pt x="1345692" y="25654"/>
                    <a:pt x="1345692" y="16383"/>
                  </a:cubicBezTo>
                  <a:cubicBezTo>
                    <a:pt x="1345692" y="7112"/>
                    <a:pt x="1338707" y="0"/>
                    <a:pt x="1329309" y="0"/>
                  </a:cubicBezTo>
                  <a:close/>
                </a:path>
              </a:pathLst>
            </a:custGeom>
            <a:solidFill>
              <a:srgbClr val="972CB4"/>
            </a:solidFill>
          </p:spPr>
        </p:sp>
      </p:grpSp>
      <p:grpSp>
        <p:nvGrpSpPr>
          <p:cNvPr name="Group 339" id="339"/>
          <p:cNvGrpSpPr/>
          <p:nvPr/>
        </p:nvGrpSpPr>
        <p:grpSpPr>
          <a:xfrm rot="0">
            <a:off x="16743332" y="2423092"/>
            <a:ext cx="59520" cy="24542"/>
            <a:chOff x="0" y="0"/>
            <a:chExt cx="79360" cy="32723"/>
          </a:xfrm>
        </p:grpSpPr>
        <p:sp>
          <p:nvSpPr>
            <p:cNvPr name="Freeform 340" id="340"/>
            <p:cNvSpPr/>
            <p:nvPr/>
          </p:nvSpPr>
          <p:spPr>
            <a:xfrm flipH="false" flipV="false" rot="0">
              <a:off x="127" y="0"/>
              <a:ext cx="79248" cy="32639"/>
            </a:xfrm>
            <a:custGeom>
              <a:avLst/>
              <a:gdLst/>
              <a:ahLst/>
              <a:cxnLst/>
              <a:rect r="r" b="b" t="t" l="l"/>
              <a:pathLst>
                <a:path h="32639" w="79248">
                  <a:moveTo>
                    <a:pt x="16256" y="0"/>
                  </a:moveTo>
                  <a:cubicBezTo>
                    <a:pt x="6985" y="0"/>
                    <a:pt x="0" y="6985"/>
                    <a:pt x="0" y="16383"/>
                  </a:cubicBezTo>
                  <a:cubicBezTo>
                    <a:pt x="0" y="25781"/>
                    <a:pt x="6985" y="32639"/>
                    <a:pt x="16256" y="32639"/>
                  </a:cubicBezTo>
                  <a:lnTo>
                    <a:pt x="60579" y="32639"/>
                  </a:lnTo>
                  <a:cubicBezTo>
                    <a:pt x="72263" y="32639"/>
                    <a:pt x="79248" y="25654"/>
                    <a:pt x="79248" y="16383"/>
                  </a:cubicBezTo>
                  <a:cubicBezTo>
                    <a:pt x="79248" y="7112"/>
                    <a:pt x="72263" y="0"/>
                    <a:pt x="60579" y="0"/>
                  </a:cubicBezTo>
                  <a:close/>
                </a:path>
              </a:pathLst>
            </a:custGeom>
            <a:solidFill>
              <a:srgbClr val="12FFFF"/>
            </a:solidFill>
          </p:spPr>
        </p:sp>
      </p:grpSp>
      <p:grpSp>
        <p:nvGrpSpPr>
          <p:cNvPr name="Group 341" id="341"/>
          <p:cNvGrpSpPr/>
          <p:nvPr/>
        </p:nvGrpSpPr>
        <p:grpSpPr>
          <a:xfrm rot="0">
            <a:off x="16743332" y="2507048"/>
            <a:ext cx="59520" cy="24542"/>
            <a:chOff x="0" y="0"/>
            <a:chExt cx="79360" cy="32723"/>
          </a:xfrm>
        </p:grpSpPr>
        <p:sp>
          <p:nvSpPr>
            <p:cNvPr name="Freeform 342" id="342"/>
            <p:cNvSpPr/>
            <p:nvPr/>
          </p:nvSpPr>
          <p:spPr>
            <a:xfrm flipH="false" flipV="false" rot="0">
              <a:off x="127" y="0"/>
              <a:ext cx="79248" cy="32639"/>
            </a:xfrm>
            <a:custGeom>
              <a:avLst/>
              <a:gdLst/>
              <a:ahLst/>
              <a:cxnLst/>
              <a:rect r="r" b="b" t="t" l="l"/>
              <a:pathLst>
                <a:path h="32639" w="79248">
                  <a:moveTo>
                    <a:pt x="16256" y="0"/>
                  </a:moveTo>
                  <a:cubicBezTo>
                    <a:pt x="6985" y="0"/>
                    <a:pt x="0" y="6985"/>
                    <a:pt x="0" y="16383"/>
                  </a:cubicBezTo>
                  <a:cubicBezTo>
                    <a:pt x="0" y="25781"/>
                    <a:pt x="6985" y="32639"/>
                    <a:pt x="16256" y="32639"/>
                  </a:cubicBezTo>
                  <a:lnTo>
                    <a:pt x="60579" y="32639"/>
                  </a:lnTo>
                  <a:cubicBezTo>
                    <a:pt x="72263" y="32639"/>
                    <a:pt x="79248" y="25654"/>
                    <a:pt x="79248" y="16383"/>
                  </a:cubicBezTo>
                  <a:cubicBezTo>
                    <a:pt x="79248" y="7112"/>
                    <a:pt x="72263" y="0"/>
                    <a:pt x="60579" y="0"/>
                  </a:cubicBezTo>
                  <a:close/>
                </a:path>
              </a:pathLst>
            </a:custGeom>
            <a:solidFill>
              <a:srgbClr val="12FFFF"/>
            </a:solidFill>
          </p:spPr>
        </p:sp>
      </p:grpSp>
      <p:grpSp>
        <p:nvGrpSpPr>
          <p:cNvPr name="Group 343" id="343"/>
          <p:cNvGrpSpPr/>
          <p:nvPr/>
        </p:nvGrpSpPr>
        <p:grpSpPr>
          <a:xfrm rot="0">
            <a:off x="16743332" y="2591004"/>
            <a:ext cx="59520" cy="24542"/>
            <a:chOff x="0" y="0"/>
            <a:chExt cx="79360" cy="32723"/>
          </a:xfrm>
        </p:grpSpPr>
        <p:sp>
          <p:nvSpPr>
            <p:cNvPr name="Freeform 344" id="344"/>
            <p:cNvSpPr/>
            <p:nvPr/>
          </p:nvSpPr>
          <p:spPr>
            <a:xfrm flipH="false" flipV="false" rot="0">
              <a:off x="127" y="0"/>
              <a:ext cx="79248" cy="32639"/>
            </a:xfrm>
            <a:custGeom>
              <a:avLst/>
              <a:gdLst/>
              <a:ahLst/>
              <a:cxnLst/>
              <a:rect r="r" b="b" t="t" l="l"/>
              <a:pathLst>
                <a:path h="32639" w="79248">
                  <a:moveTo>
                    <a:pt x="16256" y="0"/>
                  </a:moveTo>
                  <a:cubicBezTo>
                    <a:pt x="6985" y="0"/>
                    <a:pt x="0" y="7112"/>
                    <a:pt x="0" y="16383"/>
                  </a:cubicBezTo>
                  <a:cubicBezTo>
                    <a:pt x="0" y="25654"/>
                    <a:pt x="6985" y="32639"/>
                    <a:pt x="16256" y="32639"/>
                  </a:cubicBezTo>
                  <a:lnTo>
                    <a:pt x="60579" y="32639"/>
                  </a:lnTo>
                  <a:cubicBezTo>
                    <a:pt x="72263" y="32639"/>
                    <a:pt x="79248" y="25654"/>
                    <a:pt x="79248" y="16383"/>
                  </a:cubicBezTo>
                  <a:cubicBezTo>
                    <a:pt x="79248" y="7112"/>
                    <a:pt x="72263" y="0"/>
                    <a:pt x="60579" y="0"/>
                  </a:cubicBezTo>
                  <a:close/>
                </a:path>
              </a:pathLst>
            </a:custGeom>
            <a:solidFill>
              <a:srgbClr val="12FFFF"/>
            </a:solidFill>
          </p:spPr>
        </p:sp>
      </p:grpSp>
      <p:grpSp>
        <p:nvGrpSpPr>
          <p:cNvPr name="Group 345" id="345"/>
          <p:cNvGrpSpPr/>
          <p:nvPr/>
        </p:nvGrpSpPr>
        <p:grpSpPr>
          <a:xfrm rot="0">
            <a:off x="17955584" y="2507048"/>
            <a:ext cx="148720" cy="24542"/>
            <a:chOff x="0" y="0"/>
            <a:chExt cx="198293" cy="32723"/>
          </a:xfrm>
        </p:grpSpPr>
        <p:sp>
          <p:nvSpPr>
            <p:cNvPr name="Freeform 346" id="346"/>
            <p:cNvSpPr/>
            <p:nvPr/>
          </p:nvSpPr>
          <p:spPr>
            <a:xfrm flipH="false" flipV="false" rot="0">
              <a:off x="0" y="0"/>
              <a:ext cx="198374" cy="32639"/>
            </a:xfrm>
            <a:custGeom>
              <a:avLst/>
              <a:gdLst/>
              <a:ahLst/>
              <a:cxnLst/>
              <a:rect r="r" b="b" t="t" l="l"/>
              <a:pathLst>
                <a:path h="32639" w="198374">
                  <a:moveTo>
                    <a:pt x="18669" y="0"/>
                  </a:moveTo>
                  <a:cubicBezTo>
                    <a:pt x="9398" y="0"/>
                    <a:pt x="0" y="6985"/>
                    <a:pt x="0" y="16383"/>
                  </a:cubicBezTo>
                  <a:cubicBezTo>
                    <a:pt x="0" y="25781"/>
                    <a:pt x="9398" y="32639"/>
                    <a:pt x="18669" y="32639"/>
                  </a:cubicBezTo>
                  <a:lnTo>
                    <a:pt x="181991" y="32639"/>
                  </a:lnTo>
                  <a:cubicBezTo>
                    <a:pt x="191389" y="32639"/>
                    <a:pt x="198374" y="25654"/>
                    <a:pt x="198374" y="16383"/>
                  </a:cubicBezTo>
                  <a:cubicBezTo>
                    <a:pt x="198374" y="7112"/>
                    <a:pt x="191262" y="0"/>
                    <a:pt x="181991" y="0"/>
                  </a:cubicBezTo>
                  <a:close/>
                </a:path>
              </a:pathLst>
            </a:custGeom>
            <a:solidFill>
              <a:srgbClr val="972CB4"/>
            </a:solidFill>
          </p:spPr>
        </p:sp>
      </p:grpSp>
      <p:grpSp>
        <p:nvGrpSpPr>
          <p:cNvPr name="Group 347" id="347"/>
          <p:cNvGrpSpPr/>
          <p:nvPr/>
        </p:nvGrpSpPr>
        <p:grpSpPr>
          <a:xfrm rot="0">
            <a:off x="16881512" y="2591004"/>
            <a:ext cx="426914" cy="24542"/>
            <a:chOff x="0" y="0"/>
            <a:chExt cx="569219" cy="32723"/>
          </a:xfrm>
        </p:grpSpPr>
        <p:sp>
          <p:nvSpPr>
            <p:cNvPr name="Freeform 348" id="348"/>
            <p:cNvSpPr/>
            <p:nvPr/>
          </p:nvSpPr>
          <p:spPr>
            <a:xfrm flipH="false" flipV="false" rot="0">
              <a:off x="127" y="0"/>
              <a:ext cx="568960" cy="32639"/>
            </a:xfrm>
            <a:custGeom>
              <a:avLst/>
              <a:gdLst/>
              <a:ahLst/>
              <a:cxnLst/>
              <a:rect r="r" b="b" t="t" l="l"/>
              <a:pathLst>
                <a:path h="32639" w="568960">
                  <a:moveTo>
                    <a:pt x="16256" y="0"/>
                  </a:moveTo>
                  <a:cubicBezTo>
                    <a:pt x="6985" y="0"/>
                    <a:pt x="0" y="7112"/>
                    <a:pt x="0" y="16383"/>
                  </a:cubicBezTo>
                  <a:cubicBezTo>
                    <a:pt x="0" y="25654"/>
                    <a:pt x="6985" y="32639"/>
                    <a:pt x="16256" y="32639"/>
                  </a:cubicBezTo>
                  <a:lnTo>
                    <a:pt x="550291" y="32639"/>
                  </a:lnTo>
                  <a:cubicBezTo>
                    <a:pt x="559689" y="32639"/>
                    <a:pt x="568960" y="25654"/>
                    <a:pt x="568960" y="16383"/>
                  </a:cubicBezTo>
                  <a:cubicBezTo>
                    <a:pt x="568960" y="7112"/>
                    <a:pt x="559689" y="0"/>
                    <a:pt x="550291" y="0"/>
                  </a:cubicBezTo>
                  <a:close/>
                </a:path>
              </a:pathLst>
            </a:custGeom>
            <a:solidFill>
              <a:srgbClr val="972CB4"/>
            </a:solidFill>
          </p:spPr>
        </p:sp>
      </p:grpSp>
      <p:grpSp>
        <p:nvGrpSpPr>
          <p:cNvPr name="Group 349" id="349"/>
          <p:cNvGrpSpPr/>
          <p:nvPr/>
        </p:nvGrpSpPr>
        <p:grpSpPr>
          <a:xfrm rot="0">
            <a:off x="17441306" y="2699450"/>
            <a:ext cx="481084" cy="26272"/>
            <a:chOff x="0" y="0"/>
            <a:chExt cx="641445" cy="35029"/>
          </a:xfrm>
        </p:grpSpPr>
        <p:sp>
          <p:nvSpPr>
            <p:cNvPr name="Freeform 350" id="350"/>
            <p:cNvSpPr/>
            <p:nvPr/>
          </p:nvSpPr>
          <p:spPr>
            <a:xfrm flipH="false" flipV="false" rot="0">
              <a:off x="0" y="127"/>
              <a:ext cx="641350" cy="34925"/>
            </a:xfrm>
            <a:custGeom>
              <a:avLst/>
              <a:gdLst/>
              <a:ahLst/>
              <a:cxnLst/>
              <a:rect r="r" b="b" t="t" l="l"/>
              <a:pathLst>
                <a:path h="34925" w="641350">
                  <a:moveTo>
                    <a:pt x="16383" y="0"/>
                  </a:moveTo>
                  <a:cubicBezTo>
                    <a:pt x="6985" y="0"/>
                    <a:pt x="0" y="9271"/>
                    <a:pt x="0" y="18542"/>
                  </a:cubicBezTo>
                  <a:cubicBezTo>
                    <a:pt x="0" y="27813"/>
                    <a:pt x="6985" y="34925"/>
                    <a:pt x="16383" y="34925"/>
                  </a:cubicBezTo>
                  <a:lnTo>
                    <a:pt x="625094" y="34925"/>
                  </a:lnTo>
                  <a:cubicBezTo>
                    <a:pt x="634365" y="34925"/>
                    <a:pt x="641350" y="27940"/>
                    <a:pt x="641350" y="18542"/>
                  </a:cubicBezTo>
                  <a:cubicBezTo>
                    <a:pt x="641350" y="9144"/>
                    <a:pt x="634365" y="0"/>
                    <a:pt x="625094" y="0"/>
                  </a:cubicBezTo>
                  <a:close/>
                </a:path>
              </a:pathLst>
            </a:custGeom>
            <a:solidFill>
              <a:srgbClr val="878FFF"/>
            </a:solidFill>
          </p:spPr>
        </p:sp>
      </p:grpSp>
      <p:grpSp>
        <p:nvGrpSpPr>
          <p:cNvPr name="Group 351" id="351"/>
          <p:cNvGrpSpPr/>
          <p:nvPr/>
        </p:nvGrpSpPr>
        <p:grpSpPr>
          <a:xfrm rot="0">
            <a:off x="17764912" y="2641714"/>
            <a:ext cx="157478" cy="26324"/>
            <a:chOff x="0" y="0"/>
            <a:chExt cx="209971" cy="35099"/>
          </a:xfrm>
        </p:grpSpPr>
        <p:sp>
          <p:nvSpPr>
            <p:cNvPr name="Freeform 352" id="352"/>
            <p:cNvSpPr/>
            <p:nvPr/>
          </p:nvSpPr>
          <p:spPr>
            <a:xfrm flipH="false" flipV="false" rot="0">
              <a:off x="0" y="127"/>
              <a:ext cx="209804" cy="34925"/>
            </a:xfrm>
            <a:custGeom>
              <a:avLst/>
              <a:gdLst/>
              <a:ahLst/>
              <a:cxnLst/>
              <a:rect r="r" b="b" t="t" l="l"/>
              <a:pathLst>
                <a:path h="34925" w="209804">
                  <a:moveTo>
                    <a:pt x="18669" y="0"/>
                  </a:moveTo>
                  <a:cubicBezTo>
                    <a:pt x="9398" y="0"/>
                    <a:pt x="0" y="6985"/>
                    <a:pt x="0" y="18669"/>
                  </a:cubicBezTo>
                  <a:cubicBezTo>
                    <a:pt x="0" y="27940"/>
                    <a:pt x="9398" y="34925"/>
                    <a:pt x="18669" y="34925"/>
                  </a:cubicBezTo>
                  <a:lnTo>
                    <a:pt x="193548" y="34925"/>
                  </a:lnTo>
                  <a:cubicBezTo>
                    <a:pt x="202819" y="34925"/>
                    <a:pt x="209804" y="27940"/>
                    <a:pt x="209804" y="18669"/>
                  </a:cubicBezTo>
                  <a:cubicBezTo>
                    <a:pt x="209804" y="6985"/>
                    <a:pt x="202819" y="0"/>
                    <a:pt x="193548" y="0"/>
                  </a:cubicBezTo>
                  <a:close/>
                </a:path>
              </a:pathLst>
            </a:custGeom>
            <a:solidFill>
              <a:srgbClr val="878FFF"/>
            </a:solidFill>
          </p:spPr>
        </p:sp>
      </p:grpSp>
      <p:grpSp>
        <p:nvGrpSpPr>
          <p:cNvPr name="Group 353" id="353"/>
          <p:cNvGrpSpPr/>
          <p:nvPr/>
        </p:nvGrpSpPr>
        <p:grpSpPr>
          <a:xfrm rot="0">
            <a:off x="16743332" y="2116948"/>
            <a:ext cx="503844" cy="26324"/>
            <a:chOff x="0" y="0"/>
            <a:chExt cx="671792" cy="35099"/>
          </a:xfrm>
        </p:grpSpPr>
        <p:sp>
          <p:nvSpPr>
            <p:cNvPr name="Freeform 354" id="354"/>
            <p:cNvSpPr/>
            <p:nvPr/>
          </p:nvSpPr>
          <p:spPr>
            <a:xfrm flipH="false" flipV="false" rot="0">
              <a:off x="127" y="127"/>
              <a:ext cx="671703" cy="34925"/>
            </a:xfrm>
            <a:custGeom>
              <a:avLst/>
              <a:gdLst/>
              <a:ahLst/>
              <a:cxnLst/>
              <a:rect r="r" b="b" t="t" l="l"/>
              <a:pathLst>
                <a:path h="34925" w="671703">
                  <a:moveTo>
                    <a:pt x="16256" y="0"/>
                  </a:moveTo>
                  <a:cubicBezTo>
                    <a:pt x="6985" y="0"/>
                    <a:pt x="0" y="6985"/>
                    <a:pt x="0" y="16256"/>
                  </a:cubicBezTo>
                  <a:cubicBezTo>
                    <a:pt x="0" y="25527"/>
                    <a:pt x="6985" y="34925"/>
                    <a:pt x="16256" y="34925"/>
                  </a:cubicBezTo>
                  <a:lnTo>
                    <a:pt x="653034" y="34925"/>
                  </a:lnTo>
                  <a:cubicBezTo>
                    <a:pt x="662305" y="34925"/>
                    <a:pt x="671703" y="25654"/>
                    <a:pt x="671703" y="16256"/>
                  </a:cubicBezTo>
                  <a:cubicBezTo>
                    <a:pt x="671703" y="6858"/>
                    <a:pt x="662305" y="0"/>
                    <a:pt x="653034" y="0"/>
                  </a:cubicBezTo>
                  <a:close/>
                </a:path>
              </a:pathLst>
            </a:custGeom>
            <a:solidFill>
              <a:srgbClr val="972CB4"/>
            </a:solidFill>
          </p:spPr>
        </p:sp>
      </p:grpSp>
      <p:grpSp>
        <p:nvGrpSpPr>
          <p:cNvPr name="Group 355" id="355"/>
          <p:cNvGrpSpPr/>
          <p:nvPr/>
        </p:nvGrpSpPr>
        <p:grpSpPr>
          <a:xfrm rot="0">
            <a:off x="16743332" y="2935586"/>
            <a:ext cx="813450" cy="24542"/>
            <a:chOff x="0" y="0"/>
            <a:chExt cx="1084600" cy="32723"/>
          </a:xfrm>
        </p:grpSpPr>
        <p:sp>
          <p:nvSpPr>
            <p:cNvPr name="Freeform 356" id="356"/>
            <p:cNvSpPr/>
            <p:nvPr/>
          </p:nvSpPr>
          <p:spPr>
            <a:xfrm flipH="false" flipV="false" rot="0">
              <a:off x="127" y="127"/>
              <a:ext cx="1084453" cy="32639"/>
            </a:xfrm>
            <a:custGeom>
              <a:avLst/>
              <a:gdLst/>
              <a:ahLst/>
              <a:cxnLst/>
              <a:rect r="r" b="b" t="t" l="l"/>
              <a:pathLst>
                <a:path h="32639" w="1084453">
                  <a:moveTo>
                    <a:pt x="16256" y="0"/>
                  </a:moveTo>
                  <a:cubicBezTo>
                    <a:pt x="6985" y="0"/>
                    <a:pt x="0" y="6985"/>
                    <a:pt x="0" y="16256"/>
                  </a:cubicBezTo>
                  <a:cubicBezTo>
                    <a:pt x="0" y="25527"/>
                    <a:pt x="6985" y="32639"/>
                    <a:pt x="16256" y="32639"/>
                  </a:cubicBezTo>
                  <a:lnTo>
                    <a:pt x="1068070" y="32639"/>
                  </a:lnTo>
                  <a:cubicBezTo>
                    <a:pt x="1077468" y="32639"/>
                    <a:pt x="1084453" y="25654"/>
                    <a:pt x="1084453" y="16256"/>
                  </a:cubicBezTo>
                  <a:cubicBezTo>
                    <a:pt x="1084453" y="6858"/>
                    <a:pt x="1077468" y="0"/>
                    <a:pt x="1068070" y="0"/>
                  </a:cubicBezTo>
                  <a:close/>
                </a:path>
              </a:pathLst>
            </a:custGeom>
            <a:solidFill>
              <a:srgbClr val="878FFF"/>
            </a:solidFill>
          </p:spPr>
        </p:sp>
      </p:grpSp>
      <p:grpSp>
        <p:nvGrpSpPr>
          <p:cNvPr name="Group 357" id="357"/>
          <p:cNvGrpSpPr/>
          <p:nvPr/>
        </p:nvGrpSpPr>
        <p:grpSpPr>
          <a:xfrm rot="0">
            <a:off x="17483258" y="2785190"/>
            <a:ext cx="241486" cy="24542"/>
            <a:chOff x="0" y="0"/>
            <a:chExt cx="321981" cy="32723"/>
          </a:xfrm>
        </p:grpSpPr>
        <p:sp>
          <p:nvSpPr>
            <p:cNvPr name="Freeform 358" id="358"/>
            <p:cNvSpPr/>
            <p:nvPr/>
          </p:nvSpPr>
          <p:spPr>
            <a:xfrm flipH="false" flipV="false" rot="0">
              <a:off x="127" y="0"/>
              <a:ext cx="321691" cy="32639"/>
            </a:xfrm>
            <a:custGeom>
              <a:avLst/>
              <a:gdLst/>
              <a:ahLst/>
              <a:cxnLst/>
              <a:rect r="r" b="b" t="t" l="l"/>
              <a:pathLst>
                <a:path h="32639" w="321691">
                  <a:moveTo>
                    <a:pt x="18669" y="0"/>
                  </a:moveTo>
                  <a:cubicBezTo>
                    <a:pt x="9271" y="0"/>
                    <a:pt x="0" y="6985"/>
                    <a:pt x="0" y="16383"/>
                  </a:cubicBezTo>
                  <a:cubicBezTo>
                    <a:pt x="0" y="25781"/>
                    <a:pt x="9271" y="32639"/>
                    <a:pt x="18669" y="32639"/>
                  </a:cubicBezTo>
                  <a:lnTo>
                    <a:pt x="305435" y="32639"/>
                  </a:lnTo>
                  <a:cubicBezTo>
                    <a:pt x="314706" y="32639"/>
                    <a:pt x="321691" y="25654"/>
                    <a:pt x="321691" y="16383"/>
                  </a:cubicBezTo>
                  <a:cubicBezTo>
                    <a:pt x="321691" y="7112"/>
                    <a:pt x="314833" y="0"/>
                    <a:pt x="305435" y="0"/>
                  </a:cubicBezTo>
                  <a:close/>
                </a:path>
              </a:pathLst>
            </a:custGeom>
            <a:solidFill>
              <a:srgbClr val="12D77E"/>
            </a:solidFill>
          </p:spPr>
        </p:sp>
      </p:grpSp>
      <p:grpSp>
        <p:nvGrpSpPr>
          <p:cNvPr name="Group 359" id="359"/>
          <p:cNvGrpSpPr/>
          <p:nvPr/>
        </p:nvGrpSpPr>
        <p:grpSpPr>
          <a:xfrm rot="0">
            <a:off x="17805134" y="2785190"/>
            <a:ext cx="321930" cy="24542"/>
            <a:chOff x="0" y="0"/>
            <a:chExt cx="429240" cy="32723"/>
          </a:xfrm>
        </p:grpSpPr>
        <p:sp>
          <p:nvSpPr>
            <p:cNvPr name="Freeform 360" id="360"/>
            <p:cNvSpPr/>
            <p:nvPr/>
          </p:nvSpPr>
          <p:spPr>
            <a:xfrm flipH="false" flipV="false" rot="0">
              <a:off x="127" y="0"/>
              <a:ext cx="429006" cy="32639"/>
            </a:xfrm>
            <a:custGeom>
              <a:avLst/>
              <a:gdLst/>
              <a:ahLst/>
              <a:cxnLst/>
              <a:rect r="r" b="b" t="t" l="l"/>
              <a:pathLst>
                <a:path h="32639" w="429006">
                  <a:moveTo>
                    <a:pt x="16256" y="0"/>
                  </a:moveTo>
                  <a:cubicBezTo>
                    <a:pt x="6985" y="0"/>
                    <a:pt x="0" y="6985"/>
                    <a:pt x="0" y="16383"/>
                  </a:cubicBezTo>
                  <a:cubicBezTo>
                    <a:pt x="0" y="25781"/>
                    <a:pt x="6985" y="32639"/>
                    <a:pt x="16256" y="32639"/>
                  </a:cubicBezTo>
                  <a:lnTo>
                    <a:pt x="412750" y="32639"/>
                  </a:lnTo>
                  <a:cubicBezTo>
                    <a:pt x="422021" y="32639"/>
                    <a:pt x="429006" y="25654"/>
                    <a:pt x="429006" y="16383"/>
                  </a:cubicBezTo>
                  <a:cubicBezTo>
                    <a:pt x="429006" y="7112"/>
                    <a:pt x="422021" y="0"/>
                    <a:pt x="412750" y="0"/>
                  </a:cubicBezTo>
                  <a:close/>
                </a:path>
              </a:pathLst>
            </a:custGeom>
            <a:solidFill>
              <a:srgbClr val="12D77E"/>
            </a:solidFill>
          </p:spPr>
        </p:sp>
      </p:grpSp>
      <p:grpSp>
        <p:nvGrpSpPr>
          <p:cNvPr name="Group 361" id="361"/>
          <p:cNvGrpSpPr/>
          <p:nvPr/>
        </p:nvGrpSpPr>
        <p:grpSpPr>
          <a:xfrm rot="0">
            <a:off x="17805134" y="2904124"/>
            <a:ext cx="321930" cy="26272"/>
            <a:chOff x="0" y="0"/>
            <a:chExt cx="429240" cy="35029"/>
          </a:xfrm>
        </p:grpSpPr>
        <p:sp>
          <p:nvSpPr>
            <p:cNvPr name="Freeform 362" id="362"/>
            <p:cNvSpPr/>
            <p:nvPr/>
          </p:nvSpPr>
          <p:spPr>
            <a:xfrm flipH="false" flipV="false" rot="0">
              <a:off x="127" y="0"/>
              <a:ext cx="429006" cy="35052"/>
            </a:xfrm>
            <a:custGeom>
              <a:avLst/>
              <a:gdLst/>
              <a:ahLst/>
              <a:cxnLst/>
              <a:rect r="r" b="b" t="t" l="l"/>
              <a:pathLst>
                <a:path h="35052" w="429006">
                  <a:moveTo>
                    <a:pt x="16256" y="0"/>
                  </a:moveTo>
                  <a:cubicBezTo>
                    <a:pt x="6985" y="0"/>
                    <a:pt x="0" y="9398"/>
                    <a:pt x="0" y="18669"/>
                  </a:cubicBezTo>
                  <a:cubicBezTo>
                    <a:pt x="0" y="27940"/>
                    <a:pt x="6985" y="35052"/>
                    <a:pt x="16256" y="35052"/>
                  </a:cubicBezTo>
                  <a:lnTo>
                    <a:pt x="412750" y="35052"/>
                  </a:lnTo>
                  <a:cubicBezTo>
                    <a:pt x="422021" y="35052"/>
                    <a:pt x="429006" y="28067"/>
                    <a:pt x="429006" y="18669"/>
                  </a:cubicBezTo>
                  <a:cubicBezTo>
                    <a:pt x="429006" y="9271"/>
                    <a:pt x="422021" y="0"/>
                    <a:pt x="412750" y="0"/>
                  </a:cubicBezTo>
                  <a:close/>
                </a:path>
              </a:pathLst>
            </a:custGeom>
            <a:solidFill>
              <a:srgbClr val="12D77E"/>
            </a:solidFill>
          </p:spPr>
        </p:sp>
      </p:grpSp>
      <p:grpSp>
        <p:nvGrpSpPr>
          <p:cNvPr name="Group 363" id="363"/>
          <p:cNvGrpSpPr/>
          <p:nvPr/>
        </p:nvGrpSpPr>
        <p:grpSpPr>
          <a:xfrm rot="0">
            <a:off x="16743332" y="3017812"/>
            <a:ext cx="122500" cy="26272"/>
            <a:chOff x="0" y="0"/>
            <a:chExt cx="163333" cy="35029"/>
          </a:xfrm>
        </p:grpSpPr>
        <p:sp>
          <p:nvSpPr>
            <p:cNvPr name="Freeform 364" id="364"/>
            <p:cNvSpPr/>
            <p:nvPr/>
          </p:nvSpPr>
          <p:spPr>
            <a:xfrm flipH="false" flipV="false" rot="0">
              <a:off x="127" y="127"/>
              <a:ext cx="163195" cy="34925"/>
            </a:xfrm>
            <a:custGeom>
              <a:avLst/>
              <a:gdLst/>
              <a:ahLst/>
              <a:cxnLst/>
              <a:rect r="r" b="b" t="t" l="l"/>
              <a:pathLst>
                <a:path h="34925" w="163195">
                  <a:moveTo>
                    <a:pt x="16256" y="0"/>
                  </a:moveTo>
                  <a:cubicBezTo>
                    <a:pt x="6985" y="0"/>
                    <a:pt x="0" y="6985"/>
                    <a:pt x="0" y="18542"/>
                  </a:cubicBezTo>
                  <a:cubicBezTo>
                    <a:pt x="0" y="27940"/>
                    <a:pt x="6985" y="34925"/>
                    <a:pt x="16256" y="34925"/>
                  </a:cubicBezTo>
                  <a:lnTo>
                    <a:pt x="146812" y="34925"/>
                  </a:lnTo>
                  <a:cubicBezTo>
                    <a:pt x="156210" y="34925"/>
                    <a:pt x="163195" y="27940"/>
                    <a:pt x="163195" y="18542"/>
                  </a:cubicBezTo>
                  <a:cubicBezTo>
                    <a:pt x="163195" y="6985"/>
                    <a:pt x="156210" y="0"/>
                    <a:pt x="146812" y="0"/>
                  </a:cubicBezTo>
                  <a:close/>
                </a:path>
              </a:pathLst>
            </a:custGeom>
            <a:solidFill>
              <a:srgbClr val="12D77E"/>
            </a:solidFill>
          </p:spPr>
        </p:sp>
      </p:grpSp>
      <p:grpSp>
        <p:nvGrpSpPr>
          <p:cNvPr name="Group 365" id="365"/>
          <p:cNvGrpSpPr/>
          <p:nvPr/>
        </p:nvGrpSpPr>
        <p:grpSpPr>
          <a:xfrm rot="0">
            <a:off x="16897296" y="3017812"/>
            <a:ext cx="757444" cy="26272"/>
            <a:chOff x="0" y="0"/>
            <a:chExt cx="1009925" cy="35029"/>
          </a:xfrm>
        </p:grpSpPr>
        <p:sp>
          <p:nvSpPr>
            <p:cNvPr name="Freeform 366" id="366"/>
            <p:cNvSpPr/>
            <p:nvPr/>
          </p:nvSpPr>
          <p:spPr>
            <a:xfrm flipH="false" flipV="false" rot="0">
              <a:off x="0" y="127"/>
              <a:ext cx="1009904" cy="34925"/>
            </a:xfrm>
            <a:custGeom>
              <a:avLst/>
              <a:gdLst/>
              <a:ahLst/>
              <a:cxnLst/>
              <a:rect r="r" b="b" t="t" l="l"/>
              <a:pathLst>
                <a:path h="34925" w="1009904">
                  <a:moveTo>
                    <a:pt x="18669" y="0"/>
                  </a:moveTo>
                  <a:cubicBezTo>
                    <a:pt x="9398" y="0"/>
                    <a:pt x="0" y="6985"/>
                    <a:pt x="0" y="18542"/>
                  </a:cubicBezTo>
                  <a:cubicBezTo>
                    <a:pt x="0" y="27940"/>
                    <a:pt x="9398" y="34925"/>
                    <a:pt x="18669" y="34925"/>
                  </a:cubicBezTo>
                  <a:lnTo>
                    <a:pt x="993521" y="34925"/>
                  </a:lnTo>
                  <a:cubicBezTo>
                    <a:pt x="1002919" y="34925"/>
                    <a:pt x="1009904" y="27940"/>
                    <a:pt x="1009904" y="18542"/>
                  </a:cubicBezTo>
                  <a:cubicBezTo>
                    <a:pt x="1009904" y="6985"/>
                    <a:pt x="1002919" y="0"/>
                    <a:pt x="993521" y="0"/>
                  </a:cubicBezTo>
                  <a:close/>
                </a:path>
              </a:pathLst>
            </a:custGeom>
            <a:solidFill>
              <a:srgbClr val="12D77E"/>
            </a:solidFill>
          </p:spPr>
        </p:sp>
      </p:grpSp>
      <p:sp>
        <p:nvSpPr>
          <p:cNvPr name="Freeform 367" id="367"/>
          <p:cNvSpPr/>
          <p:nvPr/>
        </p:nvSpPr>
        <p:spPr>
          <a:xfrm flipH="false" flipV="false" rot="0">
            <a:off x="951225" y="3685807"/>
            <a:ext cx="5711012" cy="5711012"/>
          </a:xfrm>
          <a:custGeom>
            <a:avLst/>
            <a:gdLst/>
            <a:ahLst/>
            <a:cxnLst/>
            <a:rect r="r" b="b" t="t" l="l"/>
            <a:pathLst>
              <a:path h="5711012" w="5711012">
                <a:moveTo>
                  <a:pt x="0" y="0"/>
                </a:moveTo>
                <a:lnTo>
                  <a:pt x="5711012" y="0"/>
                </a:lnTo>
                <a:lnTo>
                  <a:pt x="5711012" y="5711012"/>
                </a:lnTo>
                <a:lnTo>
                  <a:pt x="0" y="5711012"/>
                </a:lnTo>
                <a:lnTo>
                  <a:pt x="0" y="0"/>
                </a:lnTo>
                <a:close/>
              </a:path>
            </a:pathLst>
          </a:custGeom>
          <a:blipFill>
            <a:blip r:embed="rId5"/>
            <a:stretch>
              <a:fillRect l="0" t="0" r="0" b="0"/>
            </a:stretch>
          </a:blipFill>
        </p:spPr>
      </p:sp>
      <p:sp>
        <p:nvSpPr>
          <p:cNvPr name="TextBox 368" id="368"/>
          <p:cNvSpPr txBox="true"/>
          <p:nvPr/>
        </p:nvSpPr>
        <p:spPr>
          <a:xfrm rot="0">
            <a:off x="951225" y="952132"/>
            <a:ext cx="7976550" cy="2733675"/>
          </a:xfrm>
          <a:prstGeom prst="rect">
            <a:avLst/>
          </a:prstGeom>
        </p:spPr>
        <p:txBody>
          <a:bodyPr anchor="t" rtlCol="false" tIns="0" lIns="0" bIns="0" rIns="0">
            <a:spAutoFit/>
          </a:bodyPr>
          <a:lstStyle/>
          <a:p>
            <a:pPr algn="l">
              <a:lnSpc>
                <a:spcPts val="11999"/>
              </a:lnSpc>
            </a:pPr>
            <a:r>
              <a:rPr lang="en-US" sz="9999" b="true">
                <a:solidFill>
                  <a:srgbClr val="CEF3F5"/>
                </a:solidFill>
                <a:latin typeface="Oswald Bold"/>
                <a:ea typeface="Oswald Bold"/>
                <a:cs typeface="Oswald Bold"/>
                <a:sym typeface="Oswald Bold"/>
              </a:rPr>
              <a:t>Ascension</a:t>
            </a:r>
          </a:p>
          <a:p>
            <a:pPr algn="l">
              <a:lnSpc>
                <a:spcPts val="9600"/>
              </a:lnSpc>
            </a:pPr>
            <a:r>
              <a:rPr lang="en-US" sz="8000">
                <a:solidFill>
                  <a:srgbClr val="CEF3F5"/>
                </a:solidFill>
                <a:latin typeface="Oswald"/>
                <a:ea typeface="Oswald"/>
                <a:cs typeface="Oswald"/>
                <a:sym typeface="Oswald"/>
              </a:rPr>
              <a:t>Visualiser l’invisible !</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13440846" y="7568182"/>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4" y="-18"/>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028700" y="6836999"/>
            <a:ext cx="13361575" cy="1448971"/>
          </a:xfrm>
          <a:prstGeom prst="rect">
            <a:avLst/>
          </a:prstGeom>
        </p:spPr>
        <p:txBody>
          <a:bodyPr anchor="t" rtlCol="false" tIns="0" lIns="0" bIns="0" rIns="0">
            <a:spAutoFit/>
          </a:bodyPr>
          <a:lstStyle/>
          <a:p>
            <a:pPr algn="l">
              <a:lnSpc>
                <a:spcPts val="3828"/>
              </a:lnSpc>
              <a:spcBef>
                <a:spcPct val="0"/>
              </a:spcBef>
            </a:pPr>
            <a:r>
              <a:rPr lang="en-US" sz="3190">
                <a:solidFill>
                  <a:srgbClr val="FFFFFF"/>
                </a:solidFill>
                <a:latin typeface="Oswald"/>
                <a:ea typeface="Oswald"/>
                <a:cs typeface="Oswald"/>
                <a:sym typeface="Oswald"/>
              </a:rPr>
              <a:t>Recens</a:t>
            </a:r>
            <a:r>
              <a:rPr lang="en-US" sz="3190">
                <a:solidFill>
                  <a:srgbClr val="FFFFFF"/>
                </a:solidFill>
                <a:latin typeface="Oswald"/>
                <a:ea typeface="Oswald"/>
                <a:cs typeface="Oswald"/>
                <a:sym typeface="Oswald"/>
              </a:rPr>
              <a:t>er les besoins du client et des utilisateurs en observant et en échangeant avec les parties prenantes afin de cerner les usages prévus, notamment pour les personnes en situation de handicap.</a:t>
            </a:r>
          </a:p>
        </p:txBody>
      </p:sp>
      <p:sp>
        <p:nvSpPr>
          <p:cNvPr name="TextBox 5" id="5"/>
          <p:cNvSpPr txBox="true"/>
          <p:nvPr/>
        </p:nvSpPr>
        <p:spPr>
          <a:xfrm rot="0">
            <a:off x="3897925" y="3989098"/>
            <a:ext cx="13361375" cy="2295525"/>
          </a:xfrm>
          <a:prstGeom prst="rect">
            <a:avLst/>
          </a:prstGeom>
        </p:spPr>
        <p:txBody>
          <a:bodyPr anchor="t" rtlCol="false" tIns="0" lIns="0" bIns="0" rIns="0">
            <a:spAutoFit/>
          </a:bodyPr>
          <a:lstStyle/>
          <a:p>
            <a:pPr algn="l">
              <a:lnSpc>
                <a:spcPts val="18000"/>
              </a:lnSpc>
            </a:pPr>
            <a:r>
              <a:rPr lang="en-US" sz="15000">
                <a:solidFill>
                  <a:srgbClr val="C8AEF8"/>
                </a:solidFill>
                <a:latin typeface="Oswald"/>
                <a:ea typeface="Oswald"/>
                <a:cs typeface="Oswald"/>
                <a:sym typeface="Oswald"/>
              </a:rPr>
              <a:t>Compétence 1</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0" y="9138092"/>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243000" y="-8"/>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949385" y="3092190"/>
            <a:ext cx="7712222" cy="4810498"/>
          </a:xfrm>
          <a:custGeom>
            <a:avLst/>
            <a:gdLst/>
            <a:ahLst/>
            <a:cxnLst/>
            <a:rect r="r" b="b" t="t" l="l"/>
            <a:pathLst>
              <a:path h="4810498" w="7712222">
                <a:moveTo>
                  <a:pt x="0" y="0"/>
                </a:moveTo>
                <a:lnTo>
                  <a:pt x="7712222" y="0"/>
                </a:lnTo>
                <a:lnTo>
                  <a:pt x="7712222" y="4810498"/>
                </a:lnTo>
                <a:lnTo>
                  <a:pt x="0" y="4810498"/>
                </a:lnTo>
                <a:lnTo>
                  <a:pt x="0" y="0"/>
                </a:lnTo>
                <a:close/>
              </a:path>
            </a:pathLst>
          </a:custGeom>
          <a:blipFill>
            <a:blip r:embed="rId7"/>
            <a:stretch>
              <a:fillRect l="0" t="0" r="0" b="0"/>
            </a:stretch>
          </a:blipFill>
        </p:spPr>
      </p:sp>
      <p:sp>
        <p:nvSpPr>
          <p:cNvPr name="Freeform 5" id="5"/>
          <p:cNvSpPr/>
          <p:nvPr/>
        </p:nvSpPr>
        <p:spPr>
          <a:xfrm flipH="false" flipV="false" rot="0">
            <a:off x="8774911" y="4596849"/>
            <a:ext cx="8557273" cy="5209240"/>
          </a:xfrm>
          <a:custGeom>
            <a:avLst/>
            <a:gdLst/>
            <a:ahLst/>
            <a:cxnLst/>
            <a:rect r="r" b="b" t="t" l="l"/>
            <a:pathLst>
              <a:path h="5209240" w="8557273">
                <a:moveTo>
                  <a:pt x="0" y="0"/>
                </a:moveTo>
                <a:lnTo>
                  <a:pt x="8557273" y="0"/>
                </a:lnTo>
                <a:lnTo>
                  <a:pt x="8557273" y="5209240"/>
                </a:lnTo>
                <a:lnTo>
                  <a:pt x="0" y="5209240"/>
                </a:lnTo>
                <a:lnTo>
                  <a:pt x="0" y="0"/>
                </a:lnTo>
                <a:close/>
              </a:path>
            </a:pathLst>
          </a:custGeom>
          <a:blipFill>
            <a:blip r:embed="rId8"/>
            <a:stretch>
              <a:fillRect l="0" t="0" r="0" b="0"/>
            </a:stretch>
          </a:blipFill>
        </p:spPr>
      </p:sp>
      <p:sp>
        <p:nvSpPr>
          <p:cNvPr name="TextBox 6" id="6"/>
          <p:cNvSpPr txBox="true"/>
          <p:nvPr/>
        </p:nvSpPr>
        <p:spPr>
          <a:xfrm rot="0">
            <a:off x="1028700" y="571500"/>
            <a:ext cx="16230600" cy="914400"/>
          </a:xfrm>
          <a:prstGeom prst="rect">
            <a:avLst/>
          </a:prstGeom>
        </p:spPr>
        <p:txBody>
          <a:bodyPr anchor="t" rtlCol="false" tIns="0" lIns="0" bIns="0" rIns="0">
            <a:spAutoFit/>
          </a:bodyPr>
          <a:lstStyle/>
          <a:p>
            <a:pPr algn="ctr">
              <a:lnSpc>
                <a:spcPts val="7200"/>
              </a:lnSpc>
            </a:pPr>
            <a:r>
              <a:rPr lang="en-US" sz="6000" u="sng">
                <a:solidFill>
                  <a:srgbClr val="CEF3F5"/>
                </a:solidFill>
                <a:latin typeface="Oswald"/>
                <a:ea typeface="Oswald"/>
                <a:cs typeface="Oswald"/>
                <a:sym typeface="Oswald"/>
              </a:rPr>
              <a:t>C1 - O1</a:t>
            </a:r>
          </a:p>
        </p:txBody>
      </p:sp>
      <p:sp>
        <p:nvSpPr>
          <p:cNvPr name="TextBox 7" id="7"/>
          <p:cNvSpPr txBox="true"/>
          <p:nvPr/>
        </p:nvSpPr>
        <p:spPr>
          <a:xfrm rot="0">
            <a:off x="1028700" y="1899561"/>
            <a:ext cx="16230600" cy="9239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1 : Le candidat présente une analyse des besoins clients ainsi que les échanges ayant permis son élaboration et couvrant l'intégralité du scope fonctionnel</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0" y="9138092"/>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243000" y="-8"/>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5238245" y="3242586"/>
            <a:ext cx="7811509" cy="5824897"/>
          </a:xfrm>
          <a:custGeom>
            <a:avLst/>
            <a:gdLst/>
            <a:ahLst/>
            <a:cxnLst/>
            <a:rect r="r" b="b" t="t" l="l"/>
            <a:pathLst>
              <a:path h="5824897" w="7811509">
                <a:moveTo>
                  <a:pt x="0" y="0"/>
                </a:moveTo>
                <a:lnTo>
                  <a:pt x="7811510" y="0"/>
                </a:lnTo>
                <a:lnTo>
                  <a:pt x="7811510" y="5824897"/>
                </a:lnTo>
                <a:lnTo>
                  <a:pt x="0" y="5824897"/>
                </a:lnTo>
                <a:lnTo>
                  <a:pt x="0" y="0"/>
                </a:lnTo>
                <a:close/>
              </a:path>
            </a:pathLst>
          </a:custGeom>
          <a:blipFill>
            <a:blip r:embed="rId7"/>
            <a:stretch>
              <a:fillRect l="-634" t="0" r="0" b="-4422"/>
            </a:stretch>
          </a:blipFill>
        </p:spPr>
      </p:sp>
      <p:sp>
        <p:nvSpPr>
          <p:cNvPr name="TextBox 5" id="5"/>
          <p:cNvSpPr txBox="true"/>
          <p:nvPr/>
        </p:nvSpPr>
        <p:spPr>
          <a:xfrm rot="0">
            <a:off x="1028700" y="571500"/>
            <a:ext cx="16230600" cy="914400"/>
          </a:xfrm>
          <a:prstGeom prst="rect">
            <a:avLst/>
          </a:prstGeom>
        </p:spPr>
        <p:txBody>
          <a:bodyPr anchor="t" rtlCol="false" tIns="0" lIns="0" bIns="0" rIns="0">
            <a:spAutoFit/>
          </a:bodyPr>
          <a:lstStyle/>
          <a:p>
            <a:pPr algn="ctr">
              <a:lnSpc>
                <a:spcPts val="7200"/>
              </a:lnSpc>
            </a:pPr>
            <a:r>
              <a:rPr lang="en-US" sz="6000" u="sng">
                <a:solidFill>
                  <a:srgbClr val="CEF3F5"/>
                </a:solidFill>
                <a:latin typeface="Oswald"/>
                <a:ea typeface="Oswald"/>
                <a:cs typeface="Oswald"/>
                <a:sym typeface="Oswald"/>
              </a:rPr>
              <a:t>C1 - O2</a:t>
            </a:r>
          </a:p>
        </p:txBody>
      </p:sp>
      <p:sp>
        <p:nvSpPr>
          <p:cNvPr name="TextBox 6" id="6"/>
          <p:cNvSpPr txBox="true"/>
          <p:nvPr/>
        </p:nvSpPr>
        <p:spPr>
          <a:xfrm rot="0">
            <a:off x="1028700" y="1899561"/>
            <a:ext cx="16230600" cy="9239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2 : Les besoins identifiés tiennent compte des normes en vigueur concernant les usages des personnes en situation de handicap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13440846" y="7568182"/>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4" y="-18"/>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028700" y="6836999"/>
            <a:ext cx="13361575" cy="1935136"/>
          </a:xfrm>
          <a:prstGeom prst="rect">
            <a:avLst/>
          </a:prstGeom>
        </p:spPr>
        <p:txBody>
          <a:bodyPr anchor="t" rtlCol="false" tIns="0" lIns="0" bIns="0" rIns="0">
            <a:spAutoFit/>
          </a:bodyPr>
          <a:lstStyle/>
          <a:p>
            <a:pPr algn="l">
              <a:lnSpc>
                <a:spcPts val="3828"/>
              </a:lnSpc>
              <a:spcBef>
                <a:spcPct val="0"/>
              </a:spcBef>
            </a:pPr>
            <a:r>
              <a:rPr lang="en-US" sz="3190">
                <a:solidFill>
                  <a:srgbClr val="FFFFFF"/>
                </a:solidFill>
                <a:latin typeface="Oswald"/>
                <a:ea typeface="Oswald"/>
                <a:cs typeface="Oswald"/>
                <a:sym typeface="Oswald"/>
              </a:rPr>
              <a:t>Réalis</a:t>
            </a:r>
            <a:r>
              <a:rPr lang="en-US" sz="3190">
                <a:solidFill>
                  <a:srgbClr val="FFFFFF"/>
                </a:solidFill>
                <a:latin typeface="Oswald"/>
                <a:ea typeface="Oswald"/>
                <a:cs typeface="Oswald"/>
                <a:sym typeface="Oswald"/>
              </a:rPr>
              <a:t>er un audit technique, fonctionnel et de sécurité de l'environnement dans lequel s'inscrit le projet (infrastructure, système d'information, ressources humaines, ...) afin de proposer les solutions les plus adaptées au contexte, en analysant les solutions déjà en place et leurs effets.</a:t>
            </a:r>
          </a:p>
        </p:txBody>
      </p:sp>
      <p:sp>
        <p:nvSpPr>
          <p:cNvPr name="TextBox 5" id="5"/>
          <p:cNvSpPr txBox="true"/>
          <p:nvPr/>
        </p:nvSpPr>
        <p:spPr>
          <a:xfrm rot="0">
            <a:off x="3897925" y="3989098"/>
            <a:ext cx="13361375" cy="2295525"/>
          </a:xfrm>
          <a:prstGeom prst="rect">
            <a:avLst/>
          </a:prstGeom>
        </p:spPr>
        <p:txBody>
          <a:bodyPr anchor="t" rtlCol="false" tIns="0" lIns="0" bIns="0" rIns="0">
            <a:spAutoFit/>
          </a:bodyPr>
          <a:lstStyle/>
          <a:p>
            <a:pPr algn="l">
              <a:lnSpc>
                <a:spcPts val="18000"/>
              </a:lnSpc>
            </a:pPr>
            <a:r>
              <a:rPr lang="en-US" sz="15000">
                <a:solidFill>
                  <a:srgbClr val="C8AEF8"/>
                </a:solidFill>
                <a:latin typeface="Oswald"/>
                <a:ea typeface="Oswald"/>
                <a:cs typeface="Oswald"/>
                <a:sym typeface="Oswald"/>
              </a:rPr>
              <a:t>Compétence 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0" y="9138092"/>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243000" y="-8"/>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028700" y="3449131"/>
            <a:ext cx="6269550" cy="6356958"/>
          </a:xfrm>
          <a:custGeom>
            <a:avLst/>
            <a:gdLst/>
            <a:ahLst/>
            <a:cxnLst/>
            <a:rect r="r" b="b" t="t" l="l"/>
            <a:pathLst>
              <a:path h="6356958" w="6269550">
                <a:moveTo>
                  <a:pt x="0" y="0"/>
                </a:moveTo>
                <a:lnTo>
                  <a:pt x="6269550" y="0"/>
                </a:lnTo>
                <a:lnTo>
                  <a:pt x="6269550" y="6356958"/>
                </a:lnTo>
                <a:lnTo>
                  <a:pt x="0" y="6356958"/>
                </a:lnTo>
                <a:lnTo>
                  <a:pt x="0" y="0"/>
                </a:lnTo>
                <a:close/>
              </a:path>
            </a:pathLst>
          </a:custGeom>
          <a:blipFill>
            <a:blip r:embed="rId7"/>
            <a:stretch>
              <a:fillRect l="0" t="0" r="0" b="0"/>
            </a:stretch>
          </a:blipFill>
        </p:spPr>
      </p:sp>
      <p:sp>
        <p:nvSpPr>
          <p:cNvPr name="Freeform 5" id="5"/>
          <p:cNvSpPr/>
          <p:nvPr/>
        </p:nvSpPr>
        <p:spPr>
          <a:xfrm flipH="false" flipV="false" rot="0">
            <a:off x="10148332" y="4792846"/>
            <a:ext cx="6237543" cy="2736722"/>
          </a:xfrm>
          <a:custGeom>
            <a:avLst/>
            <a:gdLst/>
            <a:ahLst/>
            <a:cxnLst/>
            <a:rect r="r" b="b" t="t" l="l"/>
            <a:pathLst>
              <a:path h="2736722" w="6237543">
                <a:moveTo>
                  <a:pt x="0" y="0"/>
                </a:moveTo>
                <a:lnTo>
                  <a:pt x="6237543" y="0"/>
                </a:lnTo>
                <a:lnTo>
                  <a:pt x="6237543" y="2736722"/>
                </a:lnTo>
                <a:lnTo>
                  <a:pt x="0" y="2736722"/>
                </a:lnTo>
                <a:lnTo>
                  <a:pt x="0" y="0"/>
                </a:lnTo>
                <a:close/>
              </a:path>
            </a:pathLst>
          </a:custGeom>
          <a:blipFill>
            <a:blip r:embed="rId8"/>
            <a:stretch>
              <a:fillRect l="0" t="0" r="0" b="0"/>
            </a:stretch>
          </a:blipFill>
        </p:spPr>
      </p:sp>
      <p:sp>
        <p:nvSpPr>
          <p:cNvPr name="Freeform 6" id="6"/>
          <p:cNvSpPr/>
          <p:nvPr/>
        </p:nvSpPr>
        <p:spPr>
          <a:xfrm flipH="false" flipV="false" rot="0">
            <a:off x="8473463" y="4019314"/>
            <a:ext cx="8785837" cy="5216591"/>
          </a:xfrm>
          <a:custGeom>
            <a:avLst/>
            <a:gdLst/>
            <a:ahLst/>
            <a:cxnLst/>
            <a:rect r="r" b="b" t="t" l="l"/>
            <a:pathLst>
              <a:path h="5216591" w="8785837">
                <a:moveTo>
                  <a:pt x="0" y="0"/>
                </a:moveTo>
                <a:lnTo>
                  <a:pt x="8785837" y="0"/>
                </a:lnTo>
                <a:lnTo>
                  <a:pt x="8785837" y="5216591"/>
                </a:lnTo>
                <a:lnTo>
                  <a:pt x="0" y="5216591"/>
                </a:lnTo>
                <a:lnTo>
                  <a:pt x="0" y="0"/>
                </a:lnTo>
                <a:close/>
              </a:path>
            </a:pathLst>
          </a:custGeom>
          <a:blipFill>
            <a:blip r:embed="rId9"/>
            <a:stretch>
              <a:fillRect l="0" t="0" r="0" b="0"/>
            </a:stretch>
          </a:blipFill>
        </p:spPr>
      </p:sp>
      <p:sp>
        <p:nvSpPr>
          <p:cNvPr name="TextBox 7" id="7"/>
          <p:cNvSpPr txBox="true"/>
          <p:nvPr/>
        </p:nvSpPr>
        <p:spPr>
          <a:xfrm rot="0">
            <a:off x="1028700" y="571500"/>
            <a:ext cx="16230600" cy="914400"/>
          </a:xfrm>
          <a:prstGeom prst="rect">
            <a:avLst/>
          </a:prstGeom>
        </p:spPr>
        <p:txBody>
          <a:bodyPr anchor="t" rtlCol="false" tIns="0" lIns="0" bIns="0" rIns="0">
            <a:spAutoFit/>
          </a:bodyPr>
          <a:lstStyle/>
          <a:p>
            <a:pPr algn="ctr">
              <a:lnSpc>
                <a:spcPts val="7200"/>
              </a:lnSpc>
            </a:pPr>
            <a:r>
              <a:rPr lang="en-US" sz="6000" u="sng">
                <a:solidFill>
                  <a:srgbClr val="CEF3F5"/>
                </a:solidFill>
                <a:latin typeface="Oswald"/>
                <a:ea typeface="Oswald"/>
                <a:cs typeface="Oswald"/>
                <a:sym typeface="Oswald"/>
              </a:rPr>
              <a:t>C2 - O1</a:t>
            </a:r>
          </a:p>
        </p:txBody>
      </p:sp>
      <p:sp>
        <p:nvSpPr>
          <p:cNvPr name="TextBox 8" id="8"/>
          <p:cNvSpPr txBox="true"/>
          <p:nvPr/>
        </p:nvSpPr>
        <p:spPr>
          <a:xfrm rot="0">
            <a:off x="1028700" y="1899561"/>
            <a:ext cx="16230600" cy="13811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1 : Le dossier du candidat contient un compte-rendu d'audit technique, fonctionnel et de sécurité de l'environnement d'éxécution du projet mettant en lumière les contraintes et opportunités du contexte opérationnel</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0" y="9138092"/>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243000" y="-8"/>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5764767" y="5507673"/>
            <a:ext cx="6117374" cy="2087554"/>
          </a:xfrm>
          <a:custGeom>
            <a:avLst/>
            <a:gdLst/>
            <a:ahLst/>
            <a:cxnLst/>
            <a:rect r="r" b="b" t="t" l="l"/>
            <a:pathLst>
              <a:path h="2087554" w="6117374">
                <a:moveTo>
                  <a:pt x="0" y="0"/>
                </a:moveTo>
                <a:lnTo>
                  <a:pt x="6117374" y="0"/>
                </a:lnTo>
                <a:lnTo>
                  <a:pt x="6117374" y="2087554"/>
                </a:lnTo>
                <a:lnTo>
                  <a:pt x="0" y="2087554"/>
                </a:lnTo>
                <a:lnTo>
                  <a:pt x="0" y="0"/>
                </a:lnTo>
                <a:close/>
              </a:path>
            </a:pathLst>
          </a:custGeom>
          <a:blipFill>
            <a:blip r:embed="rId7"/>
            <a:stretch>
              <a:fillRect l="0" t="0" r="0" b="0"/>
            </a:stretch>
          </a:blipFill>
        </p:spPr>
      </p:sp>
      <p:sp>
        <p:nvSpPr>
          <p:cNvPr name="Freeform 5" id="5"/>
          <p:cNvSpPr/>
          <p:nvPr/>
        </p:nvSpPr>
        <p:spPr>
          <a:xfrm flipH="false" flipV="false" rot="0">
            <a:off x="4429881" y="3242586"/>
            <a:ext cx="9428239" cy="5715870"/>
          </a:xfrm>
          <a:custGeom>
            <a:avLst/>
            <a:gdLst/>
            <a:ahLst/>
            <a:cxnLst/>
            <a:rect r="r" b="b" t="t" l="l"/>
            <a:pathLst>
              <a:path h="5715870" w="9428239">
                <a:moveTo>
                  <a:pt x="0" y="0"/>
                </a:moveTo>
                <a:lnTo>
                  <a:pt x="9428238" y="0"/>
                </a:lnTo>
                <a:lnTo>
                  <a:pt x="9428238" y="5715870"/>
                </a:lnTo>
                <a:lnTo>
                  <a:pt x="0" y="5715870"/>
                </a:lnTo>
                <a:lnTo>
                  <a:pt x="0" y="0"/>
                </a:lnTo>
                <a:close/>
              </a:path>
            </a:pathLst>
          </a:custGeom>
          <a:blipFill>
            <a:blip r:embed="rId8"/>
            <a:stretch>
              <a:fillRect l="0" t="0" r="0" b="0"/>
            </a:stretch>
          </a:blipFill>
        </p:spPr>
      </p:sp>
      <p:sp>
        <p:nvSpPr>
          <p:cNvPr name="TextBox 6" id="6"/>
          <p:cNvSpPr txBox="true"/>
          <p:nvPr/>
        </p:nvSpPr>
        <p:spPr>
          <a:xfrm rot="0">
            <a:off x="1028700" y="571500"/>
            <a:ext cx="16230600" cy="914400"/>
          </a:xfrm>
          <a:prstGeom prst="rect">
            <a:avLst/>
          </a:prstGeom>
        </p:spPr>
        <p:txBody>
          <a:bodyPr anchor="t" rtlCol="false" tIns="0" lIns="0" bIns="0" rIns="0">
            <a:spAutoFit/>
          </a:bodyPr>
          <a:lstStyle/>
          <a:p>
            <a:pPr algn="ctr">
              <a:lnSpc>
                <a:spcPts val="7200"/>
              </a:lnSpc>
            </a:pPr>
            <a:r>
              <a:rPr lang="en-US" sz="6000" u="sng">
                <a:solidFill>
                  <a:srgbClr val="CEF3F5"/>
                </a:solidFill>
                <a:latin typeface="Oswald"/>
                <a:ea typeface="Oswald"/>
                <a:cs typeface="Oswald"/>
                <a:sym typeface="Oswald"/>
              </a:rPr>
              <a:t>C2 - O2</a:t>
            </a:r>
          </a:p>
        </p:txBody>
      </p:sp>
      <p:sp>
        <p:nvSpPr>
          <p:cNvPr name="TextBox 7" id="7"/>
          <p:cNvSpPr txBox="true"/>
          <p:nvPr/>
        </p:nvSpPr>
        <p:spPr>
          <a:xfrm rot="0">
            <a:off x="1028700" y="1899561"/>
            <a:ext cx="16230600" cy="9239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2 : Le candidat est en mesure d'expliquer l'approche méthodologique mise en oeuvre pour réaliser l'audit : moyens d'investigation, collecte de retours utilisateurs,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13440846" y="7568182"/>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4" y="-18"/>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028700" y="6836999"/>
            <a:ext cx="13361575" cy="1448971"/>
          </a:xfrm>
          <a:prstGeom prst="rect">
            <a:avLst/>
          </a:prstGeom>
        </p:spPr>
        <p:txBody>
          <a:bodyPr anchor="t" rtlCol="false" tIns="0" lIns="0" bIns="0" rIns="0">
            <a:spAutoFit/>
          </a:bodyPr>
          <a:lstStyle/>
          <a:p>
            <a:pPr algn="l">
              <a:lnSpc>
                <a:spcPts val="3828"/>
              </a:lnSpc>
              <a:spcBef>
                <a:spcPct val="0"/>
              </a:spcBef>
            </a:pPr>
            <a:r>
              <a:rPr lang="en-US" sz="3190">
                <a:solidFill>
                  <a:srgbClr val="FFFFFF"/>
                </a:solidFill>
                <a:latin typeface="Oswald"/>
                <a:ea typeface="Oswald"/>
                <a:cs typeface="Oswald"/>
                <a:sym typeface="Oswald"/>
              </a:rPr>
              <a:t>Rédig</a:t>
            </a:r>
            <a:r>
              <a:rPr lang="en-US" sz="3190">
                <a:solidFill>
                  <a:srgbClr val="FFFFFF"/>
                </a:solidFill>
                <a:latin typeface="Oswald"/>
                <a:ea typeface="Oswald"/>
                <a:cs typeface="Oswald"/>
                <a:sym typeface="Oswald"/>
              </a:rPr>
              <a:t>er les spécifications techniques et fonctionnelles à partir des résultats de l'audit, afin de couvrir tous les besoins clients, en décrivant précisément tous les aspects techniques (spécifications techniques) et humains (spécifications fonctionnelles).</a:t>
            </a:r>
          </a:p>
        </p:txBody>
      </p:sp>
      <p:sp>
        <p:nvSpPr>
          <p:cNvPr name="TextBox 5" id="5"/>
          <p:cNvSpPr txBox="true"/>
          <p:nvPr/>
        </p:nvSpPr>
        <p:spPr>
          <a:xfrm rot="0">
            <a:off x="3897925" y="3989098"/>
            <a:ext cx="13361375" cy="2295525"/>
          </a:xfrm>
          <a:prstGeom prst="rect">
            <a:avLst/>
          </a:prstGeom>
        </p:spPr>
        <p:txBody>
          <a:bodyPr anchor="t" rtlCol="false" tIns="0" lIns="0" bIns="0" rIns="0">
            <a:spAutoFit/>
          </a:bodyPr>
          <a:lstStyle/>
          <a:p>
            <a:pPr algn="l">
              <a:lnSpc>
                <a:spcPts val="18000"/>
              </a:lnSpc>
            </a:pPr>
            <a:r>
              <a:rPr lang="en-US" sz="15000">
                <a:solidFill>
                  <a:srgbClr val="C8AEF8"/>
                </a:solidFill>
                <a:latin typeface="Oswald"/>
                <a:ea typeface="Oswald"/>
                <a:cs typeface="Oswald"/>
                <a:sym typeface="Oswald"/>
              </a:rPr>
              <a:t>Compétence 3</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0" y="9138092"/>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243000" y="-8"/>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3493371" y="3699786"/>
            <a:ext cx="11301259" cy="3928912"/>
          </a:xfrm>
          <a:custGeom>
            <a:avLst/>
            <a:gdLst/>
            <a:ahLst/>
            <a:cxnLst/>
            <a:rect r="r" b="b" t="t" l="l"/>
            <a:pathLst>
              <a:path h="3928912" w="11301259">
                <a:moveTo>
                  <a:pt x="0" y="0"/>
                </a:moveTo>
                <a:lnTo>
                  <a:pt x="11301258" y="0"/>
                </a:lnTo>
                <a:lnTo>
                  <a:pt x="11301258" y="3928912"/>
                </a:lnTo>
                <a:lnTo>
                  <a:pt x="0" y="3928912"/>
                </a:lnTo>
                <a:lnTo>
                  <a:pt x="0" y="0"/>
                </a:lnTo>
                <a:close/>
              </a:path>
            </a:pathLst>
          </a:custGeom>
          <a:blipFill>
            <a:blip r:embed="rId7"/>
            <a:stretch>
              <a:fillRect l="0" t="-14697" r="0" b="0"/>
            </a:stretch>
          </a:blipFill>
        </p:spPr>
      </p:sp>
      <p:sp>
        <p:nvSpPr>
          <p:cNvPr name="TextBox 5" id="5"/>
          <p:cNvSpPr txBox="true"/>
          <p:nvPr/>
        </p:nvSpPr>
        <p:spPr>
          <a:xfrm rot="0">
            <a:off x="1028700" y="571500"/>
            <a:ext cx="16230600" cy="914400"/>
          </a:xfrm>
          <a:prstGeom prst="rect">
            <a:avLst/>
          </a:prstGeom>
        </p:spPr>
        <p:txBody>
          <a:bodyPr anchor="t" rtlCol="false" tIns="0" lIns="0" bIns="0" rIns="0">
            <a:spAutoFit/>
          </a:bodyPr>
          <a:lstStyle/>
          <a:p>
            <a:pPr algn="ctr">
              <a:lnSpc>
                <a:spcPts val="7200"/>
              </a:lnSpc>
            </a:pPr>
            <a:r>
              <a:rPr lang="en-US" sz="6000" u="sng">
                <a:solidFill>
                  <a:srgbClr val="CEF3F5"/>
                </a:solidFill>
                <a:latin typeface="Oswald"/>
                <a:ea typeface="Oswald"/>
                <a:cs typeface="Oswald"/>
                <a:sym typeface="Oswald"/>
              </a:rPr>
              <a:t>C3 - O1</a:t>
            </a:r>
          </a:p>
        </p:txBody>
      </p:sp>
      <p:sp>
        <p:nvSpPr>
          <p:cNvPr name="TextBox 6" id="6"/>
          <p:cNvSpPr txBox="true"/>
          <p:nvPr/>
        </p:nvSpPr>
        <p:spPr>
          <a:xfrm rot="0">
            <a:off x="1028700" y="1899561"/>
            <a:ext cx="16230600" cy="13811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1 : Le dossier du candidat présente un corpus de documentations des spécifications techniques et fonctionnelles définissant le périmètre du projet considérant les contraintes identifiées durant l'audit</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0" y="9138092"/>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243000" y="-8"/>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028700" y="571500"/>
            <a:ext cx="16230600" cy="914400"/>
          </a:xfrm>
          <a:prstGeom prst="rect">
            <a:avLst/>
          </a:prstGeom>
        </p:spPr>
        <p:txBody>
          <a:bodyPr anchor="t" rtlCol="false" tIns="0" lIns="0" bIns="0" rIns="0">
            <a:spAutoFit/>
          </a:bodyPr>
          <a:lstStyle/>
          <a:p>
            <a:pPr algn="ctr">
              <a:lnSpc>
                <a:spcPts val="7200"/>
              </a:lnSpc>
            </a:pPr>
            <a:r>
              <a:rPr lang="en-US" sz="6000" u="sng">
                <a:solidFill>
                  <a:srgbClr val="CEF3F5"/>
                </a:solidFill>
                <a:latin typeface="Oswald"/>
                <a:ea typeface="Oswald"/>
                <a:cs typeface="Oswald"/>
                <a:sym typeface="Oswald"/>
              </a:rPr>
              <a:t>C3 - O2</a:t>
            </a:r>
          </a:p>
        </p:txBody>
      </p:sp>
      <p:sp>
        <p:nvSpPr>
          <p:cNvPr name="TextBox 5" id="5"/>
          <p:cNvSpPr txBox="true"/>
          <p:nvPr/>
        </p:nvSpPr>
        <p:spPr>
          <a:xfrm rot="0">
            <a:off x="1028700" y="1899561"/>
            <a:ext cx="16230600" cy="9239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2 : Les spécifications techniques et fonctionnelles présentées par le candidats prennent en considération les problématiques d'accessibilité numérique des personnes en situation de handicap</a:t>
            </a:r>
          </a:p>
        </p:txBody>
      </p:sp>
      <p:sp>
        <p:nvSpPr>
          <p:cNvPr name="Freeform 6" id="6"/>
          <p:cNvSpPr/>
          <p:nvPr/>
        </p:nvSpPr>
        <p:spPr>
          <a:xfrm flipH="false" flipV="false" rot="0">
            <a:off x="4958173" y="3143056"/>
            <a:ext cx="8371654" cy="6115244"/>
          </a:xfrm>
          <a:custGeom>
            <a:avLst/>
            <a:gdLst/>
            <a:ahLst/>
            <a:cxnLst/>
            <a:rect r="r" b="b" t="t" l="l"/>
            <a:pathLst>
              <a:path h="6115244" w="8371654">
                <a:moveTo>
                  <a:pt x="0" y="0"/>
                </a:moveTo>
                <a:lnTo>
                  <a:pt x="8371654" y="0"/>
                </a:lnTo>
                <a:lnTo>
                  <a:pt x="8371654" y="6115244"/>
                </a:lnTo>
                <a:lnTo>
                  <a:pt x="0" y="6115244"/>
                </a:lnTo>
                <a:lnTo>
                  <a:pt x="0" y="0"/>
                </a:lnTo>
                <a:close/>
              </a:path>
            </a:pathLst>
          </a:custGeom>
          <a:blipFill>
            <a:blip r:embed="rId7"/>
            <a:stretch>
              <a:fillRect l="0" t="0" r="0" b="-5924"/>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13440846" y="7568182"/>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4" y="-18"/>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2463312" y="3990975"/>
            <a:ext cx="13361375" cy="2295525"/>
          </a:xfrm>
          <a:prstGeom prst="rect">
            <a:avLst/>
          </a:prstGeom>
        </p:spPr>
        <p:txBody>
          <a:bodyPr anchor="t" rtlCol="false" tIns="0" lIns="0" bIns="0" rIns="0">
            <a:spAutoFit/>
          </a:bodyPr>
          <a:lstStyle/>
          <a:p>
            <a:pPr algn="l">
              <a:lnSpc>
                <a:spcPts val="18000"/>
              </a:lnSpc>
            </a:pPr>
            <a:r>
              <a:rPr lang="en-US" sz="15000">
                <a:solidFill>
                  <a:srgbClr val="C8AEF8"/>
                </a:solidFill>
                <a:latin typeface="Oswald"/>
                <a:ea typeface="Oswald"/>
                <a:cs typeface="Oswald"/>
                <a:sym typeface="Oswald"/>
              </a:rPr>
              <a:t>Compétence 2 et 3</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0" y="9138092"/>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243000" y="-8"/>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381243" y="2973330"/>
            <a:ext cx="5598585" cy="6284970"/>
          </a:xfrm>
          <a:custGeom>
            <a:avLst/>
            <a:gdLst/>
            <a:ahLst/>
            <a:cxnLst/>
            <a:rect r="r" b="b" t="t" l="l"/>
            <a:pathLst>
              <a:path h="6284970" w="5598585">
                <a:moveTo>
                  <a:pt x="0" y="0"/>
                </a:moveTo>
                <a:lnTo>
                  <a:pt x="5598585" y="0"/>
                </a:lnTo>
                <a:lnTo>
                  <a:pt x="5598585" y="6284970"/>
                </a:lnTo>
                <a:lnTo>
                  <a:pt x="0" y="6284970"/>
                </a:lnTo>
                <a:lnTo>
                  <a:pt x="0" y="0"/>
                </a:lnTo>
                <a:close/>
              </a:path>
            </a:pathLst>
          </a:custGeom>
          <a:blipFill>
            <a:blip r:embed="rId7"/>
            <a:stretch>
              <a:fillRect l="0" t="0" r="0" b="0"/>
            </a:stretch>
          </a:blipFill>
        </p:spPr>
      </p:sp>
      <p:sp>
        <p:nvSpPr>
          <p:cNvPr name="Freeform 5" id="5"/>
          <p:cNvSpPr/>
          <p:nvPr/>
        </p:nvSpPr>
        <p:spPr>
          <a:xfrm flipH="false" flipV="false" rot="0">
            <a:off x="9327764" y="3250042"/>
            <a:ext cx="6581861" cy="6008258"/>
          </a:xfrm>
          <a:custGeom>
            <a:avLst/>
            <a:gdLst/>
            <a:ahLst/>
            <a:cxnLst/>
            <a:rect r="r" b="b" t="t" l="l"/>
            <a:pathLst>
              <a:path h="6008258" w="6581861">
                <a:moveTo>
                  <a:pt x="0" y="0"/>
                </a:moveTo>
                <a:lnTo>
                  <a:pt x="6581861" y="0"/>
                </a:lnTo>
                <a:lnTo>
                  <a:pt x="6581861" y="6008258"/>
                </a:lnTo>
                <a:lnTo>
                  <a:pt x="0" y="6008258"/>
                </a:lnTo>
                <a:lnTo>
                  <a:pt x="0" y="0"/>
                </a:lnTo>
                <a:close/>
              </a:path>
            </a:pathLst>
          </a:custGeom>
          <a:blipFill>
            <a:blip r:embed="rId8"/>
            <a:stretch>
              <a:fillRect l="0" t="0" r="0" b="0"/>
            </a:stretch>
          </a:blipFill>
        </p:spPr>
      </p:sp>
      <p:sp>
        <p:nvSpPr>
          <p:cNvPr name="TextBox 6" id="6"/>
          <p:cNvSpPr txBox="true"/>
          <p:nvPr/>
        </p:nvSpPr>
        <p:spPr>
          <a:xfrm rot="0">
            <a:off x="1028700" y="571500"/>
            <a:ext cx="16230600" cy="914400"/>
          </a:xfrm>
          <a:prstGeom prst="rect">
            <a:avLst/>
          </a:prstGeom>
        </p:spPr>
        <p:txBody>
          <a:bodyPr anchor="t" rtlCol="false" tIns="0" lIns="0" bIns="0" rIns="0">
            <a:spAutoFit/>
          </a:bodyPr>
          <a:lstStyle/>
          <a:p>
            <a:pPr algn="ctr">
              <a:lnSpc>
                <a:spcPts val="7200"/>
              </a:lnSpc>
            </a:pPr>
            <a:r>
              <a:rPr lang="en-US" sz="6000" u="sng">
                <a:solidFill>
                  <a:srgbClr val="CEF3F5"/>
                </a:solidFill>
                <a:latin typeface="Oswald"/>
                <a:ea typeface="Oswald"/>
                <a:cs typeface="Oswald"/>
                <a:sym typeface="Oswald"/>
              </a:rPr>
              <a:t>C2 et </a:t>
            </a:r>
            <a:r>
              <a:rPr lang="en-US" sz="6000" u="sng">
                <a:solidFill>
                  <a:srgbClr val="CEF3F5"/>
                </a:solidFill>
                <a:latin typeface="Oswald"/>
                <a:ea typeface="Oswald"/>
                <a:cs typeface="Oswald"/>
                <a:sym typeface="Oswald"/>
              </a:rPr>
              <a:t>C3 - O3</a:t>
            </a:r>
          </a:p>
        </p:txBody>
      </p:sp>
      <p:sp>
        <p:nvSpPr>
          <p:cNvPr name="TextBox 7" id="7"/>
          <p:cNvSpPr txBox="true"/>
          <p:nvPr/>
        </p:nvSpPr>
        <p:spPr>
          <a:xfrm rot="0">
            <a:off x="1028700" y="1899561"/>
            <a:ext cx="16230600" cy="9239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3 : Les documents présents dans le dossier du candidat respectent les recommandations techniques permettant l'accessibilité aux personnes en situation de handicap</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13440846" y="7568182"/>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4" y="-18"/>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028700" y="6836999"/>
            <a:ext cx="13361575" cy="962806"/>
          </a:xfrm>
          <a:prstGeom prst="rect">
            <a:avLst/>
          </a:prstGeom>
        </p:spPr>
        <p:txBody>
          <a:bodyPr anchor="t" rtlCol="false" tIns="0" lIns="0" bIns="0" rIns="0">
            <a:spAutoFit/>
          </a:bodyPr>
          <a:lstStyle/>
          <a:p>
            <a:pPr algn="l">
              <a:lnSpc>
                <a:spcPts val="3828"/>
              </a:lnSpc>
              <a:spcBef>
                <a:spcPct val="0"/>
              </a:spcBef>
            </a:pPr>
            <a:r>
              <a:rPr lang="en-US" sz="3190">
                <a:solidFill>
                  <a:srgbClr val="FFFFFF"/>
                </a:solidFill>
                <a:latin typeface="Oswald"/>
                <a:ea typeface="Oswald"/>
                <a:cs typeface="Oswald"/>
                <a:sym typeface="Oswald"/>
              </a:rPr>
              <a:t>Chiffr</a:t>
            </a:r>
            <a:r>
              <a:rPr lang="en-US" sz="3190">
                <a:solidFill>
                  <a:srgbClr val="FFFFFF"/>
                </a:solidFill>
                <a:latin typeface="Oswald"/>
                <a:ea typeface="Oswald"/>
                <a:cs typeface="Oswald"/>
                <a:sym typeface="Oswald"/>
              </a:rPr>
              <a:t>er le projet en calculant les éléments financiers de la solution technique et en réalisant un benchmark des solutions existantes afin de cadrer les prévisions budgétaires</a:t>
            </a:r>
          </a:p>
        </p:txBody>
      </p:sp>
      <p:sp>
        <p:nvSpPr>
          <p:cNvPr name="TextBox 5" id="5"/>
          <p:cNvSpPr txBox="true"/>
          <p:nvPr/>
        </p:nvSpPr>
        <p:spPr>
          <a:xfrm rot="0">
            <a:off x="3897925" y="3989098"/>
            <a:ext cx="13361375" cy="2295525"/>
          </a:xfrm>
          <a:prstGeom prst="rect">
            <a:avLst/>
          </a:prstGeom>
        </p:spPr>
        <p:txBody>
          <a:bodyPr anchor="t" rtlCol="false" tIns="0" lIns="0" bIns="0" rIns="0">
            <a:spAutoFit/>
          </a:bodyPr>
          <a:lstStyle/>
          <a:p>
            <a:pPr algn="l">
              <a:lnSpc>
                <a:spcPts val="18000"/>
              </a:lnSpc>
            </a:pPr>
            <a:r>
              <a:rPr lang="en-US" sz="15000">
                <a:solidFill>
                  <a:srgbClr val="C8AEF8"/>
                </a:solidFill>
                <a:latin typeface="Oswald"/>
                <a:ea typeface="Oswald"/>
                <a:cs typeface="Oswald"/>
                <a:sym typeface="Oswald"/>
              </a:rPr>
              <a:t>Compétence 4</a:t>
            </a: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0" y="9138092"/>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243000" y="-8"/>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6019537" y="8089660"/>
            <a:ext cx="6248926" cy="1461187"/>
            <a:chOff x="0" y="0"/>
            <a:chExt cx="8331901" cy="1948249"/>
          </a:xfrm>
        </p:grpSpPr>
        <p:sp>
          <p:nvSpPr>
            <p:cNvPr name="Freeform 5" id="5"/>
            <p:cNvSpPr/>
            <p:nvPr/>
          </p:nvSpPr>
          <p:spPr>
            <a:xfrm flipH="false" flipV="false" rot="0">
              <a:off x="0" y="0"/>
              <a:ext cx="8331901" cy="1948249"/>
            </a:xfrm>
            <a:custGeom>
              <a:avLst/>
              <a:gdLst/>
              <a:ahLst/>
              <a:cxnLst/>
              <a:rect r="r" b="b" t="t" l="l"/>
              <a:pathLst>
                <a:path h="1948249" w="8331901">
                  <a:moveTo>
                    <a:pt x="0" y="0"/>
                  </a:moveTo>
                  <a:lnTo>
                    <a:pt x="8331901" y="0"/>
                  </a:lnTo>
                  <a:lnTo>
                    <a:pt x="8331901" y="1948249"/>
                  </a:lnTo>
                  <a:lnTo>
                    <a:pt x="0" y="1948249"/>
                  </a:lnTo>
                  <a:lnTo>
                    <a:pt x="0" y="0"/>
                  </a:lnTo>
                  <a:close/>
                </a:path>
              </a:pathLst>
            </a:custGeom>
            <a:blipFill>
              <a:blip r:embed="rId7">
                <a:alphaModFix amt="0"/>
              </a:blip>
              <a:stretch>
                <a:fillRect l="0" t="-1246" r="-51378" b="-28230"/>
              </a:stretch>
            </a:blipFill>
          </p:spPr>
        </p:sp>
        <p:grpSp>
          <p:nvGrpSpPr>
            <p:cNvPr name="Group 6" id="6"/>
            <p:cNvGrpSpPr/>
            <p:nvPr/>
          </p:nvGrpSpPr>
          <p:grpSpPr>
            <a:xfrm rot="0">
              <a:off x="4364184" y="1615165"/>
              <a:ext cx="3967718" cy="329196"/>
              <a:chOff x="0" y="0"/>
              <a:chExt cx="783747" cy="65026"/>
            </a:xfrm>
          </p:grpSpPr>
          <p:sp>
            <p:nvSpPr>
              <p:cNvPr name="Freeform 7" id="7"/>
              <p:cNvSpPr/>
              <p:nvPr/>
            </p:nvSpPr>
            <p:spPr>
              <a:xfrm flipH="false" flipV="false" rot="0">
                <a:off x="0" y="0"/>
                <a:ext cx="783747" cy="65026"/>
              </a:xfrm>
              <a:custGeom>
                <a:avLst/>
                <a:gdLst/>
                <a:ahLst/>
                <a:cxnLst/>
                <a:rect r="r" b="b" t="t" l="l"/>
                <a:pathLst>
                  <a:path h="65026" w="783747">
                    <a:moveTo>
                      <a:pt x="0" y="0"/>
                    </a:moveTo>
                    <a:lnTo>
                      <a:pt x="783747" y="0"/>
                    </a:lnTo>
                    <a:lnTo>
                      <a:pt x="783747" y="65026"/>
                    </a:lnTo>
                    <a:lnTo>
                      <a:pt x="0" y="65026"/>
                    </a:lnTo>
                    <a:close/>
                  </a:path>
                </a:pathLst>
              </a:custGeom>
              <a:solidFill>
                <a:srgbClr val="F7F5F4">
                  <a:alpha val="0"/>
                </a:srgbClr>
              </a:solidFill>
            </p:spPr>
          </p:sp>
          <p:sp>
            <p:nvSpPr>
              <p:cNvPr name="TextBox 8" id="8"/>
              <p:cNvSpPr txBox="true"/>
              <p:nvPr/>
            </p:nvSpPr>
            <p:spPr>
              <a:xfrm>
                <a:off x="0" y="-38100"/>
                <a:ext cx="783747" cy="103126"/>
              </a:xfrm>
              <a:prstGeom prst="rect">
                <a:avLst/>
              </a:prstGeom>
            </p:spPr>
            <p:txBody>
              <a:bodyPr anchor="ctr" rtlCol="false" tIns="50800" lIns="50800" bIns="50800" rIns="50800"/>
              <a:lstStyle/>
              <a:p>
                <a:pPr algn="ctr">
                  <a:lnSpc>
                    <a:spcPts val="2659"/>
                  </a:lnSpc>
                  <a:spcBef>
                    <a:spcPct val="0"/>
                  </a:spcBef>
                </a:pPr>
              </a:p>
            </p:txBody>
          </p:sp>
        </p:grpSp>
      </p:grpSp>
      <p:sp>
        <p:nvSpPr>
          <p:cNvPr name="Freeform 9" id="9"/>
          <p:cNvSpPr/>
          <p:nvPr/>
        </p:nvSpPr>
        <p:spPr>
          <a:xfrm flipH="false" flipV="false" rot="0">
            <a:off x="1566465" y="4215252"/>
            <a:ext cx="15155070" cy="1856496"/>
          </a:xfrm>
          <a:custGeom>
            <a:avLst/>
            <a:gdLst/>
            <a:ahLst/>
            <a:cxnLst/>
            <a:rect r="r" b="b" t="t" l="l"/>
            <a:pathLst>
              <a:path h="1856496" w="15155070">
                <a:moveTo>
                  <a:pt x="0" y="0"/>
                </a:moveTo>
                <a:lnTo>
                  <a:pt x="15155070" y="0"/>
                </a:lnTo>
                <a:lnTo>
                  <a:pt x="15155070" y="1856496"/>
                </a:lnTo>
                <a:lnTo>
                  <a:pt x="0" y="1856496"/>
                </a:lnTo>
                <a:lnTo>
                  <a:pt x="0" y="0"/>
                </a:lnTo>
                <a:close/>
              </a:path>
            </a:pathLst>
          </a:custGeom>
          <a:blipFill>
            <a:blip r:embed="rId8">
              <a:alphaModFix amt="0"/>
            </a:blip>
            <a:stretch>
              <a:fillRect l="0" t="0" r="0" b="0"/>
            </a:stretch>
          </a:blipFill>
        </p:spPr>
      </p:sp>
      <p:sp>
        <p:nvSpPr>
          <p:cNvPr name="Freeform 10" id="10"/>
          <p:cNvSpPr/>
          <p:nvPr/>
        </p:nvSpPr>
        <p:spPr>
          <a:xfrm flipH="false" flipV="false" rot="0">
            <a:off x="1028700" y="4244269"/>
            <a:ext cx="9083389" cy="3406271"/>
          </a:xfrm>
          <a:custGeom>
            <a:avLst/>
            <a:gdLst/>
            <a:ahLst/>
            <a:cxnLst/>
            <a:rect r="r" b="b" t="t" l="l"/>
            <a:pathLst>
              <a:path h="3406271" w="9083389">
                <a:moveTo>
                  <a:pt x="0" y="0"/>
                </a:moveTo>
                <a:lnTo>
                  <a:pt x="9083389" y="0"/>
                </a:lnTo>
                <a:lnTo>
                  <a:pt x="9083389" y="3406271"/>
                </a:lnTo>
                <a:lnTo>
                  <a:pt x="0" y="3406271"/>
                </a:lnTo>
                <a:lnTo>
                  <a:pt x="0" y="0"/>
                </a:lnTo>
                <a:close/>
              </a:path>
            </a:pathLst>
          </a:custGeom>
          <a:blipFill>
            <a:blip r:embed="rId9"/>
            <a:stretch>
              <a:fillRect l="0" t="0" r="0" b="0"/>
            </a:stretch>
          </a:blipFill>
        </p:spPr>
      </p:sp>
      <p:sp>
        <p:nvSpPr>
          <p:cNvPr name="Freeform 11" id="11"/>
          <p:cNvSpPr/>
          <p:nvPr/>
        </p:nvSpPr>
        <p:spPr>
          <a:xfrm flipH="false" flipV="false" rot="0">
            <a:off x="10429115" y="4215252"/>
            <a:ext cx="6836394" cy="3435288"/>
          </a:xfrm>
          <a:custGeom>
            <a:avLst/>
            <a:gdLst/>
            <a:ahLst/>
            <a:cxnLst/>
            <a:rect r="r" b="b" t="t" l="l"/>
            <a:pathLst>
              <a:path h="3435288" w="6836394">
                <a:moveTo>
                  <a:pt x="0" y="0"/>
                </a:moveTo>
                <a:lnTo>
                  <a:pt x="6836394" y="0"/>
                </a:lnTo>
                <a:lnTo>
                  <a:pt x="6836394" y="3435288"/>
                </a:lnTo>
                <a:lnTo>
                  <a:pt x="0" y="3435288"/>
                </a:lnTo>
                <a:lnTo>
                  <a:pt x="0" y="0"/>
                </a:lnTo>
                <a:close/>
              </a:path>
            </a:pathLst>
          </a:custGeom>
          <a:blipFill>
            <a:blip r:embed="rId10"/>
            <a:stretch>
              <a:fillRect l="0" t="0" r="0" b="0"/>
            </a:stretch>
          </a:blipFill>
        </p:spPr>
      </p:sp>
      <p:sp>
        <p:nvSpPr>
          <p:cNvPr name="TextBox 12" id="12"/>
          <p:cNvSpPr txBox="true"/>
          <p:nvPr/>
        </p:nvSpPr>
        <p:spPr>
          <a:xfrm rot="0">
            <a:off x="1028700" y="571500"/>
            <a:ext cx="16230600" cy="914400"/>
          </a:xfrm>
          <a:prstGeom prst="rect">
            <a:avLst/>
          </a:prstGeom>
        </p:spPr>
        <p:txBody>
          <a:bodyPr anchor="t" rtlCol="false" tIns="0" lIns="0" bIns="0" rIns="0">
            <a:spAutoFit/>
          </a:bodyPr>
          <a:lstStyle/>
          <a:p>
            <a:pPr algn="ctr">
              <a:lnSpc>
                <a:spcPts val="7200"/>
              </a:lnSpc>
            </a:pPr>
            <a:r>
              <a:rPr lang="en-US" sz="6000" u="sng">
                <a:solidFill>
                  <a:srgbClr val="CEF3F5"/>
                </a:solidFill>
                <a:latin typeface="Oswald"/>
                <a:ea typeface="Oswald"/>
                <a:cs typeface="Oswald"/>
                <a:sym typeface="Oswald"/>
              </a:rPr>
              <a:t>C4 - O1</a:t>
            </a:r>
          </a:p>
        </p:txBody>
      </p:sp>
      <p:sp>
        <p:nvSpPr>
          <p:cNvPr name="TextBox 13" id="13"/>
          <p:cNvSpPr txBox="true"/>
          <p:nvPr/>
        </p:nvSpPr>
        <p:spPr>
          <a:xfrm rot="0">
            <a:off x="1028700" y="1899561"/>
            <a:ext cx="16230600" cy="13811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1 : Le dossier du candidat comporte une analyse financière des coûts de production et d'exploitation de la solution proposée en cherchant à optimiser les coûts et ressources au regard du budget transmis par le client</a:t>
            </a:r>
          </a:p>
        </p:txBody>
      </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0" y="9138092"/>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243000" y="-8"/>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862312" y="6317283"/>
            <a:ext cx="16563375" cy="2008309"/>
          </a:xfrm>
          <a:custGeom>
            <a:avLst/>
            <a:gdLst/>
            <a:ahLst/>
            <a:cxnLst/>
            <a:rect r="r" b="b" t="t" l="l"/>
            <a:pathLst>
              <a:path h="2008309" w="16563375">
                <a:moveTo>
                  <a:pt x="0" y="0"/>
                </a:moveTo>
                <a:lnTo>
                  <a:pt x="16563376" y="0"/>
                </a:lnTo>
                <a:lnTo>
                  <a:pt x="16563376" y="2008310"/>
                </a:lnTo>
                <a:lnTo>
                  <a:pt x="0" y="2008310"/>
                </a:lnTo>
                <a:lnTo>
                  <a:pt x="0" y="0"/>
                </a:lnTo>
                <a:close/>
              </a:path>
            </a:pathLst>
          </a:custGeom>
          <a:blipFill>
            <a:blip r:embed="rId7">
              <a:alphaModFix amt="0"/>
            </a:blip>
            <a:stretch>
              <a:fillRect l="0" t="0" r="0" b="0"/>
            </a:stretch>
          </a:blipFill>
        </p:spPr>
      </p:sp>
      <p:sp>
        <p:nvSpPr>
          <p:cNvPr name="Freeform 5" id="5"/>
          <p:cNvSpPr/>
          <p:nvPr/>
        </p:nvSpPr>
        <p:spPr>
          <a:xfrm flipH="false" flipV="false" rot="0">
            <a:off x="5325034" y="2785386"/>
            <a:ext cx="7637932" cy="2113510"/>
          </a:xfrm>
          <a:custGeom>
            <a:avLst/>
            <a:gdLst/>
            <a:ahLst/>
            <a:cxnLst/>
            <a:rect r="r" b="b" t="t" l="l"/>
            <a:pathLst>
              <a:path h="2113510" w="7637932">
                <a:moveTo>
                  <a:pt x="0" y="0"/>
                </a:moveTo>
                <a:lnTo>
                  <a:pt x="7637932" y="0"/>
                </a:lnTo>
                <a:lnTo>
                  <a:pt x="7637932" y="2113510"/>
                </a:lnTo>
                <a:lnTo>
                  <a:pt x="0" y="2113510"/>
                </a:lnTo>
                <a:lnTo>
                  <a:pt x="0" y="0"/>
                </a:lnTo>
                <a:close/>
              </a:path>
            </a:pathLst>
          </a:custGeom>
          <a:blipFill>
            <a:blip r:embed="rId8"/>
            <a:stretch>
              <a:fillRect l="0" t="0" r="0" b="0"/>
            </a:stretch>
          </a:blipFill>
        </p:spPr>
      </p:sp>
      <p:sp>
        <p:nvSpPr>
          <p:cNvPr name="Freeform 6" id="6"/>
          <p:cNvSpPr/>
          <p:nvPr/>
        </p:nvSpPr>
        <p:spPr>
          <a:xfrm flipH="false" flipV="false" rot="0">
            <a:off x="1028700" y="5317996"/>
            <a:ext cx="6567174" cy="3940304"/>
          </a:xfrm>
          <a:custGeom>
            <a:avLst/>
            <a:gdLst/>
            <a:ahLst/>
            <a:cxnLst/>
            <a:rect r="r" b="b" t="t" l="l"/>
            <a:pathLst>
              <a:path h="3940304" w="6567174">
                <a:moveTo>
                  <a:pt x="0" y="0"/>
                </a:moveTo>
                <a:lnTo>
                  <a:pt x="6567174" y="0"/>
                </a:lnTo>
                <a:lnTo>
                  <a:pt x="6567174" y="3940304"/>
                </a:lnTo>
                <a:lnTo>
                  <a:pt x="0" y="3940304"/>
                </a:lnTo>
                <a:lnTo>
                  <a:pt x="0" y="0"/>
                </a:lnTo>
                <a:close/>
              </a:path>
            </a:pathLst>
          </a:custGeom>
          <a:blipFill>
            <a:blip r:embed="rId9">
              <a:alphaModFix amt="0"/>
            </a:blip>
            <a:stretch>
              <a:fillRect l="0" t="0" r="0" b="0"/>
            </a:stretch>
          </a:blipFill>
        </p:spPr>
      </p:sp>
      <p:sp>
        <p:nvSpPr>
          <p:cNvPr name="Freeform 7" id="7"/>
          <p:cNvSpPr/>
          <p:nvPr/>
        </p:nvSpPr>
        <p:spPr>
          <a:xfrm flipH="false" flipV="false" rot="0">
            <a:off x="4198454" y="5143500"/>
            <a:ext cx="9891092" cy="4114800"/>
          </a:xfrm>
          <a:custGeom>
            <a:avLst/>
            <a:gdLst/>
            <a:ahLst/>
            <a:cxnLst/>
            <a:rect r="r" b="b" t="t" l="l"/>
            <a:pathLst>
              <a:path h="4114800" w="9891092">
                <a:moveTo>
                  <a:pt x="0" y="0"/>
                </a:moveTo>
                <a:lnTo>
                  <a:pt x="9891092" y="0"/>
                </a:lnTo>
                <a:lnTo>
                  <a:pt x="9891092" y="4114800"/>
                </a:lnTo>
                <a:lnTo>
                  <a:pt x="0" y="4114800"/>
                </a:lnTo>
                <a:lnTo>
                  <a:pt x="0" y="0"/>
                </a:lnTo>
                <a:close/>
              </a:path>
            </a:pathLst>
          </a:custGeom>
          <a:blipFill>
            <a:blip r:embed="rId10"/>
            <a:stretch>
              <a:fillRect l="0" t="0" r="0" b="-12677"/>
            </a:stretch>
          </a:blipFill>
        </p:spPr>
      </p:sp>
      <p:sp>
        <p:nvSpPr>
          <p:cNvPr name="Freeform 8" id="8"/>
          <p:cNvSpPr/>
          <p:nvPr/>
        </p:nvSpPr>
        <p:spPr>
          <a:xfrm flipH="false" flipV="false" rot="0">
            <a:off x="11883854" y="6194296"/>
            <a:ext cx="5375446" cy="3064004"/>
          </a:xfrm>
          <a:custGeom>
            <a:avLst/>
            <a:gdLst/>
            <a:ahLst/>
            <a:cxnLst/>
            <a:rect r="r" b="b" t="t" l="l"/>
            <a:pathLst>
              <a:path h="3064004" w="5375446">
                <a:moveTo>
                  <a:pt x="0" y="0"/>
                </a:moveTo>
                <a:lnTo>
                  <a:pt x="5375446" y="0"/>
                </a:lnTo>
                <a:lnTo>
                  <a:pt x="5375446" y="3064004"/>
                </a:lnTo>
                <a:lnTo>
                  <a:pt x="0" y="3064004"/>
                </a:lnTo>
                <a:lnTo>
                  <a:pt x="0" y="0"/>
                </a:lnTo>
                <a:close/>
              </a:path>
            </a:pathLst>
          </a:custGeom>
          <a:blipFill>
            <a:blip r:embed="rId11">
              <a:alphaModFix amt="0"/>
            </a:blip>
            <a:stretch>
              <a:fillRect l="0" t="0" r="0" b="0"/>
            </a:stretch>
          </a:blipFill>
        </p:spPr>
      </p:sp>
      <p:sp>
        <p:nvSpPr>
          <p:cNvPr name="TextBox 9" id="9"/>
          <p:cNvSpPr txBox="true"/>
          <p:nvPr/>
        </p:nvSpPr>
        <p:spPr>
          <a:xfrm rot="0">
            <a:off x="1028700" y="571500"/>
            <a:ext cx="16230600" cy="914400"/>
          </a:xfrm>
          <a:prstGeom prst="rect">
            <a:avLst/>
          </a:prstGeom>
        </p:spPr>
        <p:txBody>
          <a:bodyPr anchor="t" rtlCol="false" tIns="0" lIns="0" bIns="0" rIns="0">
            <a:spAutoFit/>
          </a:bodyPr>
          <a:lstStyle/>
          <a:p>
            <a:pPr algn="ctr">
              <a:lnSpc>
                <a:spcPts val="7200"/>
              </a:lnSpc>
            </a:pPr>
            <a:r>
              <a:rPr lang="en-US" sz="6000" u="sng">
                <a:solidFill>
                  <a:srgbClr val="CEF3F5"/>
                </a:solidFill>
                <a:latin typeface="Oswald"/>
                <a:ea typeface="Oswald"/>
                <a:cs typeface="Oswald"/>
                <a:sym typeface="Oswald"/>
              </a:rPr>
              <a:t>C4 - O2</a:t>
            </a:r>
          </a:p>
        </p:txBody>
      </p:sp>
      <p:sp>
        <p:nvSpPr>
          <p:cNvPr name="TextBox 10" id="10"/>
          <p:cNvSpPr txBox="true"/>
          <p:nvPr/>
        </p:nvSpPr>
        <p:spPr>
          <a:xfrm rot="0">
            <a:off x="1028700" y="1899561"/>
            <a:ext cx="16230600" cy="4667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2 : Le chiffrage du projet présente différents scénario en s'appuyant sur les benchmarks réalisé</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13440846" y="7568182"/>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4" y="-18"/>
            <a:ext cx="4847164" cy="2715082"/>
          </a:xfrm>
          <a:custGeom>
            <a:avLst/>
            <a:gdLst/>
            <a:ahLst/>
            <a:cxnLst/>
            <a:rect r="r" b="b" t="t" l="l"/>
            <a:pathLst>
              <a:path h="2715082" w="4847164">
                <a:moveTo>
                  <a:pt x="0" y="0"/>
                </a:moveTo>
                <a:lnTo>
                  <a:pt x="4847164" y="0"/>
                </a:lnTo>
                <a:lnTo>
                  <a:pt x="4847164" y="2715082"/>
                </a:lnTo>
                <a:lnTo>
                  <a:pt x="0" y="27150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028700" y="6836999"/>
            <a:ext cx="13361575" cy="1448971"/>
          </a:xfrm>
          <a:prstGeom prst="rect">
            <a:avLst/>
          </a:prstGeom>
        </p:spPr>
        <p:txBody>
          <a:bodyPr anchor="t" rtlCol="false" tIns="0" lIns="0" bIns="0" rIns="0">
            <a:spAutoFit/>
          </a:bodyPr>
          <a:lstStyle/>
          <a:p>
            <a:pPr algn="l">
              <a:lnSpc>
                <a:spcPts val="3828"/>
              </a:lnSpc>
              <a:spcBef>
                <a:spcPct val="0"/>
              </a:spcBef>
            </a:pPr>
            <a:r>
              <a:rPr lang="en-US" sz="3190">
                <a:solidFill>
                  <a:srgbClr val="FFFFFF"/>
                </a:solidFill>
                <a:latin typeface="Oswald"/>
                <a:ea typeface="Oswald"/>
                <a:cs typeface="Oswald"/>
                <a:sym typeface="Oswald"/>
              </a:rPr>
              <a:t>Prévoi</a:t>
            </a:r>
            <a:r>
              <a:rPr lang="en-US" sz="3190">
                <a:solidFill>
                  <a:srgbClr val="FFFFFF"/>
                </a:solidFill>
                <a:latin typeface="Oswald"/>
                <a:ea typeface="Oswald"/>
                <a:cs typeface="Oswald"/>
                <a:sym typeface="Oswald"/>
              </a:rPr>
              <a:t>r les impacts techniques et fonctionnels de la solution préconisée, afin de sécuriser des pistes de mitigation le cas échéant, en s'assurant de sa bonne intégration dans l'environnement d'exploitation du client.</a:t>
            </a:r>
          </a:p>
        </p:txBody>
      </p:sp>
      <p:sp>
        <p:nvSpPr>
          <p:cNvPr name="TextBox 5" id="5"/>
          <p:cNvSpPr txBox="true"/>
          <p:nvPr/>
        </p:nvSpPr>
        <p:spPr>
          <a:xfrm rot="0">
            <a:off x="3897925" y="3989098"/>
            <a:ext cx="13361375" cy="2295525"/>
          </a:xfrm>
          <a:prstGeom prst="rect">
            <a:avLst/>
          </a:prstGeom>
        </p:spPr>
        <p:txBody>
          <a:bodyPr anchor="t" rtlCol="false" tIns="0" lIns="0" bIns="0" rIns="0">
            <a:spAutoFit/>
          </a:bodyPr>
          <a:lstStyle/>
          <a:p>
            <a:pPr algn="l">
              <a:lnSpc>
                <a:spcPts val="18000"/>
              </a:lnSpc>
            </a:pPr>
            <a:r>
              <a:rPr lang="en-US" sz="15000">
                <a:solidFill>
                  <a:srgbClr val="C8AEF8"/>
                </a:solidFill>
                <a:latin typeface="Oswald"/>
                <a:ea typeface="Oswald"/>
                <a:cs typeface="Oswald"/>
                <a:sym typeface="Oswald"/>
              </a:rPr>
              <a:t>Compétence 5</a:t>
            </a: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0" y="9138092"/>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243000" y="-8"/>
            <a:ext cx="2045018" cy="1145494"/>
          </a:xfrm>
          <a:custGeom>
            <a:avLst/>
            <a:gdLst/>
            <a:ahLst/>
            <a:cxnLst/>
            <a:rect r="r" b="b" t="t" l="l"/>
            <a:pathLst>
              <a:path h="1145494" w="2045018">
                <a:moveTo>
                  <a:pt x="0" y="0"/>
                </a:moveTo>
                <a:lnTo>
                  <a:pt x="2045018" y="0"/>
                </a:lnTo>
                <a:lnTo>
                  <a:pt x="2045018" y="1145494"/>
                </a:lnTo>
                <a:lnTo>
                  <a:pt x="0" y="11454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638802" y="7257042"/>
            <a:ext cx="17010395" cy="1892406"/>
          </a:xfrm>
          <a:custGeom>
            <a:avLst/>
            <a:gdLst/>
            <a:ahLst/>
            <a:cxnLst/>
            <a:rect r="r" b="b" t="t" l="l"/>
            <a:pathLst>
              <a:path h="1892406" w="17010395">
                <a:moveTo>
                  <a:pt x="0" y="0"/>
                </a:moveTo>
                <a:lnTo>
                  <a:pt x="17010396" y="0"/>
                </a:lnTo>
                <a:lnTo>
                  <a:pt x="17010396" y="1892407"/>
                </a:lnTo>
                <a:lnTo>
                  <a:pt x="0" y="1892407"/>
                </a:lnTo>
                <a:lnTo>
                  <a:pt x="0" y="0"/>
                </a:lnTo>
                <a:close/>
              </a:path>
            </a:pathLst>
          </a:custGeom>
          <a:blipFill>
            <a:blip r:embed="rId7"/>
            <a:stretch>
              <a:fillRect l="0" t="0" r="0" b="0"/>
            </a:stretch>
          </a:blipFill>
        </p:spPr>
      </p:sp>
      <p:sp>
        <p:nvSpPr>
          <p:cNvPr name="Freeform 5" id="5"/>
          <p:cNvSpPr/>
          <p:nvPr/>
        </p:nvSpPr>
        <p:spPr>
          <a:xfrm flipH="false" flipV="false" rot="0">
            <a:off x="2909218" y="4156986"/>
            <a:ext cx="12469565" cy="2680956"/>
          </a:xfrm>
          <a:custGeom>
            <a:avLst/>
            <a:gdLst/>
            <a:ahLst/>
            <a:cxnLst/>
            <a:rect r="r" b="b" t="t" l="l"/>
            <a:pathLst>
              <a:path h="2680956" w="12469565">
                <a:moveTo>
                  <a:pt x="0" y="0"/>
                </a:moveTo>
                <a:lnTo>
                  <a:pt x="12469564" y="0"/>
                </a:lnTo>
                <a:lnTo>
                  <a:pt x="12469564" y="2680956"/>
                </a:lnTo>
                <a:lnTo>
                  <a:pt x="0" y="2680956"/>
                </a:lnTo>
                <a:lnTo>
                  <a:pt x="0" y="0"/>
                </a:lnTo>
                <a:close/>
              </a:path>
            </a:pathLst>
          </a:custGeom>
          <a:blipFill>
            <a:blip r:embed="rId8"/>
            <a:stretch>
              <a:fillRect l="0" t="0" r="0" b="0"/>
            </a:stretch>
          </a:blipFill>
        </p:spPr>
      </p:sp>
      <p:sp>
        <p:nvSpPr>
          <p:cNvPr name="TextBox 6" id="6"/>
          <p:cNvSpPr txBox="true"/>
          <p:nvPr/>
        </p:nvSpPr>
        <p:spPr>
          <a:xfrm rot="0">
            <a:off x="1028700" y="571500"/>
            <a:ext cx="16230600" cy="914400"/>
          </a:xfrm>
          <a:prstGeom prst="rect">
            <a:avLst/>
          </a:prstGeom>
        </p:spPr>
        <p:txBody>
          <a:bodyPr anchor="t" rtlCol="false" tIns="0" lIns="0" bIns="0" rIns="0">
            <a:spAutoFit/>
          </a:bodyPr>
          <a:lstStyle/>
          <a:p>
            <a:pPr algn="ctr">
              <a:lnSpc>
                <a:spcPts val="7200"/>
              </a:lnSpc>
            </a:pPr>
            <a:r>
              <a:rPr lang="en-US" sz="6000" u="sng">
                <a:solidFill>
                  <a:srgbClr val="CEF3F5"/>
                </a:solidFill>
                <a:latin typeface="Oswald"/>
                <a:ea typeface="Oswald"/>
                <a:cs typeface="Oswald"/>
                <a:sym typeface="Oswald"/>
              </a:rPr>
              <a:t>C5 - O1 et 02</a:t>
            </a:r>
          </a:p>
        </p:txBody>
      </p:sp>
      <p:sp>
        <p:nvSpPr>
          <p:cNvPr name="TextBox 7" id="7"/>
          <p:cNvSpPr txBox="true"/>
          <p:nvPr/>
        </p:nvSpPr>
        <p:spPr>
          <a:xfrm rot="0">
            <a:off x="1028700" y="1899561"/>
            <a:ext cx="16230600" cy="9239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1 : Le dossier du candidat comporte une étude prospective des voies d'évolution et de migration en s'appuyant sur l'audit technique réalisé</a:t>
            </a:r>
          </a:p>
        </p:txBody>
      </p:sp>
      <p:sp>
        <p:nvSpPr>
          <p:cNvPr name="TextBox 8" id="8"/>
          <p:cNvSpPr txBox="true"/>
          <p:nvPr/>
        </p:nvSpPr>
        <p:spPr>
          <a:xfrm rot="0">
            <a:off x="1034909" y="2813961"/>
            <a:ext cx="16230600" cy="923925"/>
          </a:xfrm>
          <a:prstGeom prst="rect">
            <a:avLst/>
          </a:prstGeom>
        </p:spPr>
        <p:txBody>
          <a:bodyPr anchor="t" rtlCol="false" tIns="0" lIns="0" bIns="0" rIns="0">
            <a:spAutoFit/>
          </a:bodyPr>
          <a:lstStyle/>
          <a:p>
            <a:pPr algn="ctr">
              <a:lnSpc>
                <a:spcPts val="3600"/>
              </a:lnSpc>
            </a:pPr>
            <a:r>
              <a:rPr lang="en-US" b="true" sz="3000">
                <a:solidFill>
                  <a:srgbClr val="CEF3F5"/>
                </a:solidFill>
                <a:latin typeface="Oswald Bold"/>
                <a:ea typeface="Oswald Bold"/>
                <a:cs typeface="Oswald Bold"/>
                <a:sym typeface="Oswald Bold"/>
              </a:rPr>
              <a:t>Critère 2 : Le candidat est capable de vulgariser à l'oral de manière synthétique son étude prospective des voies d'évolution et de migration</a:t>
            </a:r>
          </a:p>
        </p:txBody>
      </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18" y="3338116"/>
            <a:ext cx="5562766" cy="3610764"/>
          </a:xfrm>
          <a:custGeom>
            <a:avLst/>
            <a:gdLst/>
            <a:ahLst/>
            <a:cxnLst/>
            <a:rect r="r" b="b" t="t" l="l"/>
            <a:pathLst>
              <a:path h="3610764" w="5562766">
                <a:moveTo>
                  <a:pt x="0" y="0"/>
                </a:moveTo>
                <a:lnTo>
                  <a:pt x="5562766" y="0"/>
                </a:lnTo>
                <a:lnTo>
                  <a:pt x="5562766" y="3610764"/>
                </a:lnTo>
                <a:lnTo>
                  <a:pt x="0" y="36107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117178" y="2143750"/>
            <a:ext cx="4170806" cy="5999478"/>
          </a:xfrm>
          <a:custGeom>
            <a:avLst/>
            <a:gdLst/>
            <a:ahLst/>
            <a:cxnLst/>
            <a:rect r="r" b="b" t="t" l="l"/>
            <a:pathLst>
              <a:path h="5999478" w="4170806">
                <a:moveTo>
                  <a:pt x="0" y="0"/>
                </a:moveTo>
                <a:lnTo>
                  <a:pt x="4170806" y="0"/>
                </a:lnTo>
                <a:lnTo>
                  <a:pt x="4170806" y="5999478"/>
                </a:lnTo>
                <a:lnTo>
                  <a:pt x="0" y="59994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3867175" y="3100388"/>
            <a:ext cx="10554150" cy="3028950"/>
          </a:xfrm>
          <a:prstGeom prst="rect">
            <a:avLst/>
          </a:prstGeom>
        </p:spPr>
        <p:txBody>
          <a:bodyPr anchor="t" rtlCol="false" tIns="0" lIns="0" bIns="0" rIns="0">
            <a:spAutoFit/>
          </a:bodyPr>
          <a:lstStyle/>
          <a:p>
            <a:pPr algn="ctr">
              <a:lnSpc>
                <a:spcPts val="11999"/>
              </a:lnSpc>
            </a:pPr>
            <a:r>
              <a:rPr lang="en-US" sz="9999">
                <a:solidFill>
                  <a:srgbClr val="CEF3F5"/>
                </a:solidFill>
                <a:latin typeface="Oswald"/>
                <a:ea typeface="Oswald"/>
                <a:cs typeface="Oswald"/>
                <a:sym typeface="Oswald"/>
              </a:rPr>
              <a:t>Démonstration</a:t>
            </a:r>
          </a:p>
          <a:p>
            <a:pPr algn="ctr">
              <a:lnSpc>
                <a:spcPts val="11999"/>
              </a:lnSpc>
            </a:pPr>
            <a:r>
              <a:rPr lang="en-US" sz="9999">
                <a:solidFill>
                  <a:srgbClr val="CEF3F5"/>
                </a:solidFill>
                <a:latin typeface="Oswald"/>
                <a:ea typeface="Oswald"/>
                <a:cs typeface="Oswald"/>
                <a:sym typeface="Oswald"/>
              </a:rPr>
              <a:t>du prototype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367C">
                <a:alpha val="100000"/>
              </a:srgbClr>
            </a:gs>
            <a:gs pos="100000">
              <a:srgbClr val="0A1D42">
                <a:alpha val="100000"/>
              </a:srgbClr>
            </a:gs>
          </a:gsLst>
          <a:lin ang="5400012"/>
        </a:gradFill>
      </p:bgPr>
    </p:bg>
    <p:spTree>
      <p:nvGrpSpPr>
        <p:cNvPr id="1" name=""/>
        <p:cNvGrpSpPr/>
        <p:nvPr/>
      </p:nvGrpSpPr>
      <p:grpSpPr>
        <a:xfrm>
          <a:off x="0" y="0"/>
          <a:ext cx="0" cy="0"/>
          <a:chOff x="0" y="0"/>
          <a:chExt cx="0" cy="0"/>
        </a:xfrm>
      </p:grpSpPr>
      <p:sp>
        <p:nvSpPr>
          <p:cNvPr name="Freeform 2" id="2"/>
          <p:cNvSpPr/>
          <p:nvPr/>
        </p:nvSpPr>
        <p:spPr>
          <a:xfrm flipH="false" flipV="false" rot="0">
            <a:off x="-18" y="3338116"/>
            <a:ext cx="5562766" cy="3610764"/>
          </a:xfrm>
          <a:custGeom>
            <a:avLst/>
            <a:gdLst/>
            <a:ahLst/>
            <a:cxnLst/>
            <a:rect r="r" b="b" t="t" l="l"/>
            <a:pathLst>
              <a:path h="3610764" w="5562766">
                <a:moveTo>
                  <a:pt x="0" y="0"/>
                </a:moveTo>
                <a:lnTo>
                  <a:pt x="5562766" y="0"/>
                </a:lnTo>
                <a:lnTo>
                  <a:pt x="5562766" y="3610764"/>
                </a:lnTo>
                <a:lnTo>
                  <a:pt x="0" y="36107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117178" y="2143750"/>
            <a:ext cx="4170806" cy="5999478"/>
          </a:xfrm>
          <a:custGeom>
            <a:avLst/>
            <a:gdLst/>
            <a:ahLst/>
            <a:cxnLst/>
            <a:rect r="r" b="b" t="t" l="l"/>
            <a:pathLst>
              <a:path h="5999478" w="4170806">
                <a:moveTo>
                  <a:pt x="0" y="0"/>
                </a:moveTo>
                <a:lnTo>
                  <a:pt x="4170806" y="0"/>
                </a:lnTo>
                <a:lnTo>
                  <a:pt x="4170806" y="5999478"/>
                </a:lnTo>
                <a:lnTo>
                  <a:pt x="0" y="59994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3867175" y="4167187"/>
            <a:ext cx="10554150" cy="1962150"/>
          </a:xfrm>
          <a:prstGeom prst="rect">
            <a:avLst/>
          </a:prstGeom>
        </p:spPr>
        <p:txBody>
          <a:bodyPr anchor="t" rtlCol="false" tIns="0" lIns="0" bIns="0" rIns="0">
            <a:spAutoFit/>
          </a:bodyPr>
          <a:lstStyle/>
          <a:p>
            <a:pPr algn="ctr">
              <a:lnSpc>
                <a:spcPts val="15599"/>
              </a:lnSpc>
            </a:pPr>
            <a:r>
              <a:rPr lang="en-US" sz="12999">
                <a:solidFill>
                  <a:srgbClr val="CEF3F5"/>
                </a:solidFill>
                <a:latin typeface="Oswald"/>
                <a:ea typeface="Oswald"/>
                <a:cs typeface="Oswald"/>
                <a:sym typeface="Oswald"/>
              </a:rPr>
              <a:t>MERCI</a:t>
            </a:r>
          </a:p>
        </p:txBody>
      </p:sp>
      <p:sp>
        <p:nvSpPr>
          <p:cNvPr name="TextBox 5" id="5"/>
          <p:cNvSpPr txBox="true"/>
          <p:nvPr/>
        </p:nvSpPr>
        <p:spPr>
          <a:xfrm rot="0">
            <a:off x="5230075" y="6062663"/>
            <a:ext cx="7828350" cy="492709"/>
          </a:xfrm>
          <a:prstGeom prst="rect">
            <a:avLst/>
          </a:prstGeom>
        </p:spPr>
        <p:txBody>
          <a:bodyPr anchor="t" rtlCol="false" tIns="0" lIns="0" bIns="0" rIns="0">
            <a:spAutoFit/>
          </a:bodyPr>
          <a:lstStyle/>
          <a:p>
            <a:pPr algn="ctr">
              <a:lnSpc>
                <a:spcPts val="3830"/>
              </a:lnSpc>
            </a:pPr>
            <a:r>
              <a:rPr lang="en-US" b="true" sz="2799">
                <a:solidFill>
                  <a:srgbClr val="C8AEF8"/>
                </a:solidFill>
                <a:latin typeface="Roboto Bold"/>
                <a:ea typeface="Roboto Bold"/>
                <a:cs typeface="Roboto Bold"/>
                <a:sym typeface="Roboto Bold"/>
              </a:rPr>
              <a:t>Avez-vous des questions ?</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DAHEHD9RVPI</dc:identifier>
  <dcterms:modified xsi:type="dcterms:W3CDTF">2011-08-01T06:04:30Z</dcterms:modified>
  <cp:revision>1</cp:revision>
  <dc:title>RNCP Bloc 1</dc:title>
</cp:coreProperties>
</file>